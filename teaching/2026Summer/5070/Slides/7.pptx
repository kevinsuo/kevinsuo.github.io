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4610100" cy="3460750"/>
  <p:notesSz cx="4610100" cy="3460750"/>
  <p:defaultTextStyle>
    <a:defPPr>
      <a:defRPr lang="en"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E43593-BDC4-504B-AA2A-F25BEB85771B}" v="118" dt="2026-06-02T17:37:02.06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03"/>
    <p:restoredTop sz="94645"/>
  </p:normalViewPr>
  <p:slideViewPr>
    <p:cSldViewPr>
      <p:cViewPr varScale="1">
        <p:scale>
          <a:sx n="272" d="100"/>
          <a:sy n="272" d="100"/>
        </p:scale>
        <p:origin x="184" y="3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 Suo" userId="41c30799-3a2b-4880-86a3-8488be07954a" providerId="ADAL" clId="{01B90814-4EBE-5562-8795-CE1E7277191D}"/>
    <pc:docChg chg="custSel modSld">
      <pc:chgData name="Kun Suo" userId="41c30799-3a2b-4880-86a3-8488be07954a" providerId="ADAL" clId="{01B90814-4EBE-5562-8795-CE1E7277191D}" dt="2026-06-02T17:37:02.066" v="203"/>
      <pc:docMkLst>
        <pc:docMk/>
      </pc:docMkLst>
      <pc:sldChg chg="modSp mod">
        <pc:chgData name="Kun Suo" userId="41c30799-3a2b-4880-86a3-8488be07954a" providerId="ADAL" clId="{01B90814-4EBE-5562-8795-CE1E7277191D}" dt="2026-06-02T17:01:44.472" v="8" actId="14100"/>
        <pc:sldMkLst>
          <pc:docMk/>
          <pc:sldMk cId="0" sldId="259"/>
        </pc:sldMkLst>
        <pc:spChg chg="mod">
          <ac:chgData name="Kun Suo" userId="41c30799-3a2b-4880-86a3-8488be07954a" providerId="ADAL" clId="{01B90814-4EBE-5562-8795-CE1E7277191D}" dt="2026-06-02T17:01:44.472" v="8" actId="14100"/>
          <ac:spMkLst>
            <pc:docMk/>
            <pc:sldMk cId="0" sldId="259"/>
            <ac:spMk id="6" creationId="{00000000-0000-0000-0000-000000000000}"/>
          </ac:spMkLst>
        </pc:spChg>
      </pc:sldChg>
      <pc:sldChg chg="addSp delSp modSp mod">
        <pc:chgData name="Kun Suo" userId="41c30799-3a2b-4880-86a3-8488be07954a" providerId="ADAL" clId="{01B90814-4EBE-5562-8795-CE1E7277191D}" dt="2026-06-02T17:25:27.883" v="38"/>
        <pc:sldMkLst>
          <pc:docMk/>
          <pc:sldMk cId="0" sldId="261"/>
        </pc:sldMkLst>
        <pc:grpChg chg="del mod">
          <ac:chgData name="Kun Suo" userId="41c30799-3a2b-4880-86a3-8488be07954a" providerId="ADAL" clId="{01B90814-4EBE-5562-8795-CE1E7277191D}" dt="2026-06-02T17:25:07.356" v="11"/>
          <ac:grpSpMkLst>
            <pc:docMk/>
            <pc:sldMk cId="0" sldId="261"/>
            <ac:grpSpMk id="13" creationId="{30A7DD4F-98EC-E7F7-BFD4-9397A136F6A6}"/>
          </ac:grpSpMkLst>
        </pc:grpChg>
        <pc:grpChg chg="del mod">
          <ac:chgData name="Kun Suo" userId="41c30799-3a2b-4880-86a3-8488be07954a" providerId="ADAL" clId="{01B90814-4EBE-5562-8795-CE1E7277191D}" dt="2026-06-02T17:25:09.194" v="13"/>
          <ac:grpSpMkLst>
            <pc:docMk/>
            <pc:sldMk cId="0" sldId="261"/>
            <ac:grpSpMk id="14" creationId="{6F5A472D-E20B-368A-AC81-7C5830BF99B9}"/>
          </ac:grpSpMkLst>
        </pc:grpChg>
        <pc:grpChg chg="del mod">
          <ac:chgData name="Kun Suo" userId="41c30799-3a2b-4880-86a3-8488be07954a" providerId="ADAL" clId="{01B90814-4EBE-5562-8795-CE1E7277191D}" dt="2026-06-02T17:25:09.194" v="13"/>
          <ac:grpSpMkLst>
            <pc:docMk/>
            <pc:sldMk cId="0" sldId="261"/>
            <ac:grpSpMk id="16" creationId="{88A414B5-4152-55EE-BCB1-106BE69EACD8}"/>
          </ac:grpSpMkLst>
        </pc:grpChg>
        <pc:grpChg chg="del mod">
          <ac:chgData name="Kun Suo" userId="41c30799-3a2b-4880-86a3-8488be07954a" providerId="ADAL" clId="{01B90814-4EBE-5562-8795-CE1E7277191D}" dt="2026-06-02T17:25:11.005" v="15"/>
          <ac:grpSpMkLst>
            <pc:docMk/>
            <pc:sldMk cId="0" sldId="261"/>
            <ac:grpSpMk id="17" creationId="{41085623-206A-64BC-4736-297FA67F03BF}"/>
          </ac:grpSpMkLst>
        </pc:grpChg>
        <pc:grpChg chg="del mod">
          <ac:chgData name="Kun Suo" userId="41c30799-3a2b-4880-86a3-8488be07954a" providerId="ADAL" clId="{01B90814-4EBE-5562-8795-CE1E7277191D}" dt="2026-06-02T17:25:11.005" v="15"/>
          <ac:grpSpMkLst>
            <pc:docMk/>
            <pc:sldMk cId="0" sldId="261"/>
            <ac:grpSpMk id="19" creationId="{5A92552D-2320-6B0F-DF59-3EDD5DED95F6}"/>
          </ac:grpSpMkLst>
        </pc:grpChg>
        <pc:grpChg chg="del mod">
          <ac:chgData name="Kun Suo" userId="41c30799-3a2b-4880-86a3-8488be07954a" providerId="ADAL" clId="{01B90814-4EBE-5562-8795-CE1E7277191D}" dt="2026-06-02T17:25:12.610" v="17"/>
          <ac:grpSpMkLst>
            <pc:docMk/>
            <pc:sldMk cId="0" sldId="261"/>
            <ac:grpSpMk id="20" creationId="{5BCF9195-186C-A1DD-87FC-3089D5D37C36}"/>
          </ac:grpSpMkLst>
        </pc:grpChg>
        <pc:grpChg chg="del mod">
          <ac:chgData name="Kun Suo" userId="41c30799-3a2b-4880-86a3-8488be07954a" providerId="ADAL" clId="{01B90814-4EBE-5562-8795-CE1E7277191D}" dt="2026-06-02T17:25:12.610" v="17"/>
          <ac:grpSpMkLst>
            <pc:docMk/>
            <pc:sldMk cId="0" sldId="261"/>
            <ac:grpSpMk id="22" creationId="{D1F6A357-BFB5-A5FC-C8A6-A2AA6AADC4C5}"/>
          </ac:grpSpMkLst>
        </pc:grpChg>
        <pc:grpChg chg="del mod">
          <ac:chgData name="Kun Suo" userId="41c30799-3a2b-4880-86a3-8488be07954a" providerId="ADAL" clId="{01B90814-4EBE-5562-8795-CE1E7277191D}" dt="2026-06-02T17:25:14.144" v="19"/>
          <ac:grpSpMkLst>
            <pc:docMk/>
            <pc:sldMk cId="0" sldId="261"/>
            <ac:grpSpMk id="23" creationId="{968A556D-2B84-C399-32FC-C8AF703DC8D1}"/>
          </ac:grpSpMkLst>
        </pc:grpChg>
        <pc:grpChg chg="del mod">
          <ac:chgData name="Kun Suo" userId="41c30799-3a2b-4880-86a3-8488be07954a" providerId="ADAL" clId="{01B90814-4EBE-5562-8795-CE1E7277191D}" dt="2026-06-02T17:25:14.144" v="19"/>
          <ac:grpSpMkLst>
            <pc:docMk/>
            <pc:sldMk cId="0" sldId="261"/>
            <ac:grpSpMk id="25" creationId="{AAEEF69C-B584-33CB-D4BB-2DF2B7E06BB4}"/>
          </ac:grpSpMkLst>
        </pc:grpChg>
        <pc:grpChg chg="del mod">
          <ac:chgData name="Kun Suo" userId="41c30799-3a2b-4880-86a3-8488be07954a" providerId="ADAL" clId="{01B90814-4EBE-5562-8795-CE1E7277191D}" dt="2026-06-02T17:25:27.882" v="37"/>
          <ac:grpSpMkLst>
            <pc:docMk/>
            <pc:sldMk cId="0" sldId="261"/>
            <ac:grpSpMk id="26" creationId="{9A6280E0-5825-3DB2-A93A-941BEA992C81}"/>
          </ac:grpSpMkLst>
        </pc:grpChg>
        <pc:grpChg chg="del mod">
          <ac:chgData name="Kun Suo" userId="41c30799-3a2b-4880-86a3-8488be07954a" providerId="ADAL" clId="{01B90814-4EBE-5562-8795-CE1E7277191D}" dt="2026-06-02T17:25:18.155" v="22"/>
          <ac:grpSpMkLst>
            <pc:docMk/>
            <pc:sldMk cId="0" sldId="261"/>
            <ac:grpSpMk id="29" creationId="{1FA115A6-645B-FCF4-83FD-0542B29E27AA}"/>
          </ac:grpSpMkLst>
        </pc:grpChg>
        <pc:grpChg chg="del mod">
          <ac:chgData name="Kun Suo" userId="41c30799-3a2b-4880-86a3-8488be07954a" providerId="ADAL" clId="{01B90814-4EBE-5562-8795-CE1E7277191D}" dt="2026-06-02T17:25:19.405" v="24"/>
          <ac:grpSpMkLst>
            <pc:docMk/>
            <pc:sldMk cId="0" sldId="261"/>
            <ac:grpSpMk id="30" creationId="{E484B974-6465-0557-AE9D-A726F7DDF8F6}"/>
          </ac:grpSpMkLst>
        </pc:grpChg>
        <pc:grpChg chg="del mod">
          <ac:chgData name="Kun Suo" userId="41c30799-3a2b-4880-86a3-8488be07954a" providerId="ADAL" clId="{01B90814-4EBE-5562-8795-CE1E7277191D}" dt="2026-06-02T17:25:19.405" v="24"/>
          <ac:grpSpMkLst>
            <pc:docMk/>
            <pc:sldMk cId="0" sldId="261"/>
            <ac:grpSpMk id="32" creationId="{E837AB16-2E16-A252-9F72-0C0C13CD67C4}"/>
          </ac:grpSpMkLst>
        </pc:grpChg>
        <pc:grpChg chg="del mod">
          <ac:chgData name="Kun Suo" userId="41c30799-3a2b-4880-86a3-8488be07954a" providerId="ADAL" clId="{01B90814-4EBE-5562-8795-CE1E7277191D}" dt="2026-06-02T17:25:27.881" v="32"/>
          <ac:grpSpMkLst>
            <pc:docMk/>
            <pc:sldMk cId="0" sldId="261"/>
            <ac:grpSpMk id="33" creationId="{D8E3BF8A-0B64-252E-9B7F-7934E9E297BD}"/>
          </ac:grpSpMkLst>
        </pc:grpChg>
        <pc:grpChg chg="del mod">
          <ac:chgData name="Kun Suo" userId="41c30799-3a2b-4880-86a3-8488be07954a" providerId="ADAL" clId="{01B90814-4EBE-5562-8795-CE1E7277191D}" dt="2026-06-02T17:25:22.905" v="27"/>
          <ac:grpSpMkLst>
            <pc:docMk/>
            <pc:sldMk cId="0" sldId="261"/>
            <ac:grpSpMk id="36" creationId="{D2438826-6959-3FCD-892D-496868A9800C}"/>
          </ac:grpSpMkLst>
        </pc:grpChg>
        <pc:grpChg chg="del mod">
          <ac:chgData name="Kun Suo" userId="41c30799-3a2b-4880-86a3-8488be07954a" providerId="ADAL" clId="{01B90814-4EBE-5562-8795-CE1E7277191D}" dt="2026-06-02T17:25:27.882" v="33"/>
          <ac:grpSpMkLst>
            <pc:docMk/>
            <pc:sldMk cId="0" sldId="261"/>
            <ac:grpSpMk id="37" creationId="{5D21114E-D0C5-D0D1-E63F-B10C2D20EFB3}"/>
          </ac:grpSpMkLst>
        </pc:grpChg>
        <pc:inkChg chg="add del mod">
          <ac:chgData name="Kun Suo" userId="41c30799-3a2b-4880-86a3-8488be07954a" providerId="ADAL" clId="{01B90814-4EBE-5562-8795-CE1E7277191D}" dt="2026-06-02T17:25:27.882" v="37"/>
          <ac:inkMkLst>
            <pc:docMk/>
            <pc:sldMk cId="0" sldId="261"/>
            <ac:inkMk id="11" creationId="{CC969C74-0AFB-8090-1402-898E9D9A8CF7}"/>
          </ac:inkMkLst>
        </pc:inkChg>
        <pc:inkChg chg="add del mod">
          <ac:chgData name="Kun Suo" userId="41c30799-3a2b-4880-86a3-8488be07954a" providerId="ADAL" clId="{01B90814-4EBE-5562-8795-CE1E7277191D}" dt="2026-06-02T17:25:27.882" v="35"/>
          <ac:inkMkLst>
            <pc:docMk/>
            <pc:sldMk cId="0" sldId="261"/>
            <ac:inkMk id="12" creationId="{CADAE5C5-A1CE-ADCD-1BF6-0572B827FD59}"/>
          </ac:inkMkLst>
        </pc:inkChg>
        <pc:inkChg chg="add del mod">
          <ac:chgData name="Kun Suo" userId="41c30799-3a2b-4880-86a3-8488be07954a" providerId="ADAL" clId="{01B90814-4EBE-5562-8795-CE1E7277191D}" dt="2026-06-02T17:25:27.881" v="31"/>
          <ac:inkMkLst>
            <pc:docMk/>
            <pc:sldMk cId="0" sldId="261"/>
            <ac:inkMk id="15" creationId="{E8016D7A-AF07-DF9B-0376-FDA8FCEC225C}"/>
          </ac:inkMkLst>
        </pc:inkChg>
        <pc:inkChg chg="add del mod">
          <ac:chgData name="Kun Suo" userId="41c30799-3a2b-4880-86a3-8488be07954a" providerId="ADAL" clId="{01B90814-4EBE-5562-8795-CE1E7277191D}" dt="2026-06-02T17:25:27.880" v="28"/>
          <ac:inkMkLst>
            <pc:docMk/>
            <pc:sldMk cId="0" sldId="261"/>
            <ac:inkMk id="18" creationId="{44854D16-755A-0AB9-3CF6-8EBC1B0FA850}"/>
          </ac:inkMkLst>
        </pc:inkChg>
        <pc:inkChg chg="add del mod">
          <ac:chgData name="Kun Suo" userId="41c30799-3a2b-4880-86a3-8488be07954a" providerId="ADAL" clId="{01B90814-4EBE-5562-8795-CE1E7277191D}" dt="2026-06-02T17:25:27.883" v="38"/>
          <ac:inkMkLst>
            <pc:docMk/>
            <pc:sldMk cId="0" sldId="261"/>
            <ac:inkMk id="21" creationId="{BC9CAD41-8594-C15D-E837-72AEB2D5C447}"/>
          </ac:inkMkLst>
        </pc:inkChg>
        <pc:inkChg chg="add del mod">
          <ac:chgData name="Kun Suo" userId="41c30799-3a2b-4880-86a3-8488be07954a" providerId="ADAL" clId="{01B90814-4EBE-5562-8795-CE1E7277191D}" dt="2026-06-02T17:25:27.880" v="29"/>
          <ac:inkMkLst>
            <pc:docMk/>
            <pc:sldMk cId="0" sldId="261"/>
            <ac:inkMk id="24" creationId="{7A80E341-5F9B-F08A-B9CA-40014AAEB25A}"/>
          </ac:inkMkLst>
        </pc:inkChg>
        <pc:inkChg chg="add del mod">
          <ac:chgData name="Kun Suo" userId="41c30799-3a2b-4880-86a3-8488be07954a" providerId="ADAL" clId="{01B90814-4EBE-5562-8795-CE1E7277191D}" dt="2026-06-02T17:25:27.881" v="32"/>
          <ac:inkMkLst>
            <pc:docMk/>
            <pc:sldMk cId="0" sldId="261"/>
            <ac:inkMk id="27" creationId="{ED03838A-BF9D-6E31-ABF2-AC35874C591C}"/>
          </ac:inkMkLst>
        </pc:inkChg>
        <pc:inkChg chg="add del mod">
          <ac:chgData name="Kun Suo" userId="41c30799-3a2b-4880-86a3-8488be07954a" providerId="ADAL" clId="{01B90814-4EBE-5562-8795-CE1E7277191D}" dt="2026-06-02T17:25:27.882" v="36"/>
          <ac:inkMkLst>
            <pc:docMk/>
            <pc:sldMk cId="0" sldId="261"/>
            <ac:inkMk id="28" creationId="{F4890E73-0ACE-A0CC-84DA-821BCB0F13A2}"/>
          </ac:inkMkLst>
        </pc:inkChg>
        <pc:inkChg chg="add del mod">
          <ac:chgData name="Kun Suo" userId="41c30799-3a2b-4880-86a3-8488be07954a" providerId="ADAL" clId="{01B90814-4EBE-5562-8795-CE1E7277191D}" dt="2026-06-02T17:25:27.881" v="30"/>
          <ac:inkMkLst>
            <pc:docMk/>
            <pc:sldMk cId="0" sldId="261"/>
            <ac:inkMk id="31" creationId="{FA1EBA1C-B177-5C6D-6915-48A9E733466D}"/>
          </ac:inkMkLst>
        </pc:inkChg>
        <pc:inkChg chg="add del mod">
          <ac:chgData name="Kun Suo" userId="41c30799-3a2b-4880-86a3-8488be07954a" providerId="ADAL" clId="{01B90814-4EBE-5562-8795-CE1E7277191D}" dt="2026-06-02T17:25:27.882" v="34"/>
          <ac:inkMkLst>
            <pc:docMk/>
            <pc:sldMk cId="0" sldId="261"/>
            <ac:inkMk id="34" creationId="{CC083F64-9950-6A6F-87AE-1D34B8BCD02E}"/>
          </ac:inkMkLst>
        </pc:inkChg>
        <pc:inkChg chg="add del mod">
          <ac:chgData name="Kun Suo" userId="41c30799-3a2b-4880-86a3-8488be07954a" providerId="ADAL" clId="{01B90814-4EBE-5562-8795-CE1E7277191D}" dt="2026-06-02T17:25:27.882" v="33"/>
          <ac:inkMkLst>
            <pc:docMk/>
            <pc:sldMk cId="0" sldId="261"/>
            <ac:inkMk id="35" creationId="{3E7DD52B-88E9-7746-0D84-5AD755029C41}"/>
          </ac:inkMkLst>
        </pc:inkChg>
      </pc:sldChg>
      <pc:sldChg chg="addSp delSp modSp mod">
        <pc:chgData name="Kun Suo" userId="41c30799-3a2b-4880-86a3-8488be07954a" providerId="ADAL" clId="{01B90814-4EBE-5562-8795-CE1E7277191D}" dt="2026-06-02T17:30:11.815" v="95"/>
        <pc:sldMkLst>
          <pc:docMk/>
          <pc:sldMk cId="0" sldId="263"/>
        </pc:sldMkLst>
        <pc:grpChg chg="del mod">
          <ac:chgData name="Kun Suo" userId="41c30799-3a2b-4880-86a3-8488be07954a" providerId="ADAL" clId="{01B90814-4EBE-5562-8795-CE1E7277191D}" dt="2026-06-02T17:28:39.127" v="41"/>
          <ac:grpSpMkLst>
            <pc:docMk/>
            <pc:sldMk cId="0" sldId="263"/>
            <ac:grpSpMk id="11" creationId="{9C24B516-3324-15B1-504F-757CF384A1A5}"/>
          </ac:grpSpMkLst>
        </pc:grpChg>
        <pc:grpChg chg="del mod">
          <ac:chgData name="Kun Suo" userId="41c30799-3a2b-4880-86a3-8488be07954a" providerId="ADAL" clId="{01B90814-4EBE-5562-8795-CE1E7277191D}" dt="2026-06-02T17:30:11.811" v="74"/>
          <ac:grpSpMkLst>
            <pc:docMk/>
            <pc:sldMk cId="0" sldId="263"/>
            <ac:grpSpMk id="12" creationId="{2AB5C935-1598-B8F3-CF36-E6D18BB33F39}"/>
          </ac:grpSpMkLst>
        </pc:grpChg>
        <pc:grpChg chg="del mod">
          <ac:chgData name="Kun Suo" userId="41c30799-3a2b-4880-86a3-8488be07954a" providerId="ADAL" clId="{01B90814-4EBE-5562-8795-CE1E7277191D}" dt="2026-06-02T17:28:50.494" v="46"/>
          <ac:grpSpMkLst>
            <pc:docMk/>
            <pc:sldMk cId="0" sldId="263"/>
            <ac:grpSpMk id="17" creationId="{51E11E1F-4850-9D52-31AC-51DC104A249B}"/>
          </ac:grpSpMkLst>
        </pc:grpChg>
        <pc:grpChg chg="del mod">
          <ac:chgData name="Kun Suo" userId="41c30799-3a2b-4880-86a3-8488be07954a" providerId="ADAL" clId="{01B90814-4EBE-5562-8795-CE1E7277191D}" dt="2026-06-02T17:30:11.813" v="85"/>
          <ac:grpSpMkLst>
            <pc:docMk/>
            <pc:sldMk cId="0" sldId="263"/>
            <ac:grpSpMk id="18" creationId="{A55E9B24-BC9A-C2D2-AB02-2A5EE3A6AC0E}"/>
          </ac:grpSpMkLst>
        </pc:grpChg>
        <pc:grpChg chg="del mod">
          <ac:chgData name="Kun Suo" userId="41c30799-3a2b-4880-86a3-8488be07954a" providerId="ADAL" clId="{01B90814-4EBE-5562-8795-CE1E7277191D}" dt="2026-06-02T17:28:53.585" v="49"/>
          <ac:grpSpMkLst>
            <pc:docMk/>
            <pc:sldMk cId="0" sldId="263"/>
            <ac:grpSpMk id="21" creationId="{B824C1BA-975E-B1D9-8208-E6ED00752E53}"/>
          </ac:grpSpMkLst>
        </pc:grpChg>
        <pc:grpChg chg="del mod">
          <ac:chgData name="Kun Suo" userId="41c30799-3a2b-4880-86a3-8488be07954a" providerId="ADAL" clId="{01B90814-4EBE-5562-8795-CE1E7277191D}" dt="2026-06-02T17:30:11.813" v="84"/>
          <ac:grpSpMkLst>
            <pc:docMk/>
            <pc:sldMk cId="0" sldId="263"/>
            <ac:grpSpMk id="22" creationId="{4466F760-07BE-5225-A9F6-06B9FAA42DE4}"/>
          </ac:grpSpMkLst>
        </pc:grpChg>
        <pc:grpChg chg="del mod">
          <ac:chgData name="Kun Suo" userId="41c30799-3a2b-4880-86a3-8488be07954a" providerId="ADAL" clId="{01B90814-4EBE-5562-8795-CE1E7277191D}" dt="2026-06-02T17:29:01.452" v="53"/>
          <ac:grpSpMkLst>
            <pc:docMk/>
            <pc:sldMk cId="0" sldId="263"/>
            <ac:grpSpMk id="26" creationId="{99E62536-57D6-5CF7-9755-CD2D3A931EB6}"/>
          </ac:grpSpMkLst>
        </pc:grpChg>
        <pc:grpChg chg="del mod">
          <ac:chgData name="Kun Suo" userId="41c30799-3a2b-4880-86a3-8488be07954a" providerId="ADAL" clId="{01B90814-4EBE-5562-8795-CE1E7277191D}" dt="2026-06-02T17:29:02.702" v="55"/>
          <ac:grpSpMkLst>
            <pc:docMk/>
            <pc:sldMk cId="0" sldId="263"/>
            <ac:grpSpMk id="27" creationId="{5B5B8938-BFD2-0361-E62E-BBA0837129FE}"/>
          </ac:grpSpMkLst>
        </pc:grpChg>
        <pc:grpChg chg="del mod">
          <ac:chgData name="Kun Suo" userId="41c30799-3a2b-4880-86a3-8488be07954a" providerId="ADAL" clId="{01B90814-4EBE-5562-8795-CE1E7277191D}" dt="2026-06-02T17:29:02.702" v="55"/>
          <ac:grpSpMkLst>
            <pc:docMk/>
            <pc:sldMk cId="0" sldId="263"/>
            <ac:grpSpMk id="29" creationId="{8E227B7F-DF31-D681-894E-15DA6CF1072F}"/>
          </ac:grpSpMkLst>
        </pc:grpChg>
        <pc:grpChg chg="del mod">
          <ac:chgData name="Kun Suo" userId="41c30799-3a2b-4880-86a3-8488be07954a" providerId="ADAL" clId="{01B90814-4EBE-5562-8795-CE1E7277191D}" dt="2026-06-02T17:30:11.814" v="86"/>
          <ac:grpSpMkLst>
            <pc:docMk/>
            <pc:sldMk cId="0" sldId="263"/>
            <ac:grpSpMk id="30" creationId="{288C1F18-B593-524E-87E9-737239F7A9C4}"/>
          </ac:grpSpMkLst>
        </pc:grpChg>
        <pc:grpChg chg="del mod">
          <ac:chgData name="Kun Suo" userId="41c30799-3a2b-4880-86a3-8488be07954a" providerId="ADAL" clId="{01B90814-4EBE-5562-8795-CE1E7277191D}" dt="2026-06-02T17:29:15.221" v="58"/>
          <ac:grpSpMkLst>
            <pc:docMk/>
            <pc:sldMk cId="0" sldId="263"/>
            <ac:grpSpMk id="33" creationId="{27F58730-79AA-8728-F8D4-14705093AECB}"/>
          </ac:grpSpMkLst>
        </pc:grpChg>
        <pc:grpChg chg="del mod">
          <ac:chgData name="Kun Suo" userId="41c30799-3a2b-4880-86a3-8488be07954a" providerId="ADAL" clId="{01B90814-4EBE-5562-8795-CE1E7277191D}" dt="2026-06-02T17:30:11.812" v="77"/>
          <ac:grpSpMkLst>
            <pc:docMk/>
            <pc:sldMk cId="0" sldId="263"/>
            <ac:grpSpMk id="34" creationId="{0C9DDE7F-2D82-AE18-C7A0-3CC17DB342CB}"/>
          </ac:grpSpMkLst>
        </pc:grpChg>
        <pc:grpChg chg="del mod">
          <ac:chgData name="Kun Suo" userId="41c30799-3a2b-4880-86a3-8488be07954a" providerId="ADAL" clId="{01B90814-4EBE-5562-8795-CE1E7277191D}" dt="2026-06-02T17:29:17.749" v="61"/>
          <ac:grpSpMkLst>
            <pc:docMk/>
            <pc:sldMk cId="0" sldId="263"/>
            <ac:grpSpMk id="37" creationId="{AE9DF0DE-C56E-7BF6-8684-C15D09D830DD}"/>
          </ac:grpSpMkLst>
        </pc:grpChg>
        <pc:grpChg chg="del mod">
          <ac:chgData name="Kun Suo" userId="41c30799-3a2b-4880-86a3-8488be07954a" providerId="ADAL" clId="{01B90814-4EBE-5562-8795-CE1E7277191D}" dt="2026-06-02T17:29:19.003" v="63"/>
          <ac:grpSpMkLst>
            <pc:docMk/>
            <pc:sldMk cId="0" sldId="263"/>
            <ac:grpSpMk id="38" creationId="{B0A6A1EE-790A-7F99-6F86-B94C0D76F680}"/>
          </ac:grpSpMkLst>
        </pc:grpChg>
        <pc:grpChg chg="del mod">
          <ac:chgData name="Kun Suo" userId="41c30799-3a2b-4880-86a3-8488be07954a" providerId="ADAL" clId="{01B90814-4EBE-5562-8795-CE1E7277191D}" dt="2026-06-02T17:29:19.003" v="63"/>
          <ac:grpSpMkLst>
            <pc:docMk/>
            <pc:sldMk cId="0" sldId="263"/>
            <ac:grpSpMk id="40" creationId="{FBBA767C-C789-87C1-41E1-80C828A1434F}"/>
          </ac:grpSpMkLst>
        </pc:grpChg>
        <pc:grpChg chg="del mod">
          <ac:chgData name="Kun Suo" userId="41c30799-3a2b-4880-86a3-8488be07954a" providerId="ADAL" clId="{01B90814-4EBE-5562-8795-CE1E7277191D}" dt="2026-06-02T17:30:11.812" v="80"/>
          <ac:grpSpMkLst>
            <pc:docMk/>
            <pc:sldMk cId="0" sldId="263"/>
            <ac:grpSpMk id="41" creationId="{377698E5-A027-E4F0-7C8F-65CD16F5B2CD}"/>
          </ac:grpSpMkLst>
        </pc:grpChg>
        <pc:grpChg chg="del mod">
          <ac:chgData name="Kun Suo" userId="41c30799-3a2b-4880-86a3-8488be07954a" providerId="ADAL" clId="{01B90814-4EBE-5562-8795-CE1E7277191D}" dt="2026-06-02T17:29:27.153" v="66"/>
          <ac:grpSpMkLst>
            <pc:docMk/>
            <pc:sldMk cId="0" sldId="263"/>
            <ac:grpSpMk id="44" creationId="{667CBEFD-3C0B-FB08-32AF-0BA3D3067C70}"/>
          </ac:grpSpMkLst>
        </pc:grpChg>
        <pc:grpChg chg="del mod">
          <ac:chgData name="Kun Suo" userId="41c30799-3a2b-4880-86a3-8488be07954a" providerId="ADAL" clId="{01B90814-4EBE-5562-8795-CE1E7277191D}" dt="2026-06-02T17:30:11.815" v="91"/>
          <ac:grpSpMkLst>
            <pc:docMk/>
            <pc:sldMk cId="0" sldId="263"/>
            <ac:grpSpMk id="45" creationId="{EA34DF8A-5594-1BA6-5BA8-3CD3C96F27AF}"/>
          </ac:grpSpMkLst>
        </pc:grpChg>
        <pc:grpChg chg="del mod">
          <ac:chgData name="Kun Suo" userId="41c30799-3a2b-4880-86a3-8488be07954a" providerId="ADAL" clId="{01B90814-4EBE-5562-8795-CE1E7277191D}" dt="2026-06-02T17:29:31.361" v="70"/>
          <ac:grpSpMkLst>
            <pc:docMk/>
            <pc:sldMk cId="0" sldId="263"/>
            <ac:grpSpMk id="49" creationId="{4D7666D1-7368-89FB-F301-81FCFE4E935F}"/>
          </ac:grpSpMkLst>
        </pc:grpChg>
        <pc:grpChg chg="del mod">
          <ac:chgData name="Kun Suo" userId="41c30799-3a2b-4880-86a3-8488be07954a" providerId="ADAL" clId="{01B90814-4EBE-5562-8795-CE1E7277191D}" dt="2026-06-02T17:29:32.774" v="72"/>
          <ac:grpSpMkLst>
            <pc:docMk/>
            <pc:sldMk cId="0" sldId="263"/>
            <ac:grpSpMk id="50" creationId="{AE647262-F9EF-DE9E-FEE7-94D1C03879F4}"/>
          </ac:grpSpMkLst>
        </pc:grpChg>
        <pc:grpChg chg="del mod">
          <ac:chgData name="Kun Suo" userId="41c30799-3a2b-4880-86a3-8488be07954a" providerId="ADAL" clId="{01B90814-4EBE-5562-8795-CE1E7277191D}" dt="2026-06-02T17:29:32.774" v="72"/>
          <ac:grpSpMkLst>
            <pc:docMk/>
            <pc:sldMk cId="0" sldId="263"/>
            <ac:grpSpMk id="52" creationId="{245443FE-E280-C754-ACE3-6D23A84E5696}"/>
          </ac:grpSpMkLst>
        </pc:grpChg>
        <pc:grpChg chg="del mod">
          <ac:chgData name="Kun Suo" userId="41c30799-3a2b-4880-86a3-8488be07954a" providerId="ADAL" clId="{01B90814-4EBE-5562-8795-CE1E7277191D}" dt="2026-06-02T17:30:11.812" v="81"/>
          <ac:grpSpMkLst>
            <pc:docMk/>
            <pc:sldMk cId="0" sldId="263"/>
            <ac:grpSpMk id="53" creationId="{E625D358-6628-5524-C5F4-C28AEE92232F}"/>
          </ac:grpSpMkLst>
        </pc:grpChg>
        <pc:inkChg chg="add del mod">
          <ac:chgData name="Kun Suo" userId="41c30799-3a2b-4880-86a3-8488be07954a" providerId="ADAL" clId="{01B90814-4EBE-5562-8795-CE1E7277191D}" dt="2026-06-02T17:30:11.811" v="74"/>
          <ac:inkMkLst>
            <pc:docMk/>
            <pc:sldMk cId="0" sldId="263"/>
            <ac:inkMk id="9" creationId="{80375CD5-ACD2-B85A-3778-D0F26E02844B}"/>
          </ac:inkMkLst>
        </pc:inkChg>
        <pc:inkChg chg="add del mod">
          <ac:chgData name="Kun Suo" userId="41c30799-3a2b-4880-86a3-8488be07954a" providerId="ADAL" clId="{01B90814-4EBE-5562-8795-CE1E7277191D}" dt="2026-06-02T17:30:11.811" v="75"/>
          <ac:inkMkLst>
            <pc:docMk/>
            <pc:sldMk cId="0" sldId="263"/>
            <ac:inkMk id="10" creationId="{779EC847-3F27-F21B-AD07-907B838627B0}"/>
          </ac:inkMkLst>
        </pc:inkChg>
        <pc:inkChg chg="add del">
          <ac:chgData name="Kun Suo" userId="41c30799-3a2b-4880-86a3-8488be07954a" providerId="ADAL" clId="{01B90814-4EBE-5562-8795-CE1E7277191D}" dt="2026-06-02T17:30:11.810" v="73"/>
          <ac:inkMkLst>
            <pc:docMk/>
            <pc:sldMk cId="0" sldId="263"/>
            <ac:inkMk id="13" creationId="{00501319-BBF6-66A0-8BDB-5DC72EF6DCE1}"/>
          </ac:inkMkLst>
        </pc:inkChg>
        <pc:inkChg chg="add del mod">
          <ac:chgData name="Kun Suo" userId="41c30799-3a2b-4880-86a3-8488be07954a" providerId="ADAL" clId="{01B90814-4EBE-5562-8795-CE1E7277191D}" dt="2026-06-02T17:30:11.813" v="85"/>
          <ac:inkMkLst>
            <pc:docMk/>
            <pc:sldMk cId="0" sldId="263"/>
            <ac:inkMk id="14" creationId="{3EED5E9E-5F9D-E873-6F6D-A66B16C1DB97}"/>
          </ac:inkMkLst>
        </pc:inkChg>
        <pc:inkChg chg="add del mod">
          <ac:chgData name="Kun Suo" userId="41c30799-3a2b-4880-86a3-8488be07954a" providerId="ADAL" clId="{01B90814-4EBE-5562-8795-CE1E7277191D}" dt="2026-06-02T17:30:11.815" v="92"/>
          <ac:inkMkLst>
            <pc:docMk/>
            <pc:sldMk cId="0" sldId="263"/>
            <ac:inkMk id="15" creationId="{AB41A1DC-ADF8-D808-3AC3-3E1E1250C2CD}"/>
          </ac:inkMkLst>
        </pc:inkChg>
        <pc:inkChg chg="add del">
          <ac:chgData name="Kun Suo" userId="41c30799-3a2b-4880-86a3-8488be07954a" providerId="ADAL" clId="{01B90814-4EBE-5562-8795-CE1E7277191D}" dt="2026-06-02T17:30:11.813" v="83"/>
          <ac:inkMkLst>
            <pc:docMk/>
            <pc:sldMk cId="0" sldId="263"/>
            <ac:inkMk id="16" creationId="{02F62DB1-E1B6-05F1-328C-319D34089BBF}"/>
          </ac:inkMkLst>
        </pc:inkChg>
        <pc:inkChg chg="add del mod">
          <ac:chgData name="Kun Suo" userId="41c30799-3a2b-4880-86a3-8488be07954a" providerId="ADAL" clId="{01B90814-4EBE-5562-8795-CE1E7277191D}" dt="2026-06-02T17:30:11.815" v="94"/>
          <ac:inkMkLst>
            <pc:docMk/>
            <pc:sldMk cId="0" sldId="263"/>
            <ac:inkMk id="19" creationId="{C0BE2950-0F27-08BC-32A7-14A039195CA9}"/>
          </ac:inkMkLst>
        </pc:inkChg>
        <pc:inkChg chg="add del mod">
          <ac:chgData name="Kun Suo" userId="41c30799-3a2b-4880-86a3-8488be07954a" providerId="ADAL" clId="{01B90814-4EBE-5562-8795-CE1E7277191D}" dt="2026-06-02T17:30:11.813" v="84"/>
          <ac:inkMkLst>
            <pc:docMk/>
            <pc:sldMk cId="0" sldId="263"/>
            <ac:inkMk id="20" creationId="{A4E47A06-F64D-4FFC-41E0-0C09F222E189}"/>
          </ac:inkMkLst>
        </pc:inkChg>
        <pc:inkChg chg="add del">
          <ac:chgData name="Kun Suo" userId="41c30799-3a2b-4880-86a3-8488be07954a" providerId="ADAL" clId="{01B90814-4EBE-5562-8795-CE1E7277191D}" dt="2026-06-02T17:30:11.815" v="95"/>
          <ac:inkMkLst>
            <pc:docMk/>
            <pc:sldMk cId="0" sldId="263"/>
            <ac:inkMk id="23" creationId="{F5124AEA-4ECB-7EE7-FEEC-F69B6C95F3E3}"/>
          </ac:inkMkLst>
        </pc:inkChg>
        <pc:inkChg chg="add del mod">
          <ac:chgData name="Kun Suo" userId="41c30799-3a2b-4880-86a3-8488be07954a" providerId="ADAL" clId="{01B90814-4EBE-5562-8795-CE1E7277191D}" dt="2026-06-02T17:30:11.811" v="76"/>
          <ac:inkMkLst>
            <pc:docMk/>
            <pc:sldMk cId="0" sldId="263"/>
            <ac:inkMk id="24" creationId="{C2941C3C-E814-AB6F-26C2-3D08DE59001B}"/>
          </ac:inkMkLst>
        </pc:inkChg>
        <pc:inkChg chg="add del mod">
          <ac:chgData name="Kun Suo" userId="41c30799-3a2b-4880-86a3-8488be07954a" providerId="ADAL" clId="{01B90814-4EBE-5562-8795-CE1E7277191D}" dt="2026-06-02T17:30:11.814" v="86"/>
          <ac:inkMkLst>
            <pc:docMk/>
            <pc:sldMk cId="0" sldId="263"/>
            <ac:inkMk id="25" creationId="{BB4594CD-D073-8A42-3C65-A899B48413F2}"/>
          </ac:inkMkLst>
        </pc:inkChg>
        <pc:inkChg chg="add del mod">
          <ac:chgData name="Kun Suo" userId="41c30799-3a2b-4880-86a3-8488be07954a" providerId="ADAL" clId="{01B90814-4EBE-5562-8795-CE1E7277191D}" dt="2026-06-02T17:30:11.814" v="88"/>
          <ac:inkMkLst>
            <pc:docMk/>
            <pc:sldMk cId="0" sldId="263"/>
            <ac:inkMk id="28" creationId="{D5ADFBF6-15A3-2BFC-8538-243D5E3B83D8}"/>
          </ac:inkMkLst>
        </pc:inkChg>
        <pc:inkChg chg="add del mod">
          <ac:chgData name="Kun Suo" userId="41c30799-3a2b-4880-86a3-8488be07954a" providerId="ADAL" clId="{01B90814-4EBE-5562-8795-CE1E7277191D}" dt="2026-06-02T17:30:11.814" v="89"/>
          <ac:inkMkLst>
            <pc:docMk/>
            <pc:sldMk cId="0" sldId="263"/>
            <ac:inkMk id="31" creationId="{27610A14-26C0-6D34-8052-DB2C301B7DE1}"/>
          </ac:inkMkLst>
        </pc:inkChg>
        <pc:inkChg chg="add del mod">
          <ac:chgData name="Kun Suo" userId="41c30799-3a2b-4880-86a3-8488be07954a" providerId="ADAL" clId="{01B90814-4EBE-5562-8795-CE1E7277191D}" dt="2026-06-02T17:30:11.812" v="77"/>
          <ac:inkMkLst>
            <pc:docMk/>
            <pc:sldMk cId="0" sldId="263"/>
            <ac:inkMk id="32" creationId="{886F5CCA-E2F7-D286-257E-324CB5591E04}"/>
          </ac:inkMkLst>
        </pc:inkChg>
        <pc:inkChg chg="add del mod">
          <ac:chgData name="Kun Suo" userId="41c30799-3a2b-4880-86a3-8488be07954a" providerId="ADAL" clId="{01B90814-4EBE-5562-8795-CE1E7277191D}" dt="2026-06-02T17:30:11.812" v="78"/>
          <ac:inkMkLst>
            <pc:docMk/>
            <pc:sldMk cId="0" sldId="263"/>
            <ac:inkMk id="35" creationId="{AFAB8F02-108D-F00B-C336-413CA5AD8EAD}"/>
          </ac:inkMkLst>
        </pc:inkChg>
        <pc:inkChg chg="add del mod">
          <ac:chgData name="Kun Suo" userId="41c30799-3a2b-4880-86a3-8488be07954a" providerId="ADAL" clId="{01B90814-4EBE-5562-8795-CE1E7277191D}" dt="2026-06-02T17:30:11.814" v="90"/>
          <ac:inkMkLst>
            <pc:docMk/>
            <pc:sldMk cId="0" sldId="263"/>
            <ac:inkMk id="36" creationId="{C9EA3B35-B2CA-3B96-5373-3088168C5614}"/>
          </ac:inkMkLst>
        </pc:inkChg>
        <pc:inkChg chg="add del mod">
          <ac:chgData name="Kun Suo" userId="41c30799-3a2b-4880-86a3-8488be07954a" providerId="ADAL" clId="{01B90814-4EBE-5562-8795-CE1E7277191D}" dt="2026-06-02T17:30:11.812" v="80"/>
          <ac:inkMkLst>
            <pc:docMk/>
            <pc:sldMk cId="0" sldId="263"/>
            <ac:inkMk id="39" creationId="{E968647F-2DBE-99C1-023F-1FD711B38FBF}"/>
          </ac:inkMkLst>
        </pc:inkChg>
        <pc:inkChg chg="add del mod">
          <ac:chgData name="Kun Suo" userId="41c30799-3a2b-4880-86a3-8488be07954a" providerId="ADAL" clId="{01B90814-4EBE-5562-8795-CE1E7277191D}" dt="2026-06-02T17:30:11.815" v="91"/>
          <ac:inkMkLst>
            <pc:docMk/>
            <pc:sldMk cId="0" sldId="263"/>
            <ac:inkMk id="42" creationId="{E78A8AAC-6913-BF9F-446F-64C64F987786}"/>
          </ac:inkMkLst>
        </pc:inkChg>
        <pc:inkChg chg="add del mod">
          <ac:chgData name="Kun Suo" userId="41c30799-3a2b-4880-86a3-8488be07954a" providerId="ADAL" clId="{01B90814-4EBE-5562-8795-CE1E7277191D}" dt="2026-06-02T17:30:11.815" v="93"/>
          <ac:inkMkLst>
            <pc:docMk/>
            <pc:sldMk cId="0" sldId="263"/>
            <ac:inkMk id="43" creationId="{281F0F04-55CC-7FC3-A930-199996874AE3}"/>
          </ac:inkMkLst>
        </pc:inkChg>
        <pc:inkChg chg="add del">
          <ac:chgData name="Kun Suo" userId="41c30799-3a2b-4880-86a3-8488be07954a" providerId="ADAL" clId="{01B90814-4EBE-5562-8795-CE1E7277191D}" dt="2026-06-02T17:30:11.813" v="82"/>
          <ac:inkMkLst>
            <pc:docMk/>
            <pc:sldMk cId="0" sldId="263"/>
            <ac:inkMk id="46" creationId="{CC689A4E-5BD6-2FCD-EE08-2798A31EC499}"/>
          </ac:inkMkLst>
        </pc:inkChg>
        <pc:inkChg chg="add del mod">
          <ac:chgData name="Kun Suo" userId="41c30799-3a2b-4880-86a3-8488be07954a" providerId="ADAL" clId="{01B90814-4EBE-5562-8795-CE1E7277191D}" dt="2026-06-02T17:30:11.812" v="81"/>
          <ac:inkMkLst>
            <pc:docMk/>
            <pc:sldMk cId="0" sldId="263"/>
            <ac:inkMk id="47" creationId="{1D2BF1CD-44A4-DDFF-5588-A963E087581B}"/>
          </ac:inkMkLst>
        </pc:inkChg>
        <pc:inkChg chg="add del mod">
          <ac:chgData name="Kun Suo" userId="41c30799-3a2b-4880-86a3-8488be07954a" providerId="ADAL" clId="{01B90814-4EBE-5562-8795-CE1E7277191D}" dt="2026-06-02T17:30:11.812" v="79"/>
          <ac:inkMkLst>
            <pc:docMk/>
            <pc:sldMk cId="0" sldId="263"/>
            <ac:inkMk id="48" creationId="{635859C1-83EA-9AB4-4D2C-5C3270AF4F25}"/>
          </ac:inkMkLst>
        </pc:inkChg>
        <pc:inkChg chg="add del mod">
          <ac:chgData name="Kun Suo" userId="41c30799-3a2b-4880-86a3-8488be07954a" providerId="ADAL" clId="{01B90814-4EBE-5562-8795-CE1E7277191D}" dt="2026-06-02T17:30:11.814" v="87"/>
          <ac:inkMkLst>
            <pc:docMk/>
            <pc:sldMk cId="0" sldId="263"/>
            <ac:inkMk id="51" creationId="{1DECD6C1-357D-8D57-02DA-53F31379F8E2}"/>
          </ac:inkMkLst>
        </pc:inkChg>
      </pc:sldChg>
      <pc:sldChg chg="addSp delSp modSp mod">
        <pc:chgData name="Kun Suo" userId="41c30799-3a2b-4880-86a3-8488be07954a" providerId="ADAL" clId="{01B90814-4EBE-5562-8795-CE1E7277191D}" dt="2026-06-02T17:34:36.048" v="145" actId="20577"/>
        <pc:sldMkLst>
          <pc:docMk/>
          <pc:sldMk cId="0" sldId="264"/>
        </pc:sldMkLst>
        <pc:spChg chg="mod">
          <ac:chgData name="Kun Suo" userId="41c30799-3a2b-4880-86a3-8488be07954a" providerId="ADAL" clId="{01B90814-4EBE-5562-8795-CE1E7277191D}" dt="2026-06-02T17:34:36.048" v="145" actId="20577"/>
          <ac:spMkLst>
            <pc:docMk/>
            <pc:sldMk cId="0" sldId="264"/>
            <ac:spMk id="5" creationId="{00000000-0000-0000-0000-000000000000}"/>
          </ac:spMkLst>
        </pc:spChg>
        <pc:grpChg chg="del mod">
          <ac:chgData name="Kun Suo" userId="41c30799-3a2b-4880-86a3-8488be07954a" providerId="ADAL" clId="{01B90814-4EBE-5562-8795-CE1E7277191D}" dt="2026-06-02T17:32:02.091" v="103"/>
          <ac:grpSpMkLst>
            <pc:docMk/>
            <pc:sldMk cId="0" sldId="264"/>
            <ac:grpSpMk id="14" creationId="{08B0F28E-C77A-B36D-3D6C-5B7BD9E2E131}"/>
          </ac:grpSpMkLst>
        </pc:grpChg>
        <pc:grpChg chg="del mod">
          <ac:chgData name="Kun Suo" userId="41c30799-3a2b-4880-86a3-8488be07954a" providerId="ADAL" clId="{01B90814-4EBE-5562-8795-CE1E7277191D}" dt="2026-06-02T17:32:03.876" v="105"/>
          <ac:grpSpMkLst>
            <pc:docMk/>
            <pc:sldMk cId="0" sldId="264"/>
            <ac:grpSpMk id="15" creationId="{C7C5F06C-A28B-27CB-D45A-94F3C018CED6}"/>
          </ac:grpSpMkLst>
        </pc:grpChg>
        <pc:grpChg chg="del mod">
          <ac:chgData name="Kun Suo" userId="41c30799-3a2b-4880-86a3-8488be07954a" providerId="ADAL" clId="{01B90814-4EBE-5562-8795-CE1E7277191D}" dt="2026-06-02T17:32:03.876" v="105"/>
          <ac:grpSpMkLst>
            <pc:docMk/>
            <pc:sldMk cId="0" sldId="264"/>
            <ac:grpSpMk id="17" creationId="{B83605E7-4961-A38B-C062-CB5BF1A12034}"/>
          </ac:grpSpMkLst>
        </pc:grpChg>
        <pc:grpChg chg="del mod">
          <ac:chgData name="Kun Suo" userId="41c30799-3a2b-4880-86a3-8488be07954a" providerId="ADAL" clId="{01B90814-4EBE-5562-8795-CE1E7277191D}" dt="2026-06-02T17:32:07.517" v="107"/>
          <ac:grpSpMkLst>
            <pc:docMk/>
            <pc:sldMk cId="0" sldId="264"/>
            <ac:grpSpMk id="18" creationId="{C1F257B6-ECCE-024E-A495-E26B7714472E}"/>
          </ac:grpSpMkLst>
        </pc:grpChg>
        <pc:grpChg chg="del mod">
          <ac:chgData name="Kun Suo" userId="41c30799-3a2b-4880-86a3-8488be07954a" providerId="ADAL" clId="{01B90814-4EBE-5562-8795-CE1E7277191D}" dt="2026-06-02T17:32:07.517" v="107"/>
          <ac:grpSpMkLst>
            <pc:docMk/>
            <pc:sldMk cId="0" sldId="264"/>
            <ac:grpSpMk id="20" creationId="{ACB9DDD1-0257-7908-5C66-ABA5E070F02F}"/>
          </ac:grpSpMkLst>
        </pc:grpChg>
        <pc:grpChg chg="del mod">
          <ac:chgData name="Kun Suo" userId="41c30799-3a2b-4880-86a3-8488be07954a" providerId="ADAL" clId="{01B90814-4EBE-5562-8795-CE1E7277191D}" dt="2026-06-02T17:32:09.245" v="109"/>
          <ac:grpSpMkLst>
            <pc:docMk/>
            <pc:sldMk cId="0" sldId="264"/>
            <ac:grpSpMk id="21" creationId="{1353C9CB-F49F-43E7-52EF-49CD993F8567}"/>
          </ac:grpSpMkLst>
        </pc:grpChg>
        <pc:grpChg chg="del mod">
          <ac:chgData name="Kun Suo" userId="41c30799-3a2b-4880-86a3-8488be07954a" providerId="ADAL" clId="{01B90814-4EBE-5562-8795-CE1E7277191D}" dt="2026-06-02T17:32:09.245" v="109"/>
          <ac:grpSpMkLst>
            <pc:docMk/>
            <pc:sldMk cId="0" sldId="264"/>
            <ac:grpSpMk id="23" creationId="{789B4476-DA97-D5C9-78CD-11109262BA26}"/>
          </ac:grpSpMkLst>
        </pc:grpChg>
        <pc:grpChg chg="del mod">
          <ac:chgData name="Kun Suo" userId="41c30799-3a2b-4880-86a3-8488be07954a" providerId="ADAL" clId="{01B90814-4EBE-5562-8795-CE1E7277191D}" dt="2026-06-02T17:32:11.874" v="111"/>
          <ac:grpSpMkLst>
            <pc:docMk/>
            <pc:sldMk cId="0" sldId="264"/>
            <ac:grpSpMk id="24" creationId="{644C1CD2-97CD-BC52-4E15-02E0AFB8701B}"/>
          </ac:grpSpMkLst>
        </pc:grpChg>
        <pc:grpChg chg="del mod">
          <ac:chgData name="Kun Suo" userId="41c30799-3a2b-4880-86a3-8488be07954a" providerId="ADAL" clId="{01B90814-4EBE-5562-8795-CE1E7277191D}" dt="2026-06-02T17:32:11.874" v="111"/>
          <ac:grpSpMkLst>
            <pc:docMk/>
            <pc:sldMk cId="0" sldId="264"/>
            <ac:grpSpMk id="26" creationId="{B8ECAD3D-BF58-C330-0E45-18197D888CB6}"/>
          </ac:grpSpMkLst>
        </pc:grpChg>
        <pc:grpChg chg="del mod">
          <ac:chgData name="Kun Suo" userId="41c30799-3a2b-4880-86a3-8488be07954a" providerId="ADAL" clId="{01B90814-4EBE-5562-8795-CE1E7277191D}" dt="2026-06-02T17:32:31.807" v="123"/>
          <ac:grpSpMkLst>
            <pc:docMk/>
            <pc:sldMk cId="0" sldId="264"/>
            <ac:grpSpMk id="27" creationId="{9C3013AD-6ABA-E392-3215-DDD5961CAC94}"/>
          </ac:grpSpMkLst>
        </pc:grpChg>
        <pc:grpChg chg="del mod">
          <ac:chgData name="Kun Suo" userId="41c30799-3a2b-4880-86a3-8488be07954a" providerId="ADAL" clId="{01B90814-4EBE-5562-8795-CE1E7277191D}" dt="2026-06-02T17:32:22.877" v="115"/>
          <ac:grpSpMkLst>
            <pc:docMk/>
            <pc:sldMk cId="0" sldId="264"/>
            <ac:grpSpMk id="31" creationId="{E8C6FA0C-8CD8-83EF-62FB-E7198E0C5EBE}"/>
          </ac:grpSpMkLst>
        </pc:grpChg>
        <pc:grpChg chg="del mod">
          <ac:chgData name="Kun Suo" userId="41c30799-3a2b-4880-86a3-8488be07954a" providerId="ADAL" clId="{01B90814-4EBE-5562-8795-CE1E7277191D}" dt="2026-06-02T17:32:24.215" v="117"/>
          <ac:grpSpMkLst>
            <pc:docMk/>
            <pc:sldMk cId="0" sldId="264"/>
            <ac:grpSpMk id="32" creationId="{E27B5E6B-D2E9-7B52-2F80-DE2D5BABD572}"/>
          </ac:grpSpMkLst>
        </pc:grpChg>
        <pc:grpChg chg="del mod">
          <ac:chgData name="Kun Suo" userId="41c30799-3a2b-4880-86a3-8488be07954a" providerId="ADAL" clId="{01B90814-4EBE-5562-8795-CE1E7277191D}" dt="2026-06-02T17:32:24.215" v="117"/>
          <ac:grpSpMkLst>
            <pc:docMk/>
            <pc:sldMk cId="0" sldId="264"/>
            <ac:grpSpMk id="34" creationId="{2ED1CEEA-6982-BD2E-7556-A441D90BFC5C}"/>
          </ac:grpSpMkLst>
        </pc:grpChg>
        <pc:grpChg chg="del mod">
          <ac:chgData name="Kun Suo" userId="41c30799-3a2b-4880-86a3-8488be07954a" providerId="ADAL" clId="{01B90814-4EBE-5562-8795-CE1E7277191D}" dt="2026-06-02T17:32:27.274" v="119"/>
          <ac:grpSpMkLst>
            <pc:docMk/>
            <pc:sldMk cId="0" sldId="264"/>
            <ac:grpSpMk id="35" creationId="{7624845B-29BF-8352-6704-D8B59EDA834D}"/>
          </ac:grpSpMkLst>
        </pc:grpChg>
        <pc:grpChg chg="del mod">
          <ac:chgData name="Kun Suo" userId="41c30799-3a2b-4880-86a3-8488be07954a" providerId="ADAL" clId="{01B90814-4EBE-5562-8795-CE1E7277191D}" dt="2026-06-02T17:32:27.274" v="119"/>
          <ac:grpSpMkLst>
            <pc:docMk/>
            <pc:sldMk cId="0" sldId="264"/>
            <ac:grpSpMk id="37" creationId="{15B79B5D-7EA8-E218-3B92-B3B6BAB122C4}"/>
          </ac:grpSpMkLst>
        </pc:grpChg>
        <pc:grpChg chg="del mod">
          <ac:chgData name="Kun Suo" userId="41c30799-3a2b-4880-86a3-8488be07954a" providerId="ADAL" clId="{01B90814-4EBE-5562-8795-CE1E7277191D}" dt="2026-06-02T17:32:29.426" v="121"/>
          <ac:grpSpMkLst>
            <pc:docMk/>
            <pc:sldMk cId="0" sldId="264"/>
            <ac:grpSpMk id="38" creationId="{D33D82EA-34B2-4DF1-F752-9355B5FFC245}"/>
          </ac:grpSpMkLst>
        </pc:grpChg>
        <pc:grpChg chg="del mod">
          <ac:chgData name="Kun Suo" userId="41c30799-3a2b-4880-86a3-8488be07954a" providerId="ADAL" clId="{01B90814-4EBE-5562-8795-CE1E7277191D}" dt="2026-06-02T17:32:29.426" v="121"/>
          <ac:grpSpMkLst>
            <pc:docMk/>
            <pc:sldMk cId="0" sldId="264"/>
            <ac:grpSpMk id="40" creationId="{0B37ED16-28A2-EAEC-ECA4-D67F09D3B6AE}"/>
          </ac:grpSpMkLst>
        </pc:grpChg>
        <pc:grpChg chg="del mod">
          <ac:chgData name="Kun Suo" userId="41c30799-3a2b-4880-86a3-8488be07954a" providerId="ADAL" clId="{01B90814-4EBE-5562-8795-CE1E7277191D}" dt="2026-06-02T17:32:33.568" v="125"/>
          <ac:grpSpMkLst>
            <pc:docMk/>
            <pc:sldMk cId="0" sldId="264"/>
            <ac:grpSpMk id="41" creationId="{1F1B6862-23B5-0F2C-C75B-0163C20F25AD}"/>
          </ac:grpSpMkLst>
        </pc:grpChg>
        <pc:grpChg chg="del mod">
          <ac:chgData name="Kun Suo" userId="41c30799-3a2b-4880-86a3-8488be07954a" providerId="ADAL" clId="{01B90814-4EBE-5562-8795-CE1E7277191D}" dt="2026-06-02T17:32:31.807" v="123"/>
          <ac:grpSpMkLst>
            <pc:docMk/>
            <pc:sldMk cId="0" sldId="264"/>
            <ac:grpSpMk id="43" creationId="{585831F6-0C81-A47F-23D5-B9CC7C9FF434}"/>
          </ac:grpSpMkLst>
        </pc:grpChg>
        <pc:grpChg chg="del mod">
          <ac:chgData name="Kun Suo" userId="41c30799-3a2b-4880-86a3-8488be07954a" providerId="ADAL" clId="{01B90814-4EBE-5562-8795-CE1E7277191D}" dt="2026-06-02T17:32:33.568" v="125"/>
          <ac:grpSpMkLst>
            <pc:docMk/>
            <pc:sldMk cId="0" sldId="264"/>
            <ac:grpSpMk id="44" creationId="{8F5FA0E8-4790-46C9-81FF-15FCBC4702C6}"/>
          </ac:grpSpMkLst>
        </pc:grpChg>
        <pc:grpChg chg="del mod">
          <ac:chgData name="Kun Suo" userId="41c30799-3a2b-4880-86a3-8488be07954a" providerId="ADAL" clId="{01B90814-4EBE-5562-8795-CE1E7277191D}" dt="2026-06-02T17:32:33.568" v="125"/>
          <ac:grpSpMkLst>
            <pc:docMk/>
            <pc:sldMk cId="0" sldId="264"/>
            <ac:grpSpMk id="46" creationId="{72F2D4EB-5E3F-A8C9-99A1-0C75D535ADF1}"/>
          </ac:grpSpMkLst>
        </pc:grpChg>
        <pc:grpChg chg="del mod">
          <ac:chgData name="Kun Suo" userId="41c30799-3a2b-4880-86a3-8488be07954a" providerId="ADAL" clId="{01B90814-4EBE-5562-8795-CE1E7277191D}" dt="2026-06-02T17:32:59.007" v="143"/>
          <ac:grpSpMkLst>
            <pc:docMk/>
            <pc:sldMk cId="0" sldId="264"/>
            <ac:grpSpMk id="47" creationId="{8909CC43-EF41-4DA0-603E-FAC8D747AD11}"/>
          </ac:grpSpMkLst>
        </pc:grpChg>
        <pc:inkChg chg="add del">
          <ac:chgData name="Kun Suo" userId="41c30799-3a2b-4880-86a3-8488be07954a" providerId="ADAL" clId="{01B90814-4EBE-5562-8795-CE1E7277191D}" dt="2026-06-02T17:32:59.005" v="134"/>
          <ac:inkMkLst>
            <pc:docMk/>
            <pc:sldMk cId="0" sldId="264"/>
            <ac:inkMk id="7" creationId="{233FDB28-C13D-D555-C05A-D879B81C755E}"/>
          </ac:inkMkLst>
        </pc:inkChg>
        <pc:inkChg chg="add del mod">
          <ac:chgData name="Kun Suo" userId="41c30799-3a2b-4880-86a3-8488be07954a" providerId="ADAL" clId="{01B90814-4EBE-5562-8795-CE1E7277191D}" dt="2026-06-02T17:32:59.005" v="132"/>
          <ac:inkMkLst>
            <pc:docMk/>
            <pc:sldMk cId="0" sldId="264"/>
            <ac:inkMk id="8" creationId="{789BCA6C-291A-DB4E-947F-D35418A6683F}"/>
          </ac:inkMkLst>
        </pc:inkChg>
        <pc:inkChg chg="add del mod">
          <ac:chgData name="Kun Suo" userId="41c30799-3a2b-4880-86a3-8488be07954a" providerId="ADAL" clId="{01B90814-4EBE-5562-8795-CE1E7277191D}" dt="2026-06-02T17:32:59.004" v="129"/>
          <ac:inkMkLst>
            <pc:docMk/>
            <pc:sldMk cId="0" sldId="264"/>
            <ac:inkMk id="9" creationId="{1CD1771A-3B61-3265-638E-23E60ADDFEEB}"/>
          </ac:inkMkLst>
        </pc:inkChg>
        <pc:inkChg chg="add del mod">
          <ac:chgData name="Kun Suo" userId="41c30799-3a2b-4880-86a3-8488be07954a" providerId="ADAL" clId="{01B90814-4EBE-5562-8795-CE1E7277191D}" dt="2026-06-02T17:32:59.007" v="143"/>
          <ac:inkMkLst>
            <pc:docMk/>
            <pc:sldMk cId="0" sldId="264"/>
            <ac:inkMk id="10" creationId="{8ADD574A-A737-2BDB-70F0-1A34B9CE77D9}"/>
          </ac:inkMkLst>
        </pc:inkChg>
        <pc:inkChg chg="add del mod">
          <ac:chgData name="Kun Suo" userId="41c30799-3a2b-4880-86a3-8488be07954a" providerId="ADAL" clId="{01B90814-4EBE-5562-8795-CE1E7277191D}" dt="2026-06-02T17:32:59.006" v="137"/>
          <ac:inkMkLst>
            <pc:docMk/>
            <pc:sldMk cId="0" sldId="264"/>
            <ac:inkMk id="11" creationId="{852B5289-ED98-4265-3C64-CC8D26A7F958}"/>
          </ac:inkMkLst>
        </pc:inkChg>
        <pc:inkChg chg="add del mod">
          <ac:chgData name="Kun Suo" userId="41c30799-3a2b-4880-86a3-8488be07954a" providerId="ADAL" clId="{01B90814-4EBE-5562-8795-CE1E7277191D}" dt="2026-06-02T17:32:59.003" v="126"/>
          <ac:inkMkLst>
            <pc:docMk/>
            <pc:sldMk cId="0" sldId="264"/>
            <ac:inkMk id="12" creationId="{896A7BB9-96FC-244D-45EA-6F9EFF309653}"/>
          </ac:inkMkLst>
        </pc:inkChg>
        <pc:inkChg chg="add del mod">
          <ac:chgData name="Kun Suo" userId="41c30799-3a2b-4880-86a3-8488be07954a" providerId="ADAL" clId="{01B90814-4EBE-5562-8795-CE1E7277191D}" dt="2026-06-02T17:32:59.007" v="142"/>
          <ac:inkMkLst>
            <pc:docMk/>
            <pc:sldMk cId="0" sldId="264"/>
            <ac:inkMk id="13" creationId="{B1B2950B-61AC-BA92-4C84-033BA2D28225}"/>
          </ac:inkMkLst>
        </pc:inkChg>
        <pc:inkChg chg="add mod">
          <ac:chgData name="Kun Suo" userId="41c30799-3a2b-4880-86a3-8488be07954a" providerId="ADAL" clId="{01B90814-4EBE-5562-8795-CE1E7277191D}" dt="2026-06-02T17:32:03.876" v="105"/>
          <ac:inkMkLst>
            <pc:docMk/>
            <pc:sldMk cId="0" sldId="264"/>
            <ac:inkMk id="16" creationId="{320E6EDB-5FCC-A648-62FF-78F46A0BC991}"/>
          </ac:inkMkLst>
        </pc:inkChg>
        <pc:inkChg chg="add del mod">
          <ac:chgData name="Kun Suo" userId="41c30799-3a2b-4880-86a3-8488be07954a" providerId="ADAL" clId="{01B90814-4EBE-5562-8795-CE1E7277191D}" dt="2026-06-02T17:32:59.005" v="135"/>
          <ac:inkMkLst>
            <pc:docMk/>
            <pc:sldMk cId="0" sldId="264"/>
            <ac:inkMk id="19" creationId="{8FFEC5F9-669A-596D-0D27-DBA4EB4AC417}"/>
          </ac:inkMkLst>
        </pc:inkChg>
        <pc:inkChg chg="add del mod">
          <ac:chgData name="Kun Suo" userId="41c30799-3a2b-4880-86a3-8488be07954a" providerId="ADAL" clId="{01B90814-4EBE-5562-8795-CE1E7277191D}" dt="2026-06-02T17:32:59.004" v="130"/>
          <ac:inkMkLst>
            <pc:docMk/>
            <pc:sldMk cId="0" sldId="264"/>
            <ac:inkMk id="22" creationId="{279ADBAF-F412-5F13-549C-3B3E49E8A762}"/>
          </ac:inkMkLst>
        </pc:inkChg>
        <pc:inkChg chg="add del mod">
          <ac:chgData name="Kun Suo" userId="41c30799-3a2b-4880-86a3-8488be07954a" providerId="ADAL" clId="{01B90814-4EBE-5562-8795-CE1E7277191D}" dt="2026-06-02T17:32:59.006" v="138"/>
          <ac:inkMkLst>
            <pc:docMk/>
            <pc:sldMk cId="0" sldId="264"/>
            <ac:inkMk id="25" creationId="{E4526044-AB74-6A6F-D850-84F05DF53F76}"/>
          </ac:inkMkLst>
        </pc:inkChg>
        <pc:inkChg chg="add del">
          <ac:chgData name="Kun Suo" userId="41c30799-3a2b-4880-86a3-8488be07954a" providerId="ADAL" clId="{01B90814-4EBE-5562-8795-CE1E7277191D}" dt="2026-06-02T17:32:59.005" v="131"/>
          <ac:inkMkLst>
            <pc:docMk/>
            <pc:sldMk cId="0" sldId="264"/>
            <ac:inkMk id="28" creationId="{F6B78C3C-3F03-3EBA-D687-8E8FC7F03EEB}"/>
          </ac:inkMkLst>
        </pc:inkChg>
        <pc:inkChg chg="add del mod">
          <ac:chgData name="Kun Suo" userId="41c30799-3a2b-4880-86a3-8488be07954a" providerId="ADAL" clId="{01B90814-4EBE-5562-8795-CE1E7277191D}" dt="2026-06-02T17:32:59.006" v="140"/>
          <ac:inkMkLst>
            <pc:docMk/>
            <pc:sldMk cId="0" sldId="264"/>
            <ac:inkMk id="29" creationId="{4888A3E9-61D7-0FDF-084B-7E71FDD1F7DA}"/>
          </ac:inkMkLst>
        </pc:inkChg>
        <pc:inkChg chg="add del mod">
          <ac:chgData name="Kun Suo" userId="41c30799-3a2b-4880-86a3-8488be07954a" providerId="ADAL" clId="{01B90814-4EBE-5562-8795-CE1E7277191D}" dt="2026-06-02T17:32:59.007" v="144"/>
          <ac:inkMkLst>
            <pc:docMk/>
            <pc:sldMk cId="0" sldId="264"/>
            <ac:inkMk id="30" creationId="{E8DB8F1B-08CA-8BA0-6BED-579B19B93E5D}"/>
          </ac:inkMkLst>
        </pc:inkChg>
        <pc:inkChg chg="add del mod">
          <ac:chgData name="Kun Suo" userId="41c30799-3a2b-4880-86a3-8488be07954a" providerId="ADAL" clId="{01B90814-4EBE-5562-8795-CE1E7277191D}" dt="2026-06-02T17:32:59.006" v="139"/>
          <ac:inkMkLst>
            <pc:docMk/>
            <pc:sldMk cId="0" sldId="264"/>
            <ac:inkMk id="33" creationId="{5CC25EC9-C92D-AB55-17A0-2357C92CF8EC}"/>
          </ac:inkMkLst>
        </pc:inkChg>
        <pc:inkChg chg="add mod">
          <ac:chgData name="Kun Suo" userId="41c30799-3a2b-4880-86a3-8488be07954a" providerId="ADAL" clId="{01B90814-4EBE-5562-8795-CE1E7277191D}" dt="2026-06-02T17:32:29.426" v="121"/>
          <ac:inkMkLst>
            <pc:docMk/>
            <pc:sldMk cId="0" sldId="264"/>
            <ac:inkMk id="36" creationId="{4BCEDA39-47D7-9F4A-2F28-612877AF542A}"/>
          </ac:inkMkLst>
        </pc:inkChg>
        <pc:inkChg chg="add mod">
          <ac:chgData name="Kun Suo" userId="41c30799-3a2b-4880-86a3-8488be07954a" providerId="ADAL" clId="{01B90814-4EBE-5562-8795-CE1E7277191D}" dt="2026-06-02T17:32:29.426" v="121"/>
          <ac:inkMkLst>
            <pc:docMk/>
            <pc:sldMk cId="0" sldId="264"/>
            <ac:inkMk id="39" creationId="{E2E091D8-5D0F-7E92-3079-9ED13E2A6702}"/>
          </ac:inkMkLst>
        </pc:inkChg>
        <pc:inkChg chg="add del mod">
          <ac:chgData name="Kun Suo" userId="41c30799-3a2b-4880-86a3-8488be07954a" providerId="ADAL" clId="{01B90814-4EBE-5562-8795-CE1E7277191D}" dt="2026-06-02T17:32:59.007" v="141"/>
          <ac:inkMkLst>
            <pc:docMk/>
            <pc:sldMk cId="0" sldId="264"/>
            <ac:inkMk id="42" creationId="{1775B855-B67C-C4FD-678E-7616A89A72EC}"/>
          </ac:inkMkLst>
        </pc:inkChg>
        <pc:inkChg chg="add del mod">
          <ac:chgData name="Kun Suo" userId="41c30799-3a2b-4880-86a3-8488be07954a" providerId="ADAL" clId="{01B90814-4EBE-5562-8795-CE1E7277191D}" dt="2026-06-02T17:32:59.006" v="136"/>
          <ac:inkMkLst>
            <pc:docMk/>
            <pc:sldMk cId="0" sldId="264"/>
            <ac:inkMk id="45" creationId="{D5289C09-8120-912B-7F80-66DD9225127D}"/>
          </ac:inkMkLst>
        </pc:inkChg>
      </pc:sldChg>
      <pc:sldChg chg="addSp delSp modSp mod">
        <pc:chgData name="Kun Suo" userId="41c30799-3a2b-4880-86a3-8488be07954a" providerId="ADAL" clId="{01B90814-4EBE-5562-8795-CE1E7277191D}" dt="2026-06-02T17:37:02.066" v="203"/>
        <pc:sldMkLst>
          <pc:docMk/>
          <pc:sldMk cId="0" sldId="265"/>
        </pc:sldMkLst>
        <pc:grpChg chg="del mod">
          <ac:chgData name="Kun Suo" userId="41c30799-3a2b-4880-86a3-8488be07954a" providerId="ADAL" clId="{01B90814-4EBE-5562-8795-CE1E7277191D}" dt="2026-06-02T17:35:19.174" v="148"/>
          <ac:grpSpMkLst>
            <pc:docMk/>
            <pc:sldMk cId="0" sldId="265"/>
            <ac:grpSpMk id="9" creationId="{D56307D0-6D73-213D-B00A-CCFFF0E40BBA}"/>
          </ac:grpSpMkLst>
        </pc:grpChg>
        <pc:grpChg chg="del mod">
          <ac:chgData name="Kun Suo" userId="41c30799-3a2b-4880-86a3-8488be07954a" providerId="ADAL" clId="{01B90814-4EBE-5562-8795-CE1E7277191D}" dt="2026-06-02T17:35:20.232" v="150"/>
          <ac:grpSpMkLst>
            <pc:docMk/>
            <pc:sldMk cId="0" sldId="265"/>
            <ac:grpSpMk id="10" creationId="{C1D217BE-5CE1-AF77-7019-B68BB946A86E}"/>
          </ac:grpSpMkLst>
        </pc:grpChg>
        <pc:grpChg chg="del mod">
          <ac:chgData name="Kun Suo" userId="41c30799-3a2b-4880-86a3-8488be07954a" providerId="ADAL" clId="{01B90814-4EBE-5562-8795-CE1E7277191D}" dt="2026-06-02T17:35:20.232" v="150"/>
          <ac:grpSpMkLst>
            <pc:docMk/>
            <pc:sldMk cId="0" sldId="265"/>
            <ac:grpSpMk id="12" creationId="{194166A7-4409-5365-9D88-AC5BFB79EED4}"/>
          </ac:grpSpMkLst>
        </pc:grpChg>
        <pc:grpChg chg="del mod">
          <ac:chgData name="Kun Suo" userId="41c30799-3a2b-4880-86a3-8488be07954a" providerId="ADAL" clId="{01B90814-4EBE-5562-8795-CE1E7277191D}" dt="2026-06-02T17:35:24.409" v="154"/>
          <ac:grpSpMkLst>
            <pc:docMk/>
            <pc:sldMk cId="0" sldId="265"/>
            <ac:grpSpMk id="13" creationId="{F0FC2CB4-5363-BC5E-AD92-874F9A389F0B}"/>
          </ac:grpSpMkLst>
        </pc:grpChg>
        <pc:grpChg chg="del mod">
          <ac:chgData name="Kun Suo" userId="41c30799-3a2b-4880-86a3-8488be07954a" providerId="ADAL" clId="{01B90814-4EBE-5562-8795-CE1E7277191D}" dt="2026-06-02T17:35:24.409" v="154"/>
          <ac:grpSpMkLst>
            <pc:docMk/>
            <pc:sldMk cId="0" sldId="265"/>
            <ac:grpSpMk id="17" creationId="{DAB573B9-C3BF-42DB-6D67-3DFC032EE496}"/>
          </ac:grpSpMkLst>
        </pc:grpChg>
        <pc:grpChg chg="del mod">
          <ac:chgData name="Kun Suo" userId="41c30799-3a2b-4880-86a3-8488be07954a" providerId="ADAL" clId="{01B90814-4EBE-5562-8795-CE1E7277191D}" dt="2026-06-02T17:36:22.230" v="187"/>
          <ac:grpSpMkLst>
            <pc:docMk/>
            <pc:sldMk cId="0" sldId="265"/>
            <ac:grpSpMk id="18" creationId="{556FD2F3-B84E-B1E8-DE9A-9D5A9AF10A02}"/>
          </ac:grpSpMkLst>
        </pc:grpChg>
        <pc:grpChg chg="del mod">
          <ac:chgData name="Kun Suo" userId="41c30799-3a2b-4880-86a3-8488be07954a" providerId="ADAL" clId="{01B90814-4EBE-5562-8795-CE1E7277191D}" dt="2026-06-02T17:35:27.173" v="157"/>
          <ac:grpSpMkLst>
            <pc:docMk/>
            <pc:sldMk cId="0" sldId="265"/>
            <ac:grpSpMk id="21" creationId="{312DC14F-AEB7-F7D4-2110-F1216287F169}"/>
          </ac:grpSpMkLst>
        </pc:grpChg>
        <pc:grpChg chg="del mod">
          <ac:chgData name="Kun Suo" userId="41c30799-3a2b-4880-86a3-8488be07954a" providerId="ADAL" clId="{01B90814-4EBE-5562-8795-CE1E7277191D}" dt="2026-06-02T17:35:28.665" v="159"/>
          <ac:grpSpMkLst>
            <pc:docMk/>
            <pc:sldMk cId="0" sldId="265"/>
            <ac:grpSpMk id="22" creationId="{9D85518D-5C44-4775-75D9-A4D3FD70A004}"/>
          </ac:grpSpMkLst>
        </pc:grpChg>
        <pc:grpChg chg="del mod">
          <ac:chgData name="Kun Suo" userId="41c30799-3a2b-4880-86a3-8488be07954a" providerId="ADAL" clId="{01B90814-4EBE-5562-8795-CE1E7277191D}" dt="2026-06-02T17:35:28.665" v="159"/>
          <ac:grpSpMkLst>
            <pc:docMk/>
            <pc:sldMk cId="0" sldId="265"/>
            <ac:grpSpMk id="24" creationId="{5B730110-D695-9FAB-4E6B-0FC444AC8CBD}"/>
          </ac:grpSpMkLst>
        </pc:grpChg>
        <pc:grpChg chg="del mod">
          <ac:chgData name="Kun Suo" userId="41c30799-3a2b-4880-86a3-8488be07954a" providerId="ADAL" clId="{01B90814-4EBE-5562-8795-CE1E7277191D}" dt="2026-06-02T17:35:30.597" v="161"/>
          <ac:grpSpMkLst>
            <pc:docMk/>
            <pc:sldMk cId="0" sldId="265"/>
            <ac:grpSpMk id="25" creationId="{3B665125-EEBA-6D68-9C58-96F758B66CD8}"/>
          </ac:grpSpMkLst>
        </pc:grpChg>
        <pc:grpChg chg="del mod">
          <ac:chgData name="Kun Suo" userId="41c30799-3a2b-4880-86a3-8488be07954a" providerId="ADAL" clId="{01B90814-4EBE-5562-8795-CE1E7277191D}" dt="2026-06-02T17:35:30.597" v="161"/>
          <ac:grpSpMkLst>
            <pc:docMk/>
            <pc:sldMk cId="0" sldId="265"/>
            <ac:grpSpMk id="27" creationId="{5F0A02CC-0443-EDB4-CA68-CBAA27CA58DF}"/>
          </ac:grpSpMkLst>
        </pc:grpChg>
        <pc:grpChg chg="del mod">
          <ac:chgData name="Kun Suo" userId="41c30799-3a2b-4880-86a3-8488be07954a" providerId="ADAL" clId="{01B90814-4EBE-5562-8795-CE1E7277191D}" dt="2026-06-02T17:36:22.231" v="189"/>
          <ac:grpSpMkLst>
            <pc:docMk/>
            <pc:sldMk cId="0" sldId="265"/>
            <ac:grpSpMk id="28" creationId="{2A18343C-07D6-AE2F-CF7C-D9D772052190}"/>
          </ac:grpSpMkLst>
        </pc:grpChg>
        <pc:grpChg chg="del mod">
          <ac:chgData name="Kun Suo" userId="41c30799-3a2b-4880-86a3-8488be07954a" providerId="ADAL" clId="{01B90814-4EBE-5562-8795-CE1E7277191D}" dt="2026-06-02T17:35:37.305" v="165"/>
          <ac:grpSpMkLst>
            <pc:docMk/>
            <pc:sldMk cId="0" sldId="265"/>
            <ac:grpSpMk id="32" creationId="{28415532-7588-88AD-BBB0-B6CA7DB8ED84}"/>
          </ac:grpSpMkLst>
        </pc:grpChg>
        <pc:grpChg chg="del mod">
          <ac:chgData name="Kun Suo" userId="41c30799-3a2b-4880-86a3-8488be07954a" providerId="ADAL" clId="{01B90814-4EBE-5562-8795-CE1E7277191D}" dt="2026-06-02T17:35:48.203" v="173"/>
          <ac:grpSpMkLst>
            <pc:docMk/>
            <pc:sldMk cId="0" sldId="265"/>
            <ac:grpSpMk id="33" creationId="{C5CF384A-E632-E263-69AF-46A40055455D}"/>
          </ac:grpSpMkLst>
        </pc:grpChg>
        <pc:grpChg chg="del mod">
          <ac:chgData name="Kun Suo" userId="41c30799-3a2b-4880-86a3-8488be07954a" providerId="ADAL" clId="{01B90814-4EBE-5562-8795-CE1E7277191D}" dt="2026-06-02T17:35:48.203" v="173"/>
          <ac:grpSpMkLst>
            <pc:docMk/>
            <pc:sldMk cId="0" sldId="265"/>
            <ac:grpSpMk id="41" creationId="{BA7D329E-D651-7DA4-0268-B68F6295E887}"/>
          </ac:grpSpMkLst>
        </pc:grpChg>
        <pc:grpChg chg="del mod">
          <ac:chgData name="Kun Suo" userId="41c30799-3a2b-4880-86a3-8488be07954a" providerId="ADAL" clId="{01B90814-4EBE-5562-8795-CE1E7277191D}" dt="2026-06-02T17:36:22.230" v="185"/>
          <ac:grpSpMkLst>
            <pc:docMk/>
            <pc:sldMk cId="0" sldId="265"/>
            <ac:grpSpMk id="42" creationId="{C19E0FE1-49A6-E6AA-14C5-8C20C413D9AF}"/>
          </ac:grpSpMkLst>
        </pc:grpChg>
        <pc:grpChg chg="del mod">
          <ac:chgData name="Kun Suo" userId="41c30799-3a2b-4880-86a3-8488be07954a" providerId="ADAL" clId="{01B90814-4EBE-5562-8795-CE1E7277191D}" dt="2026-06-02T17:35:48.203" v="173"/>
          <ac:grpSpMkLst>
            <pc:docMk/>
            <pc:sldMk cId="0" sldId="265"/>
            <ac:grpSpMk id="43" creationId="{A82035DD-AA76-9596-364A-01F91F89BC57}"/>
          </ac:grpSpMkLst>
        </pc:grpChg>
        <pc:grpChg chg="del mod">
          <ac:chgData name="Kun Suo" userId="41c30799-3a2b-4880-86a3-8488be07954a" providerId="ADAL" clId="{01B90814-4EBE-5562-8795-CE1E7277191D}" dt="2026-06-02T17:36:22.231" v="190"/>
          <ac:grpSpMkLst>
            <pc:docMk/>
            <pc:sldMk cId="0" sldId="265"/>
            <ac:grpSpMk id="44" creationId="{716AF98A-06B9-D1DC-3D23-84E690173DE4}"/>
          </ac:grpSpMkLst>
        </pc:grpChg>
        <pc:grpChg chg="del mod">
          <ac:chgData name="Kun Suo" userId="41c30799-3a2b-4880-86a3-8488be07954a" providerId="ADAL" clId="{01B90814-4EBE-5562-8795-CE1E7277191D}" dt="2026-06-02T17:36:38.580" v="196"/>
          <ac:grpSpMkLst>
            <pc:docMk/>
            <pc:sldMk cId="0" sldId="265"/>
            <ac:grpSpMk id="47" creationId="{D14007FC-F3A6-4F0E-8963-4E322E3BD2AE}"/>
          </ac:grpSpMkLst>
        </pc:grpChg>
        <pc:grpChg chg="del mod">
          <ac:chgData name="Kun Suo" userId="41c30799-3a2b-4880-86a3-8488be07954a" providerId="ADAL" clId="{01B90814-4EBE-5562-8795-CE1E7277191D}" dt="2026-06-02T17:36:40.091" v="198"/>
          <ac:grpSpMkLst>
            <pc:docMk/>
            <pc:sldMk cId="0" sldId="265"/>
            <ac:grpSpMk id="48" creationId="{ECA5BAF4-0439-998E-3912-EE799BC2526C}"/>
          </ac:grpSpMkLst>
        </pc:grpChg>
        <pc:grpChg chg="del mod">
          <ac:chgData name="Kun Suo" userId="41c30799-3a2b-4880-86a3-8488be07954a" providerId="ADAL" clId="{01B90814-4EBE-5562-8795-CE1E7277191D}" dt="2026-06-02T17:36:40.091" v="198"/>
          <ac:grpSpMkLst>
            <pc:docMk/>
            <pc:sldMk cId="0" sldId="265"/>
            <ac:grpSpMk id="50" creationId="{74C43914-7562-AC04-9C95-9B0965BB9109}"/>
          </ac:grpSpMkLst>
        </pc:grpChg>
        <pc:grpChg chg="del mod">
          <ac:chgData name="Kun Suo" userId="41c30799-3a2b-4880-86a3-8488be07954a" providerId="ADAL" clId="{01B90814-4EBE-5562-8795-CE1E7277191D}" dt="2026-06-02T17:37:02.066" v="202"/>
          <ac:grpSpMkLst>
            <pc:docMk/>
            <pc:sldMk cId="0" sldId="265"/>
            <ac:grpSpMk id="51" creationId="{120C87D7-6AB8-72ED-0691-5CB0BB55F41B}"/>
          </ac:grpSpMkLst>
        </pc:grpChg>
        <pc:inkChg chg="add del mod">
          <ac:chgData name="Kun Suo" userId="41c30799-3a2b-4880-86a3-8488be07954a" providerId="ADAL" clId="{01B90814-4EBE-5562-8795-CE1E7277191D}" dt="2026-06-02T17:36:22.228" v="177"/>
          <ac:inkMkLst>
            <pc:docMk/>
            <pc:sldMk cId="0" sldId="265"/>
            <ac:inkMk id="7" creationId="{CB2441AE-9C9F-98F6-DA01-3EF6D6062401}"/>
          </ac:inkMkLst>
        </pc:inkChg>
        <pc:inkChg chg="add del mod">
          <ac:chgData name="Kun Suo" userId="41c30799-3a2b-4880-86a3-8488be07954a" providerId="ADAL" clId="{01B90814-4EBE-5562-8795-CE1E7277191D}" dt="2026-06-02T17:36:22.229" v="179"/>
          <ac:inkMkLst>
            <pc:docMk/>
            <pc:sldMk cId="0" sldId="265"/>
            <ac:inkMk id="8" creationId="{3349771B-48D6-48E2-80DC-2D9B37024413}"/>
          </ac:inkMkLst>
        </pc:inkChg>
        <pc:inkChg chg="add del mod">
          <ac:chgData name="Kun Suo" userId="41c30799-3a2b-4880-86a3-8488be07954a" providerId="ADAL" clId="{01B90814-4EBE-5562-8795-CE1E7277191D}" dt="2026-06-02T17:36:22.231" v="188"/>
          <ac:inkMkLst>
            <pc:docMk/>
            <pc:sldMk cId="0" sldId="265"/>
            <ac:inkMk id="11" creationId="{9F364994-DB83-0BE0-5462-60603617A04B}"/>
          </ac:inkMkLst>
        </pc:inkChg>
        <pc:inkChg chg="add del mod">
          <ac:chgData name="Kun Suo" userId="41c30799-3a2b-4880-86a3-8488be07954a" providerId="ADAL" clId="{01B90814-4EBE-5562-8795-CE1E7277191D}" dt="2026-06-02T17:36:22.228" v="178"/>
          <ac:inkMkLst>
            <pc:docMk/>
            <pc:sldMk cId="0" sldId="265"/>
            <ac:inkMk id="14" creationId="{936165AE-69FB-1BD9-4726-A5A727B9AA6F}"/>
          </ac:inkMkLst>
        </pc:inkChg>
        <pc:inkChg chg="add del mod">
          <ac:chgData name="Kun Suo" userId="41c30799-3a2b-4880-86a3-8488be07954a" providerId="ADAL" clId="{01B90814-4EBE-5562-8795-CE1E7277191D}" dt="2026-06-02T17:36:22.230" v="187"/>
          <ac:inkMkLst>
            <pc:docMk/>
            <pc:sldMk cId="0" sldId="265"/>
            <ac:inkMk id="15" creationId="{22C176F1-C24A-0D87-A8A1-471F4D50FACC}"/>
          </ac:inkMkLst>
        </pc:inkChg>
        <pc:inkChg chg="add del mod">
          <ac:chgData name="Kun Suo" userId="41c30799-3a2b-4880-86a3-8488be07954a" providerId="ADAL" clId="{01B90814-4EBE-5562-8795-CE1E7277191D}" dt="2026-06-02T17:36:22.230" v="186"/>
          <ac:inkMkLst>
            <pc:docMk/>
            <pc:sldMk cId="0" sldId="265"/>
            <ac:inkMk id="16" creationId="{93E59A0F-AB5B-9C16-8148-A92CB0B28FB4}"/>
          </ac:inkMkLst>
        </pc:inkChg>
        <pc:inkChg chg="add del mod">
          <ac:chgData name="Kun Suo" userId="41c30799-3a2b-4880-86a3-8488be07954a" providerId="ADAL" clId="{01B90814-4EBE-5562-8795-CE1E7277191D}" dt="2026-06-02T17:36:22.231" v="191"/>
          <ac:inkMkLst>
            <pc:docMk/>
            <pc:sldMk cId="0" sldId="265"/>
            <ac:inkMk id="19" creationId="{F54D807D-5385-3909-2F8B-B0AA4AC3DA83}"/>
          </ac:inkMkLst>
        </pc:inkChg>
        <pc:inkChg chg="add del mod">
          <ac:chgData name="Kun Suo" userId="41c30799-3a2b-4880-86a3-8488be07954a" providerId="ADAL" clId="{01B90814-4EBE-5562-8795-CE1E7277191D}" dt="2026-06-02T17:36:22.231" v="189"/>
          <ac:inkMkLst>
            <pc:docMk/>
            <pc:sldMk cId="0" sldId="265"/>
            <ac:inkMk id="20" creationId="{603BD6E9-9977-AAD7-02D0-66A299A64AC4}"/>
          </ac:inkMkLst>
        </pc:inkChg>
        <pc:inkChg chg="add del mod">
          <ac:chgData name="Kun Suo" userId="41c30799-3a2b-4880-86a3-8488be07954a" providerId="ADAL" clId="{01B90814-4EBE-5562-8795-CE1E7277191D}" dt="2026-06-02T17:36:22.229" v="181"/>
          <ac:inkMkLst>
            <pc:docMk/>
            <pc:sldMk cId="0" sldId="265"/>
            <ac:inkMk id="23" creationId="{6DACEF61-74BB-5A67-7D4D-DBAD122FC50E}"/>
          </ac:inkMkLst>
        </pc:inkChg>
        <pc:inkChg chg="add del mod">
          <ac:chgData name="Kun Suo" userId="41c30799-3a2b-4880-86a3-8488be07954a" providerId="ADAL" clId="{01B90814-4EBE-5562-8795-CE1E7277191D}" dt="2026-06-02T17:36:22.229" v="182"/>
          <ac:inkMkLst>
            <pc:docMk/>
            <pc:sldMk cId="0" sldId="265"/>
            <ac:inkMk id="26" creationId="{6B16E603-E9BC-E4E1-6152-10E6CF7F09D2}"/>
          </ac:inkMkLst>
        </pc:inkChg>
        <pc:inkChg chg="add del mod">
          <ac:chgData name="Kun Suo" userId="41c30799-3a2b-4880-86a3-8488be07954a" providerId="ADAL" clId="{01B90814-4EBE-5562-8795-CE1E7277191D}" dt="2026-06-02T17:36:22.231" v="190"/>
          <ac:inkMkLst>
            <pc:docMk/>
            <pc:sldMk cId="0" sldId="265"/>
            <ac:inkMk id="29" creationId="{B947EA40-FAE2-5950-8479-A10A4E8D9ACA}"/>
          </ac:inkMkLst>
        </pc:inkChg>
        <pc:inkChg chg="add del mod">
          <ac:chgData name="Kun Suo" userId="41c30799-3a2b-4880-86a3-8488be07954a" providerId="ADAL" clId="{01B90814-4EBE-5562-8795-CE1E7277191D}" dt="2026-06-02T17:36:22.229" v="180"/>
          <ac:inkMkLst>
            <pc:docMk/>
            <pc:sldMk cId="0" sldId="265"/>
            <ac:inkMk id="30" creationId="{1256B62E-9AA6-D0F2-B27F-1165639CF55D}"/>
          </ac:inkMkLst>
        </pc:inkChg>
        <pc:inkChg chg="add del mod">
          <ac:chgData name="Kun Suo" userId="41c30799-3a2b-4880-86a3-8488be07954a" providerId="ADAL" clId="{01B90814-4EBE-5562-8795-CE1E7277191D}" dt="2026-06-02T17:36:22.230" v="183"/>
          <ac:inkMkLst>
            <pc:docMk/>
            <pc:sldMk cId="0" sldId="265"/>
            <ac:inkMk id="31" creationId="{58274B5B-3005-E772-1304-20899869C795}"/>
          </ac:inkMkLst>
        </pc:inkChg>
        <pc:inkChg chg="add del mod">
          <ac:chgData name="Kun Suo" userId="41c30799-3a2b-4880-86a3-8488be07954a" providerId="ADAL" clId="{01B90814-4EBE-5562-8795-CE1E7277191D}" dt="2026-06-02T17:36:22.228" v="176"/>
          <ac:inkMkLst>
            <pc:docMk/>
            <pc:sldMk cId="0" sldId="265"/>
            <ac:inkMk id="34" creationId="{0BC74957-A48B-0D71-0A16-40409A5DE994}"/>
          </ac:inkMkLst>
        </pc:inkChg>
        <pc:inkChg chg="add del mod">
          <ac:chgData name="Kun Suo" userId="41c30799-3a2b-4880-86a3-8488be07954a" providerId="ADAL" clId="{01B90814-4EBE-5562-8795-CE1E7277191D}" dt="2026-06-02T17:36:22.232" v="192"/>
          <ac:inkMkLst>
            <pc:docMk/>
            <pc:sldMk cId="0" sldId="265"/>
            <ac:inkMk id="35" creationId="{CE2AB992-B0C7-0DD3-EE48-06BD00202E96}"/>
          </ac:inkMkLst>
        </pc:inkChg>
        <pc:inkChg chg="add del mod">
          <ac:chgData name="Kun Suo" userId="41c30799-3a2b-4880-86a3-8488be07954a" providerId="ADAL" clId="{01B90814-4EBE-5562-8795-CE1E7277191D}" dt="2026-06-02T17:36:22.230" v="184"/>
          <ac:inkMkLst>
            <pc:docMk/>
            <pc:sldMk cId="0" sldId="265"/>
            <ac:inkMk id="36" creationId="{F90D6DCB-38E5-2BCC-871C-8B29095F56C7}"/>
          </ac:inkMkLst>
        </pc:inkChg>
        <pc:inkChg chg="add del mod">
          <ac:chgData name="Kun Suo" userId="41c30799-3a2b-4880-86a3-8488be07954a" providerId="ADAL" clId="{01B90814-4EBE-5562-8795-CE1E7277191D}" dt="2026-06-02T17:36:22.228" v="175"/>
          <ac:inkMkLst>
            <pc:docMk/>
            <pc:sldMk cId="0" sldId="265"/>
            <ac:inkMk id="37" creationId="{7A73CF96-CE7A-9142-50A6-BE106783D44B}"/>
          </ac:inkMkLst>
        </pc:inkChg>
        <pc:inkChg chg="add del mod">
          <ac:chgData name="Kun Suo" userId="41c30799-3a2b-4880-86a3-8488be07954a" providerId="ADAL" clId="{01B90814-4EBE-5562-8795-CE1E7277191D}" dt="2026-06-02T17:36:22.230" v="185"/>
          <ac:inkMkLst>
            <pc:docMk/>
            <pc:sldMk cId="0" sldId="265"/>
            <ac:inkMk id="38" creationId="{915EA98A-AE99-D3FF-2834-D3DBB418219A}"/>
          </ac:inkMkLst>
        </pc:inkChg>
        <pc:inkChg chg="add del mod">
          <ac:chgData name="Kun Suo" userId="41c30799-3a2b-4880-86a3-8488be07954a" providerId="ADAL" clId="{01B90814-4EBE-5562-8795-CE1E7277191D}" dt="2026-06-02T17:36:22.232" v="193"/>
          <ac:inkMkLst>
            <pc:docMk/>
            <pc:sldMk cId="0" sldId="265"/>
            <ac:inkMk id="39" creationId="{48DB6D0E-14DA-70AC-57CB-70740304D292}"/>
          </ac:inkMkLst>
        </pc:inkChg>
        <pc:inkChg chg="add del">
          <ac:chgData name="Kun Suo" userId="41c30799-3a2b-4880-86a3-8488be07954a" providerId="ADAL" clId="{01B90814-4EBE-5562-8795-CE1E7277191D}" dt="2026-06-02T17:36:22.227" v="174"/>
          <ac:inkMkLst>
            <pc:docMk/>
            <pc:sldMk cId="0" sldId="265"/>
            <ac:inkMk id="40" creationId="{EB8CCE20-EF75-4951-BFF2-62D0C1B70256}"/>
          </ac:inkMkLst>
        </pc:inkChg>
        <pc:inkChg chg="add del mod">
          <ac:chgData name="Kun Suo" userId="41c30799-3a2b-4880-86a3-8488be07954a" providerId="ADAL" clId="{01B90814-4EBE-5562-8795-CE1E7277191D}" dt="2026-06-02T17:37:02.065" v="201"/>
          <ac:inkMkLst>
            <pc:docMk/>
            <pc:sldMk cId="0" sldId="265"/>
            <ac:inkMk id="45" creationId="{7371D172-9723-9243-B36E-6AC9BE7C9BCD}"/>
          </ac:inkMkLst>
        </pc:inkChg>
        <pc:inkChg chg="add del mod">
          <ac:chgData name="Kun Suo" userId="41c30799-3a2b-4880-86a3-8488be07954a" providerId="ADAL" clId="{01B90814-4EBE-5562-8795-CE1E7277191D}" dt="2026-06-02T17:37:02.066" v="202"/>
          <ac:inkMkLst>
            <pc:docMk/>
            <pc:sldMk cId="0" sldId="265"/>
            <ac:inkMk id="46" creationId="{5F6DF7B1-1155-CCF2-979B-D6B1C9303D36}"/>
          </ac:inkMkLst>
        </pc:inkChg>
        <pc:inkChg chg="add del mod">
          <ac:chgData name="Kun Suo" userId="41c30799-3a2b-4880-86a3-8488be07954a" providerId="ADAL" clId="{01B90814-4EBE-5562-8795-CE1E7277191D}" dt="2026-06-02T17:37:02.066" v="203"/>
          <ac:inkMkLst>
            <pc:docMk/>
            <pc:sldMk cId="0" sldId="265"/>
            <ac:inkMk id="49" creationId="{F8D6244F-CFF1-6138-687C-15D5E7CC1638}"/>
          </ac:inkMkLst>
        </pc:inkChg>
        <pc:inkChg chg="add del">
          <ac:chgData name="Kun Suo" userId="41c30799-3a2b-4880-86a3-8488be07954a" providerId="ADAL" clId="{01B90814-4EBE-5562-8795-CE1E7277191D}" dt="2026-06-02T17:37:02.065" v="200"/>
          <ac:inkMkLst>
            <pc:docMk/>
            <pc:sldMk cId="0" sldId="265"/>
            <ac:inkMk id="52" creationId="{D29F9D97-E885-7D93-6298-C5611A0104CB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434A6-721E-8B46-8226-4B207A2DE40C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473EE-AF0F-8541-A3FA-B715EDFA0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25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全等的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73EE-AF0F-8541-A3FA-B715EDFA03B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89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253619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799501"/>
            <a:ext cx="4079240" cy="193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9600" y="3351784"/>
            <a:ext cx="71691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56977" y="3351784"/>
            <a:ext cx="42006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135" y="3351784"/>
            <a:ext cx="25433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jgarrido@kennesaw.edu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43" y="47605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520485"/>
            <a:ext cx="4483735" cy="677545"/>
            <a:chOff x="87743" y="520485"/>
            <a:chExt cx="4483735" cy="677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096137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083436"/>
              <a:ext cx="4381765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526630"/>
              <a:ext cx="50800" cy="5695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20485"/>
              <a:ext cx="4432935" cy="626745"/>
            </a:xfrm>
            <a:custGeom>
              <a:avLst/>
              <a:gdLst/>
              <a:ahLst/>
              <a:cxnLst/>
              <a:rect l="l" t="t" r="r" b="b"/>
              <a:pathLst>
                <a:path w="4432935" h="626744">
                  <a:moveTo>
                    <a:pt x="4432566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4381765" y="626451"/>
                  </a:lnTo>
                  <a:lnTo>
                    <a:pt x="4401490" y="622443"/>
                  </a:lnTo>
                  <a:lnTo>
                    <a:pt x="4417643" y="611528"/>
                  </a:lnTo>
                  <a:lnTo>
                    <a:pt x="4428558" y="595375"/>
                  </a:lnTo>
                  <a:lnTo>
                    <a:pt x="4432566" y="57565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564723"/>
              <a:ext cx="0" cy="550545"/>
            </a:xfrm>
            <a:custGeom>
              <a:avLst/>
              <a:gdLst/>
              <a:ahLst/>
              <a:cxnLst/>
              <a:rect l="l" t="t" r="r" b="b"/>
              <a:pathLst>
                <a:path h="550544">
                  <a:moveTo>
                    <a:pt x="0" y="5504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5520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393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266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30250" y="578647"/>
            <a:ext cx="4147820" cy="8919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" spc="-10" dirty="0">
                <a:solidFill>
                  <a:srgbClr val="B30000"/>
                </a:solidFill>
              </a:rPr>
              <a:t>CS5070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Mathematical</a:t>
            </a:r>
            <a:r>
              <a:rPr spc="-70" dirty="0"/>
              <a:t> </a:t>
            </a:r>
            <a:r>
              <a:rPr lang="en" spc="-25" dirty="0">
                <a:solidFill>
                  <a:srgbClr val="B30000"/>
                </a:solidFill>
              </a:rPr>
              <a:t>Structures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for</a:t>
            </a:r>
            <a:r>
              <a:rPr spc="-70" dirty="0"/>
              <a:t> </a:t>
            </a:r>
            <a:r>
              <a:rPr lang="en" spc="-30" dirty="0">
                <a:solidFill>
                  <a:srgbClr val="B30000"/>
                </a:solidFill>
              </a:rPr>
              <a:t>Computer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Science</a:t>
            </a: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en" dirty="0">
                <a:solidFill>
                  <a:srgbClr val="B30000"/>
                </a:solidFill>
              </a:rPr>
              <a:t>-</a:t>
            </a:r>
            <a:r>
              <a:rPr spc="-60" dirty="0"/>
              <a:t> </a:t>
            </a:r>
            <a:r>
              <a:rPr lang="en-US" spc="-10" dirty="0">
                <a:solidFill>
                  <a:srgbClr val="B30000"/>
                </a:solidFill>
              </a:rPr>
              <a:t>Generating Functions and Number Theory</a:t>
            </a:r>
            <a:br>
              <a:rPr lang="en-US" spc="-10" dirty="0">
                <a:solidFill>
                  <a:srgbClr val="B30000"/>
                </a:solidFill>
              </a:rPr>
            </a:br>
            <a:br>
              <a:rPr lang="en-US" spc="-10" dirty="0">
                <a:solidFill>
                  <a:srgbClr val="B30000"/>
                </a:solidFill>
              </a:rPr>
            </a:br>
            <a:endParaRPr lang="en" spc="-50" dirty="0">
              <a:solidFill>
                <a:srgbClr val="B30000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7935" y="1357019"/>
            <a:ext cx="2992755" cy="11349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40" dirty="0">
                <a:latin typeface="Tahoma"/>
                <a:cs typeface="Tahoma"/>
              </a:rPr>
              <a:t>Kun Suo</a:t>
            </a:r>
            <a:endParaRPr lang="en-US" sz="1100" dirty="0">
              <a:latin typeface="Tahoma"/>
              <a:cs typeface="Tahoma"/>
            </a:endParaRPr>
          </a:p>
          <a:p>
            <a:pPr marL="12700" marR="5080" indent="447675">
              <a:lnSpc>
                <a:spcPts val="1390"/>
              </a:lnSpc>
              <a:spcBef>
                <a:spcPts val="1190"/>
              </a:spcBef>
            </a:pPr>
            <a:r>
              <a:rPr lang="en" sz="1200" spc="-50" dirty="0">
                <a:latin typeface="Tahoma"/>
                <a:cs typeface="Tahoma"/>
              </a:rPr>
              <a:t>Department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lang="en" sz="1200" dirty="0">
                <a:latin typeface="Tahoma"/>
                <a:cs typeface="Tahoma"/>
              </a:rPr>
              <a:t>of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lang="en" sz="1200" spc="-45" dirty="0">
                <a:latin typeface="Tahoma"/>
                <a:cs typeface="Tahoma"/>
              </a:rPr>
              <a:t>Computer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lang="en" sz="1200" spc="-10" dirty="0">
                <a:latin typeface="Tahoma"/>
                <a:cs typeface="Tahoma"/>
              </a:rPr>
              <a:t>Science </a:t>
            </a:r>
            <a:r>
              <a:rPr lang="en" sz="1200" spc="-55" dirty="0">
                <a:latin typeface="Tahoma"/>
                <a:cs typeface="Tahoma"/>
              </a:rPr>
              <a:t>College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dirty="0">
                <a:latin typeface="Tahoma"/>
                <a:cs typeface="Tahoma"/>
              </a:rPr>
              <a:t>of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40" dirty="0">
                <a:latin typeface="Tahoma"/>
                <a:cs typeface="Tahoma"/>
              </a:rPr>
              <a:t>Computing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lang="en" sz="1200" spc="-55" dirty="0">
                <a:latin typeface="Tahoma"/>
                <a:cs typeface="Tahoma"/>
              </a:rPr>
              <a:t>and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70" dirty="0">
                <a:latin typeface="Tahoma"/>
                <a:cs typeface="Tahoma"/>
              </a:rPr>
              <a:t>Software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60" dirty="0">
                <a:latin typeface="Tahoma"/>
                <a:cs typeface="Tahoma"/>
              </a:rPr>
              <a:t>Engineering</a:t>
            </a:r>
            <a:endParaRPr sz="1200" dirty="0">
              <a:latin typeface="Tahoma"/>
              <a:cs typeface="Tahoma"/>
            </a:endParaRPr>
          </a:p>
          <a:p>
            <a:pPr marL="673100">
              <a:lnSpc>
                <a:spcPts val="1360"/>
              </a:lnSpc>
            </a:pPr>
            <a:r>
              <a:rPr lang="en" sz="1200" spc="-75" dirty="0">
                <a:latin typeface="Tahoma"/>
                <a:cs typeface="Tahoma"/>
              </a:rPr>
              <a:t>Kennesaw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lang="en" sz="1200" spc="-20" dirty="0">
                <a:latin typeface="Tahoma"/>
                <a:cs typeface="Tahoma"/>
              </a:rPr>
              <a:t>State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lang="en" sz="1200" spc="-10" dirty="0">
                <a:latin typeface="Tahoma"/>
                <a:cs typeface="Tahoma"/>
              </a:rPr>
              <a:t>University</a:t>
            </a:r>
            <a:endParaRPr sz="12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lang="en" sz="1200" i="1" spc="-50" dirty="0">
                <a:latin typeface="Trebuchet MS"/>
                <a:cs typeface="Trebuchet MS"/>
                <a:hlinkClick r:id="rId5"/>
              </a:rPr>
              <a:t>ksuo@kennesaw.edu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Generating</a:t>
            </a:r>
            <a:r>
              <a:rPr spc="-30" dirty="0"/>
              <a:t> </a:t>
            </a:r>
            <a:r>
              <a:rPr spc="-25" dirty="0"/>
              <a:t>Functions</a:t>
            </a:r>
            <a:r>
              <a:rPr spc="-30" dirty="0"/>
              <a:t> </a:t>
            </a:r>
            <a:r>
              <a:rPr spc="-20" dirty="0"/>
              <a:t>(Chapter</a:t>
            </a:r>
            <a:r>
              <a:rPr spc="-30" dirty="0"/>
              <a:t> </a:t>
            </a:r>
            <a:r>
              <a:rPr spc="-25" dirty="0"/>
              <a:t>5)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8480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557578"/>
            <a:ext cx="4037965" cy="1038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encodes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coefficients </a:t>
            </a: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example: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2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3</a:t>
            </a:r>
            <a:r>
              <a:rPr sz="1100" i="1" spc="-30" dirty="0">
                <a:latin typeface="Trebuchet MS"/>
                <a:cs typeface="Trebuchet MS"/>
              </a:rPr>
              <a:t>x</a:t>
            </a:r>
            <a:r>
              <a:rPr sz="1100" i="1" spc="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5</a:t>
            </a:r>
            <a:r>
              <a:rPr sz="1100" i="1" spc="-60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27777" dirty="0">
                <a:latin typeface="Tahoma"/>
                <a:cs typeface="Tahoma"/>
              </a:rPr>
              <a:t>2</a:t>
            </a:r>
            <a:r>
              <a:rPr sz="1200" spc="52" baseline="27777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8</a:t>
            </a:r>
            <a:r>
              <a:rPr sz="1100" i="1" spc="-60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27777" dirty="0">
                <a:latin typeface="Tahoma"/>
                <a:cs typeface="Tahoma"/>
              </a:rPr>
              <a:t>3</a:t>
            </a:r>
            <a:r>
              <a:rPr sz="1200" spc="52" baseline="27777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12</a:t>
            </a:r>
            <a:r>
              <a:rPr sz="1100" i="1" spc="-65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27777" dirty="0">
                <a:latin typeface="Tahoma"/>
                <a:cs typeface="Tahoma"/>
              </a:rPr>
              <a:t>4</a:t>
            </a:r>
            <a:r>
              <a:rPr sz="1200" spc="52" baseline="27777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.</a:t>
            </a:r>
            <a:endParaRPr sz="1100" dirty="0">
              <a:latin typeface="Verdana"/>
              <a:cs typeface="Verdana"/>
            </a:endParaRPr>
          </a:p>
          <a:p>
            <a:pPr marL="38100" marR="304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An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infinite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power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infinite</a:t>
            </a:r>
            <a:r>
              <a:rPr sz="1100" spc="-40" dirty="0">
                <a:latin typeface="Tahoma"/>
                <a:cs typeface="Tahoma"/>
              </a:rPr>
              <a:t> sum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terms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form </a:t>
            </a:r>
            <a:r>
              <a:rPr sz="1100" i="1" spc="-10" dirty="0">
                <a:latin typeface="Trebuchet MS"/>
                <a:cs typeface="Trebuchet MS"/>
              </a:rPr>
              <a:t>c</a:t>
            </a:r>
            <a:r>
              <a:rPr sz="1200" i="1" spc="-15" baseline="-10416" dirty="0">
                <a:latin typeface="Constantia"/>
                <a:cs typeface="Constantia"/>
              </a:rPr>
              <a:t>n</a:t>
            </a:r>
            <a:r>
              <a:rPr sz="1100" i="1" spc="-10" dirty="0">
                <a:latin typeface="Trebuchet MS"/>
                <a:cs typeface="Trebuchet MS"/>
              </a:rPr>
              <a:t>x</a:t>
            </a:r>
            <a:r>
              <a:rPr sz="1200" i="1" spc="-15" baseline="27777" dirty="0">
                <a:latin typeface="Constantia"/>
                <a:cs typeface="Constantia"/>
              </a:rPr>
              <a:t>n</a:t>
            </a:r>
            <a:r>
              <a:rPr sz="1100" spc="-10" dirty="0">
                <a:latin typeface="Tahoma"/>
                <a:cs typeface="Tahoma"/>
              </a:rPr>
              <a:t>, </a:t>
            </a:r>
            <a:r>
              <a:rPr sz="1100" spc="-60" dirty="0">
                <a:latin typeface="Tahoma"/>
                <a:cs typeface="Tahoma"/>
              </a:rPr>
              <a:t>where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200" i="1" baseline="-10416" dirty="0">
                <a:latin typeface="Constantia"/>
                <a:cs typeface="Constantia"/>
              </a:rPr>
              <a:t>n</a:t>
            </a:r>
            <a:r>
              <a:rPr sz="1200" i="1" spc="277" baseline="-10416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some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constant</a:t>
            </a:r>
            <a:endParaRPr sz="1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latin typeface="Tahoma"/>
                <a:cs typeface="Tahoma"/>
              </a:rPr>
              <a:t>Another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way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denote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94841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104874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486979"/>
            <a:ext cx="65265" cy="652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28202" y="1677059"/>
            <a:ext cx="1333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10" dirty="0">
                <a:latin typeface="Arial"/>
                <a:cs typeface="Arial"/>
              </a:rPr>
              <a:t>∞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07787" y="1789626"/>
            <a:ext cx="226060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spc="869" dirty="0" err="1">
                <a:latin typeface="Lucida Sans Unicode"/>
                <a:cs typeface="Lucida Sans Unicode"/>
              </a:rPr>
              <a:t>Σ</a:t>
            </a:r>
            <a:r>
              <a:rPr sz="800" i="1" spc="-25" dirty="0" err="1">
                <a:latin typeface="Constantia"/>
                <a:cs typeface="Constantia"/>
              </a:rPr>
              <a:t>k</a:t>
            </a:r>
            <a:r>
              <a:rPr sz="800" spc="-25" dirty="0">
                <a:latin typeface="Tahoma"/>
                <a:cs typeface="Tahoma"/>
              </a:rPr>
              <a:t>=0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66708" y="1872817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05138" y="1812923"/>
            <a:ext cx="218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180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x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10535" y="1793035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onstantia"/>
                <a:cs typeface="Constantia"/>
              </a:rPr>
              <a:t>k</a:t>
            </a:r>
            <a:endParaRPr sz="800">
              <a:latin typeface="Constantia"/>
              <a:cs typeface="Constant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4832" y="2244406"/>
            <a:ext cx="3382645" cy="790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expanded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form:</a:t>
            </a:r>
            <a:endParaRPr sz="1100" dirty="0">
              <a:latin typeface="Tahoma"/>
              <a:cs typeface="Tahoma"/>
            </a:endParaRPr>
          </a:p>
          <a:p>
            <a:pPr marL="50800" marR="43180" indent="749300">
              <a:lnSpc>
                <a:spcPct val="151700"/>
              </a:lnSpc>
              <a:spcBef>
                <a:spcPts val="705"/>
              </a:spcBef>
            </a:pP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200" baseline="-10416" dirty="0">
                <a:latin typeface="Tahoma"/>
                <a:cs typeface="Tahoma"/>
              </a:rPr>
              <a:t>0</a:t>
            </a:r>
            <a:r>
              <a:rPr sz="1200" spc="75" baseline="-10416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200" baseline="-10416" dirty="0">
                <a:latin typeface="Tahoma"/>
                <a:cs typeface="Tahoma"/>
              </a:rPr>
              <a:t>1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3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c</a:t>
            </a:r>
            <a:r>
              <a:rPr sz="1200" spc="-30" baseline="-10416" dirty="0">
                <a:latin typeface="Tahoma"/>
                <a:cs typeface="Tahoma"/>
              </a:rPr>
              <a:t>2</a:t>
            </a:r>
            <a:r>
              <a:rPr sz="1100" i="1" spc="-20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c</a:t>
            </a:r>
            <a:r>
              <a:rPr sz="1200" spc="-30" baseline="-10416" dirty="0">
                <a:latin typeface="Tahoma"/>
                <a:cs typeface="Tahoma"/>
              </a:rPr>
              <a:t>3</a:t>
            </a:r>
            <a:r>
              <a:rPr sz="1100" i="1" spc="-20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200" spc="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c</a:t>
            </a:r>
            <a:r>
              <a:rPr sz="1200" spc="-30" baseline="-10416" dirty="0">
                <a:latin typeface="Tahoma"/>
                <a:cs typeface="Tahoma"/>
              </a:rPr>
              <a:t>4</a:t>
            </a:r>
            <a:r>
              <a:rPr sz="1100" i="1" spc="-20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4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c</a:t>
            </a:r>
            <a:r>
              <a:rPr sz="1200" spc="-30" baseline="-10416" dirty="0">
                <a:latin typeface="Tahoma"/>
                <a:cs typeface="Tahoma"/>
              </a:rPr>
              <a:t>5</a:t>
            </a:r>
            <a:r>
              <a:rPr sz="1100" i="1" spc="-20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5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power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generating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i="1" spc="-10" dirty="0">
                <a:latin typeface="Trebuchet MS"/>
                <a:cs typeface="Trebuchet MS"/>
              </a:rPr>
              <a:t>series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80" dirty="0"/>
              <a:t> </a:t>
            </a:r>
            <a:r>
              <a:rPr dirty="0"/>
              <a:t>on</a:t>
            </a:r>
            <a:r>
              <a:rPr spc="-75" dirty="0"/>
              <a:t> </a:t>
            </a:r>
            <a:r>
              <a:rPr spc="-40" dirty="0"/>
              <a:t>Generating</a:t>
            </a:r>
            <a:r>
              <a:rPr spc="-70" dirty="0"/>
              <a:t> </a:t>
            </a:r>
            <a:r>
              <a:rPr spc="-25" dirty="0"/>
              <a:t>Functions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71029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0232" y="587576"/>
            <a:ext cx="3855720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5400" marR="177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generating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produces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coefficients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10" dirty="0">
                <a:latin typeface="Tahoma"/>
                <a:cs typeface="Tahoma"/>
              </a:rPr>
              <a:t>infinite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polynomial.</a:t>
            </a:r>
            <a:endParaRPr sz="1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 dirty="0">
              <a:latin typeface="Tahoma"/>
              <a:cs typeface="Tahoma"/>
            </a:endParaRPr>
          </a:p>
          <a:p>
            <a:pPr marL="248285" algn="ctr">
              <a:lnSpc>
                <a:spcPct val="100000"/>
              </a:lnSpc>
            </a:pPr>
            <a:r>
              <a:rPr sz="1100" i="1" spc="-35" dirty="0">
                <a:latin typeface="Trebuchet MS"/>
                <a:cs typeface="Trebuchet MS"/>
              </a:rPr>
              <a:t>c</a:t>
            </a:r>
            <a:r>
              <a:rPr sz="1200" spc="-52" baseline="-10416" dirty="0">
                <a:latin typeface="Tahoma"/>
                <a:cs typeface="Tahoma"/>
              </a:rPr>
              <a:t>0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35" dirty="0">
                <a:latin typeface="Trebuchet MS"/>
                <a:cs typeface="Trebuchet MS"/>
              </a:rPr>
              <a:t>c</a:t>
            </a:r>
            <a:r>
              <a:rPr sz="1200" spc="-52" baseline="-10416" dirty="0">
                <a:latin typeface="Tahoma"/>
                <a:cs typeface="Tahoma"/>
              </a:rPr>
              <a:t>1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i="1" spc="-35" dirty="0">
                <a:latin typeface="Trebuchet MS"/>
                <a:cs typeface="Trebuchet MS"/>
              </a:rPr>
              <a:t>c</a:t>
            </a:r>
            <a:r>
              <a:rPr sz="1200" spc="-52" baseline="-10416" dirty="0">
                <a:latin typeface="Tahoma"/>
                <a:cs typeface="Tahoma"/>
              </a:rPr>
              <a:t>2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35" dirty="0">
                <a:latin typeface="Trebuchet MS"/>
                <a:cs typeface="Trebuchet MS"/>
              </a:rPr>
              <a:t>c</a:t>
            </a:r>
            <a:r>
              <a:rPr sz="1200" spc="-52" baseline="-10416" dirty="0">
                <a:latin typeface="Tahoma"/>
                <a:cs typeface="Tahoma"/>
              </a:rPr>
              <a:t>3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i="1" spc="-35" dirty="0">
                <a:latin typeface="Trebuchet MS"/>
                <a:cs typeface="Trebuchet MS"/>
              </a:rPr>
              <a:t>c</a:t>
            </a:r>
            <a:r>
              <a:rPr sz="1200" spc="-52" baseline="-10416" dirty="0">
                <a:latin typeface="Tahoma"/>
                <a:cs typeface="Tahoma"/>
              </a:rPr>
              <a:t>4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i="1" spc="-35" dirty="0">
                <a:latin typeface="Trebuchet MS"/>
                <a:cs typeface="Trebuchet MS"/>
              </a:rPr>
              <a:t>c</a:t>
            </a:r>
            <a:r>
              <a:rPr sz="1200" spc="-52" baseline="-10416" dirty="0">
                <a:latin typeface="Tahoma"/>
                <a:cs typeface="Tahoma"/>
              </a:rPr>
              <a:t>5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19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.</a:t>
            </a:r>
            <a:endParaRPr sz="1100" dirty="0">
              <a:latin typeface="Verdana"/>
              <a:cs typeface="Verdan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41577"/>
            <a:ext cx="65265" cy="65265"/>
          </a:xfrm>
          <a:prstGeom prst="rect">
            <a:avLst/>
          </a:prstGeom>
        </p:spPr>
      </p:pic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31733" y="1474736"/>
            <a:ext cx="106045" cy="0"/>
          </a:xfrm>
          <a:custGeom>
            <a:avLst/>
            <a:gdLst/>
            <a:ahLst/>
            <a:cxnLst/>
            <a:rect l="l" t="t" r="r" b="b"/>
            <a:pathLst>
              <a:path w="106044">
                <a:moveTo>
                  <a:pt x="0" y="0"/>
                </a:moveTo>
                <a:lnTo>
                  <a:pt x="1054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36901" y="1474736"/>
            <a:ext cx="106045" cy="0"/>
          </a:xfrm>
          <a:custGeom>
            <a:avLst/>
            <a:gdLst/>
            <a:ahLst/>
            <a:cxnLst/>
            <a:rect l="l" t="t" r="r" b="b"/>
            <a:pathLst>
              <a:path w="106044">
                <a:moveTo>
                  <a:pt x="0" y="0"/>
                </a:moveTo>
                <a:lnTo>
                  <a:pt x="10547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2082" y="1474736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54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80295" y="1474736"/>
            <a:ext cx="108585" cy="0"/>
          </a:xfrm>
          <a:custGeom>
            <a:avLst/>
            <a:gdLst/>
            <a:ahLst/>
            <a:cxnLst/>
            <a:rect l="l" t="t" r="r" b="b"/>
            <a:pathLst>
              <a:path w="108585">
                <a:moveTo>
                  <a:pt x="0" y="0"/>
                </a:moveTo>
                <a:lnTo>
                  <a:pt x="10806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44877" y="1443226"/>
            <a:ext cx="134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7500" algn="l"/>
                <a:tab pos="596900" algn="l"/>
                <a:tab pos="1243330" algn="l"/>
              </a:tabLst>
            </a:pPr>
            <a:r>
              <a:rPr sz="800" spc="-50" dirty="0">
                <a:latin typeface="Tahoma"/>
                <a:cs typeface="Tahoma"/>
              </a:rPr>
              <a:t>2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6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24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i="1" spc="-25" dirty="0">
                <a:latin typeface="Constantia"/>
                <a:cs typeface="Constantia"/>
              </a:rPr>
              <a:t>n</a:t>
            </a:r>
            <a:r>
              <a:rPr sz="800" spc="-25" dirty="0">
                <a:latin typeface="Tahoma"/>
                <a:cs typeface="Tahoma"/>
              </a:rPr>
              <a:t>!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7532" y="1358124"/>
            <a:ext cx="4089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power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1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200" i="1" spc="-30" baseline="31250" dirty="0">
                <a:latin typeface="Constantia"/>
                <a:cs typeface="Constantia"/>
              </a:rPr>
              <a:t>x</a:t>
            </a:r>
            <a:r>
              <a:rPr sz="1200" i="1" spc="-172" baseline="31250" dirty="0">
                <a:latin typeface="Constantia"/>
                <a:cs typeface="Constantia"/>
              </a:rPr>
              <a:t> </a:t>
            </a:r>
            <a:r>
              <a:rPr sz="900" baseline="64814" dirty="0">
                <a:latin typeface="Tahoma"/>
                <a:cs typeface="Tahoma"/>
              </a:rPr>
              <a:t>2</a:t>
            </a:r>
            <a:r>
              <a:rPr sz="900" spc="330" baseline="648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200" i="1" spc="-30" baseline="31250" dirty="0">
                <a:latin typeface="Constantia"/>
                <a:cs typeface="Constantia"/>
              </a:rPr>
              <a:t>x</a:t>
            </a:r>
            <a:r>
              <a:rPr sz="1200" i="1" spc="-179" baseline="31250" dirty="0">
                <a:latin typeface="Constantia"/>
                <a:cs typeface="Constantia"/>
              </a:rPr>
              <a:t> </a:t>
            </a:r>
            <a:r>
              <a:rPr sz="900" baseline="64814" dirty="0">
                <a:latin typeface="Tahoma"/>
                <a:cs typeface="Tahoma"/>
              </a:rPr>
              <a:t>3</a:t>
            </a:r>
            <a:r>
              <a:rPr sz="900" spc="337" baseline="648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200" i="1" spc="-30" baseline="31250" dirty="0">
                <a:latin typeface="Constantia"/>
                <a:cs typeface="Constantia"/>
              </a:rPr>
              <a:t>x</a:t>
            </a:r>
            <a:r>
              <a:rPr sz="1200" i="1" spc="-179" baseline="31250" dirty="0">
                <a:latin typeface="Constantia"/>
                <a:cs typeface="Constantia"/>
              </a:rPr>
              <a:t> </a:t>
            </a:r>
            <a:r>
              <a:rPr sz="900" baseline="64814" dirty="0">
                <a:latin typeface="Tahoma"/>
                <a:cs typeface="Tahoma"/>
              </a:rPr>
              <a:t>4</a:t>
            </a:r>
            <a:r>
              <a:rPr sz="900" spc="352" baseline="648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200" i="1" baseline="31250" dirty="0">
                <a:latin typeface="Constantia"/>
                <a:cs typeface="Constantia"/>
              </a:rPr>
              <a:t>x</a:t>
            </a:r>
            <a:r>
              <a:rPr sz="900" i="1" baseline="64814" dirty="0">
                <a:latin typeface="Constantia"/>
                <a:cs typeface="Constantia"/>
              </a:rPr>
              <a:t>n</a:t>
            </a:r>
            <a:r>
              <a:rPr sz="900" i="1" spc="412" baseline="64814" dirty="0">
                <a:latin typeface="Constantia"/>
                <a:cs typeface="Constanti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Verdana"/>
                <a:cs typeface="Verdana"/>
              </a:rPr>
              <a:t>·</a:t>
            </a:r>
            <a:r>
              <a:rPr sz="1100" i="1" spc="16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converges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4832" y="1486418"/>
            <a:ext cx="4132579" cy="103822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e</a:t>
            </a:r>
            <a:r>
              <a:rPr sz="1200" i="1" spc="-37" baseline="27777" dirty="0">
                <a:latin typeface="Constantia"/>
                <a:cs typeface="Constantia"/>
              </a:rPr>
              <a:t>x</a:t>
            </a:r>
            <a:endParaRPr sz="1200" baseline="27777" dirty="0">
              <a:latin typeface="Constantia"/>
              <a:cs typeface="Constantia"/>
            </a:endParaRPr>
          </a:p>
          <a:p>
            <a:pPr marL="50800">
              <a:lnSpc>
                <a:spcPct val="100000"/>
              </a:lnSpc>
              <a:spcBef>
                <a:spcPts val="334"/>
              </a:spcBef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Taylor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 </a:t>
            </a:r>
            <a:r>
              <a:rPr sz="1100" i="1" spc="-30" dirty="0">
                <a:latin typeface="Trebuchet MS"/>
                <a:cs typeface="Trebuchet MS"/>
              </a:rPr>
              <a:t>e</a:t>
            </a:r>
            <a:r>
              <a:rPr sz="1200" i="1" spc="-44" baseline="27777" dirty="0">
                <a:latin typeface="Constantia"/>
                <a:cs typeface="Constantia"/>
              </a:rPr>
              <a:t>x</a:t>
            </a:r>
            <a:r>
              <a:rPr sz="1200" i="1" spc="-104" baseline="27777" dirty="0">
                <a:latin typeface="Constantia"/>
                <a:cs typeface="Constantia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generating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series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1</a:t>
            </a:r>
            <a:r>
              <a:rPr sz="1100" i="1" spc="-8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27777" dirty="0">
                <a:latin typeface="Tahoma"/>
                <a:cs typeface="Tahoma"/>
              </a:rPr>
              <a:t>2</a:t>
            </a:r>
            <a:r>
              <a:rPr sz="1200" spc="52" baseline="27777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27777" dirty="0">
                <a:latin typeface="Tahoma"/>
                <a:cs typeface="Tahoma"/>
              </a:rPr>
              <a:t>3</a:t>
            </a:r>
            <a:r>
              <a:rPr sz="1200" spc="44" baseline="27777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27777" dirty="0">
                <a:latin typeface="Tahoma"/>
                <a:cs typeface="Tahoma"/>
              </a:rPr>
              <a:t>4</a:t>
            </a:r>
            <a:r>
              <a:rPr sz="1200" spc="52" baseline="27777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</a:t>
            </a:r>
            <a:endParaRPr sz="1100" dirty="0">
              <a:latin typeface="Verdana"/>
              <a:cs typeface="Verdana"/>
            </a:endParaRPr>
          </a:p>
          <a:p>
            <a:pPr marL="50800" marR="132080">
              <a:lnSpc>
                <a:spcPct val="102600"/>
              </a:lnSpc>
              <a:spcBef>
                <a:spcPts val="30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closed </a:t>
            </a:r>
            <a:r>
              <a:rPr sz="1100" spc="-35" dirty="0">
                <a:latin typeface="Tahoma"/>
                <a:cs typeface="Tahoma"/>
              </a:rPr>
              <a:t>formula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series,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note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geometric </a:t>
            </a:r>
            <a:r>
              <a:rPr sz="1100" i="1" spc="-75" dirty="0">
                <a:latin typeface="Trebuchet MS"/>
                <a:cs typeface="Trebuchet MS"/>
              </a:rPr>
              <a:t>series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common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ratio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14" name="object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23681"/>
            <a:ext cx="65265" cy="65265"/>
          </a:xfrm>
          <a:prstGeom prst="rect">
            <a:avLst/>
          </a:prstGeom>
        </p:spPr>
      </p:pic>
      <p:pic>
        <p:nvPic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33714"/>
            <a:ext cx="65265" cy="65265"/>
          </a:xfrm>
          <a:prstGeom prst="rect">
            <a:avLst/>
          </a:prstGeom>
        </p:spPr>
      </p:pic>
      <p:pic>
        <p:nvPicPr>
          <p:cNvPr id="16" name="object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43747"/>
            <a:ext cx="65265" cy="6526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218641" y="2739604"/>
            <a:ext cx="178688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4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31134" y="2645878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20885" y="2856217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5">
                <a:moveTo>
                  <a:pt x="0" y="0"/>
                </a:moveTo>
                <a:lnTo>
                  <a:pt x="31518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008185" y="2834638"/>
            <a:ext cx="328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x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Generating</a:t>
            </a:r>
            <a:r>
              <a:rPr spc="-65" dirty="0"/>
              <a:t> </a:t>
            </a:r>
            <a:r>
              <a:rPr dirty="0"/>
              <a:t>More</a:t>
            </a:r>
            <a:r>
              <a:rPr spc="-65" dirty="0"/>
              <a:t> Sequences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30007" y="808048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19745" y="1018387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>
                <a:moveTo>
                  <a:pt x="0" y="0"/>
                </a:moveTo>
                <a:lnTo>
                  <a:pt x="31518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7220" y="965794"/>
            <a:ext cx="1468120" cy="407163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35"/>
              </a:spcBef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x</a:t>
            </a:r>
            <a:endParaRPr sz="1100" dirty="0">
              <a:latin typeface="Trebuchet MS"/>
              <a:cs typeface="Trebuchet MS"/>
            </a:endParaRPr>
          </a:p>
          <a:p>
            <a:pPr marR="45085" algn="r">
              <a:lnSpc>
                <a:spcPct val="100000"/>
              </a:lnSpc>
              <a:spcBef>
                <a:spcPts val="229"/>
              </a:spcBef>
            </a:pPr>
            <a:r>
              <a:rPr sz="1100" spc="-55" dirty="0">
                <a:latin typeface="Tahoma"/>
                <a:cs typeface="Tahoma"/>
              </a:rPr>
              <a:t>generates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80" dirty="0">
                <a:latin typeface="Verdana"/>
                <a:cs typeface="Verdana"/>
              </a:rPr>
              <a:t>−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1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25" dirty="0">
                <a:latin typeface="Verdana"/>
                <a:cs typeface="Verdana"/>
              </a:rPr>
              <a:t>−</a:t>
            </a:r>
            <a:r>
              <a:rPr sz="1100" spc="-25" dirty="0">
                <a:latin typeface="Tahoma"/>
                <a:cs typeface="Tahoma"/>
              </a:rPr>
              <a:t>1</a:t>
            </a:r>
            <a:r>
              <a:rPr lang="en-US" sz="1100" spc="-25" dirty="0">
                <a:latin typeface="Tahoma"/>
                <a:cs typeface="Tahoma"/>
              </a:rPr>
              <a:t>,…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76575" y="95989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Tahoma"/>
                <a:cs typeface="Tahoma"/>
              </a:rPr>
              <a:t>3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50504" y="901774"/>
            <a:ext cx="1468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67" baseline="3125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39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112" y="1545550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40205" y="1755876"/>
            <a:ext cx="384810" cy="0"/>
          </a:xfrm>
          <a:custGeom>
            <a:avLst/>
            <a:gdLst/>
            <a:ahLst/>
            <a:cxnLst/>
            <a:rect l="l" t="t" r="r" b="b"/>
            <a:pathLst>
              <a:path w="384809">
                <a:moveTo>
                  <a:pt x="0" y="0"/>
                </a:moveTo>
                <a:lnTo>
                  <a:pt x="38446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27505" y="1734310"/>
            <a:ext cx="397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Tahoma"/>
                <a:cs typeface="Tahoma"/>
              </a:rPr>
              <a:t>3</a:t>
            </a:r>
            <a:r>
              <a:rPr sz="1100" i="1" spc="-25" dirty="0">
                <a:latin typeface="Trebuchet MS"/>
                <a:cs typeface="Trebuchet MS"/>
              </a:rPr>
              <a:t>x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40243" y="1639276"/>
            <a:ext cx="1757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i="1" spc="-20" dirty="0">
                <a:latin typeface="Trebuchet MS"/>
                <a:cs typeface="Trebuchet MS"/>
              </a:rPr>
              <a:t>x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9</a:t>
            </a:r>
            <a:r>
              <a:rPr sz="1100" i="1" spc="-60" dirty="0">
                <a:latin typeface="Trebuchet MS"/>
                <a:cs typeface="Trebuchet MS"/>
              </a:rPr>
              <a:t>x</a:t>
            </a:r>
            <a:r>
              <a:rPr sz="1100" i="1" spc="-235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27</a:t>
            </a:r>
            <a:r>
              <a:rPr sz="1100" i="1" spc="-6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200" spc="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932" y="1931567"/>
            <a:ext cx="1368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latin typeface="Tahoma"/>
                <a:cs typeface="Tahoma"/>
              </a:rPr>
              <a:t>generates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3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9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27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07897" y="2283039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003" y="2493378"/>
            <a:ext cx="384810" cy="0"/>
          </a:xfrm>
          <a:custGeom>
            <a:avLst/>
            <a:gdLst/>
            <a:ahLst/>
            <a:cxnLst/>
            <a:rect l="l" t="t" r="r" b="b"/>
            <a:pathLst>
              <a:path w="384809">
                <a:moveTo>
                  <a:pt x="0" y="0"/>
                </a:moveTo>
                <a:lnTo>
                  <a:pt x="38446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0303" y="2471799"/>
            <a:ext cx="397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Tahoma"/>
                <a:cs typeface="Tahoma"/>
              </a:rPr>
              <a:t>3</a:t>
            </a:r>
            <a:r>
              <a:rPr sz="1100" i="1" spc="-25" dirty="0">
                <a:latin typeface="Trebuchet MS"/>
                <a:cs typeface="Trebuchet MS"/>
              </a:rPr>
              <a:t>x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63040" y="2376765"/>
            <a:ext cx="271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i="1" spc="-20" dirty="0">
                <a:latin typeface="Trebuchet MS"/>
                <a:cs typeface="Trebuchet MS"/>
              </a:rPr>
              <a:t>x</a:t>
            </a:r>
            <a:r>
              <a:rPr sz="1100" i="1" spc="2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60" dirty="0">
                <a:latin typeface="Tahoma"/>
                <a:cs typeface="Tahoma"/>
              </a:rPr>
              <a:t>9</a:t>
            </a:r>
            <a:r>
              <a:rPr sz="1100" i="1" spc="-60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3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×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65" dirty="0">
                <a:latin typeface="Tahoma"/>
                <a:cs typeface="Tahoma"/>
              </a:rPr>
              <a:t>27</a:t>
            </a:r>
            <a:r>
              <a:rPr sz="1100" i="1" spc="-6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2932" y="2669068"/>
            <a:ext cx="1438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5" dirty="0">
                <a:latin typeface="Tahoma"/>
                <a:cs typeface="Tahoma"/>
              </a:rPr>
              <a:t>generates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9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27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81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591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More</a:t>
            </a:r>
            <a:r>
              <a:rPr spc="-65" dirty="0"/>
              <a:t> </a:t>
            </a:r>
            <a:r>
              <a:rPr spc="-35" dirty="0"/>
              <a:t>Complex</a:t>
            </a:r>
            <a:r>
              <a:rPr spc="-65" dirty="0"/>
              <a:t> </a:t>
            </a:r>
            <a:r>
              <a:rPr spc="-40" dirty="0"/>
              <a:t>Series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744" y="991386"/>
            <a:ext cx="4409440" cy="986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Adding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1</a:t>
            </a:r>
            <a:r>
              <a:rPr sz="1100" i="1" spc="-8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1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1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1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3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90" dirty="0">
                <a:latin typeface="Tahoma"/>
                <a:cs typeface="Tahoma"/>
              </a:rPr>
              <a:t>9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27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.</a:t>
            </a:r>
            <a:endParaRPr sz="11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100" dirty="0">
              <a:latin typeface="Verdana"/>
              <a:cs typeface="Verdana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100" spc="-60" dirty="0">
                <a:latin typeface="Tahoma"/>
                <a:cs typeface="Tahoma"/>
              </a:rPr>
              <a:t>2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4</a:t>
            </a:r>
            <a:r>
              <a:rPr sz="1100" i="1" spc="-60" dirty="0">
                <a:latin typeface="Trebuchet MS"/>
                <a:cs typeface="Trebuchet MS"/>
              </a:rPr>
              <a:t>x</a:t>
            </a:r>
            <a:r>
              <a:rPr sz="1100" i="1" spc="-8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10</a:t>
            </a:r>
            <a:r>
              <a:rPr sz="1100" i="1" spc="-65" dirty="0">
                <a:latin typeface="Trebuchet MS"/>
                <a:cs typeface="Trebuchet MS"/>
              </a:rPr>
              <a:t>x</a:t>
            </a:r>
            <a:r>
              <a:rPr sz="1100" i="1" spc="-215" dirty="0">
                <a:latin typeface="Trebuchet MS"/>
                <a:cs typeface="Trebuchet MS"/>
              </a:rPr>
              <a:t> </a:t>
            </a:r>
            <a:r>
              <a:rPr sz="1200" spc="-37" baseline="31250" dirty="0">
                <a:latin typeface="Tahoma"/>
                <a:cs typeface="Tahoma"/>
              </a:rPr>
              <a:t>2</a:t>
            </a:r>
            <a:r>
              <a:rPr sz="1200" spc="-89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28</a:t>
            </a:r>
            <a:r>
              <a:rPr sz="1100" i="1" spc="-65" dirty="0">
                <a:latin typeface="Trebuchet MS"/>
                <a:cs typeface="Trebuchet MS"/>
              </a:rPr>
              <a:t>x</a:t>
            </a:r>
            <a:r>
              <a:rPr sz="1100" i="1" spc="-215" dirty="0">
                <a:latin typeface="Trebuchet MS"/>
                <a:cs typeface="Trebuchet MS"/>
              </a:rPr>
              <a:t> </a:t>
            </a:r>
            <a:r>
              <a:rPr sz="1200" spc="-37" baseline="31250" dirty="0">
                <a:latin typeface="Tahoma"/>
                <a:cs typeface="Tahoma"/>
              </a:rPr>
              <a:t>3</a:t>
            </a:r>
            <a:r>
              <a:rPr sz="1200" spc="-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7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7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(1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1)</a:t>
            </a:r>
            <a:r>
              <a:rPr sz="1100" spc="-2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+(1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3)</a:t>
            </a:r>
            <a:r>
              <a:rPr sz="1100" i="1" spc="-45" dirty="0">
                <a:latin typeface="Trebuchet MS"/>
                <a:cs typeface="Trebuchet MS"/>
              </a:rPr>
              <a:t>x</a:t>
            </a:r>
            <a:r>
              <a:rPr sz="1100" i="1" spc="-8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+(1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9)</a:t>
            </a:r>
            <a:r>
              <a:rPr sz="1100" i="1" spc="-45" dirty="0">
                <a:latin typeface="Trebuchet MS"/>
                <a:cs typeface="Trebuchet MS"/>
              </a:rPr>
              <a:t>x</a:t>
            </a:r>
            <a:r>
              <a:rPr sz="1100" i="1" spc="-215" dirty="0">
                <a:latin typeface="Trebuchet MS"/>
                <a:cs typeface="Trebuchet MS"/>
              </a:rPr>
              <a:t> </a:t>
            </a:r>
            <a:r>
              <a:rPr sz="1200" spc="-37" baseline="31250" dirty="0">
                <a:latin typeface="Tahoma"/>
                <a:cs typeface="Tahoma"/>
              </a:rPr>
              <a:t>2</a:t>
            </a:r>
            <a:r>
              <a:rPr sz="1200" spc="-89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+(1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27)</a:t>
            </a:r>
            <a:r>
              <a:rPr sz="1100" i="1" spc="-50" dirty="0">
                <a:latin typeface="Trebuchet MS"/>
                <a:cs typeface="Trebuchet MS"/>
              </a:rPr>
              <a:t>x</a:t>
            </a:r>
            <a:r>
              <a:rPr sz="1100" i="1" spc="-215" dirty="0">
                <a:latin typeface="Trebuchet MS"/>
                <a:cs typeface="Trebuchet MS"/>
              </a:rPr>
              <a:t> </a:t>
            </a:r>
            <a:r>
              <a:rPr sz="1200" spc="-37" baseline="31250" dirty="0">
                <a:latin typeface="Tahoma"/>
                <a:cs typeface="Tahoma"/>
              </a:rPr>
              <a:t>3</a:t>
            </a:r>
            <a:r>
              <a:rPr sz="1200" spc="-89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21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7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7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</a:t>
            </a:r>
            <a:endParaRPr sz="1100" dirty="0">
              <a:latin typeface="Verdana"/>
              <a:cs typeface="Verdana"/>
            </a:endParaRPr>
          </a:p>
          <a:p>
            <a:pPr marL="276860" algn="ctr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x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200" spc="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3</a:t>
            </a:r>
            <a:r>
              <a:rPr sz="1100" i="1" spc="-30" dirty="0">
                <a:latin typeface="Trebuchet MS"/>
                <a:cs typeface="Trebuchet MS"/>
              </a:rPr>
              <a:t>x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9</a:t>
            </a:r>
            <a:r>
              <a:rPr sz="1100" i="1" spc="-60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2</a:t>
            </a:r>
            <a:r>
              <a:rPr sz="1200" spc="75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27</a:t>
            </a:r>
            <a:r>
              <a:rPr sz="1100" i="1" spc="-65" dirty="0">
                <a:latin typeface="Trebuchet MS"/>
                <a:cs typeface="Trebuchet MS"/>
              </a:rPr>
              <a:t>x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200" baseline="31250" dirty="0">
                <a:latin typeface="Tahoma"/>
                <a:cs typeface="Tahoma"/>
              </a:rPr>
              <a:t>3</a:t>
            </a:r>
            <a:r>
              <a:rPr sz="1200" spc="82" baseline="312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195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·</a:t>
            </a:r>
            <a:r>
              <a:rPr sz="1100" i="1" spc="-20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·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1133" y="207695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35263" y="2193569"/>
            <a:ext cx="315595" cy="0"/>
          </a:xfrm>
          <a:custGeom>
            <a:avLst/>
            <a:gdLst/>
            <a:ahLst/>
            <a:cxnLst/>
            <a:rect l="l" t="t" r="r" b="b"/>
            <a:pathLst>
              <a:path w="315594">
                <a:moveTo>
                  <a:pt x="0" y="0"/>
                </a:moveTo>
                <a:lnTo>
                  <a:pt x="31518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83726" y="2076956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+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5525" y="1983230"/>
            <a:ext cx="6445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1975" algn="l"/>
              </a:tabLst>
            </a:pPr>
            <a:r>
              <a:rPr sz="1100" spc="-50" dirty="0">
                <a:latin typeface="Tahoma"/>
                <a:cs typeface="Tahoma"/>
              </a:rPr>
              <a:t>1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50147" y="2193569"/>
            <a:ext cx="384810" cy="0"/>
          </a:xfrm>
          <a:custGeom>
            <a:avLst/>
            <a:gdLst/>
            <a:ahLst/>
            <a:cxnLst/>
            <a:rect l="l" t="t" r="r" b="b"/>
            <a:pathLst>
              <a:path w="384810">
                <a:moveTo>
                  <a:pt x="0" y="0"/>
                </a:moveTo>
                <a:lnTo>
                  <a:pt x="38446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22563" y="2171990"/>
            <a:ext cx="91249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27050" algn="l"/>
              </a:tabLst>
            </a:pP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x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40" dirty="0">
                <a:latin typeface="Verdana"/>
                <a:cs typeface="Verdana"/>
              </a:rPr>
              <a:t> </a:t>
            </a:r>
            <a:r>
              <a:rPr sz="1100" spc="-25" dirty="0">
                <a:latin typeface="Tahoma"/>
                <a:cs typeface="Tahoma"/>
              </a:rPr>
              <a:t>3</a:t>
            </a:r>
            <a:r>
              <a:rPr sz="1100" i="1" spc="-25" dirty="0">
                <a:latin typeface="Trebuchet MS"/>
                <a:cs typeface="Trebuchet MS"/>
              </a:rPr>
              <a:t>x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1982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Number</a:t>
            </a:r>
            <a:r>
              <a:rPr spc="-50" dirty="0"/>
              <a:t> </a:t>
            </a:r>
            <a:r>
              <a:rPr spc="-25" dirty="0"/>
              <a:t>Theory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8294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17855" algn="just">
              <a:lnSpc>
                <a:spcPct val="102600"/>
              </a:lnSpc>
              <a:spcBef>
                <a:spcPts val="55"/>
              </a:spcBef>
            </a:pPr>
            <a:r>
              <a:rPr dirty="0"/>
              <a:t>With</a:t>
            </a:r>
            <a:r>
              <a:rPr spc="-15" dirty="0"/>
              <a:t> </a:t>
            </a:r>
            <a:r>
              <a:rPr spc="-35" dirty="0"/>
              <a:t>integer</a:t>
            </a:r>
            <a:r>
              <a:rPr spc="-10" dirty="0"/>
              <a:t> </a:t>
            </a:r>
            <a:r>
              <a:rPr spc="-55" dirty="0"/>
              <a:t>numbers,</a:t>
            </a:r>
            <a:r>
              <a:rPr spc="-10" dirty="0"/>
              <a:t> the </a:t>
            </a:r>
            <a:r>
              <a:rPr spc="-40" dirty="0"/>
              <a:t>possible</a:t>
            </a:r>
            <a:r>
              <a:rPr spc="-10" dirty="0"/>
              <a:t> </a:t>
            </a:r>
            <a:r>
              <a:rPr spc="-35" dirty="0"/>
              <a:t>operations</a:t>
            </a:r>
            <a:r>
              <a:rPr spc="-20" dirty="0"/>
              <a:t> </a:t>
            </a:r>
            <a:r>
              <a:rPr spc="-60" dirty="0"/>
              <a:t>are</a:t>
            </a:r>
            <a:r>
              <a:rPr spc="-10" dirty="0"/>
              <a:t> </a:t>
            </a:r>
            <a:r>
              <a:rPr spc="-25" dirty="0"/>
              <a:t>addition, </a:t>
            </a:r>
            <a:r>
              <a:rPr spc="-30" dirty="0"/>
              <a:t>subtraction,</a:t>
            </a:r>
            <a:r>
              <a:rPr spc="-25" dirty="0"/>
              <a:t> </a:t>
            </a:r>
            <a:r>
              <a:rPr spc="-10" dirty="0"/>
              <a:t>multiplication.</a:t>
            </a:r>
          </a:p>
          <a:p>
            <a:pPr marL="12700" algn="just">
              <a:lnSpc>
                <a:spcPct val="100000"/>
              </a:lnSpc>
              <a:spcBef>
                <a:spcPts val="335"/>
              </a:spcBef>
            </a:pPr>
            <a:r>
              <a:rPr spc="-20" dirty="0"/>
              <a:t>Division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40" dirty="0"/>
              <a:t>possible</a:t>
            </a:r>
            <a:r>
              <a:rPr spc="-35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spc="-20" dirty="0"/>
              <a:t>rational</a:t>
            </a:r>
            <a:r>
              <a:rPr spc="-35" dirty="0"/>
              <a:t> </a:t>
            </a:r>
            <a:r>
              <a:rPr spc="-10" dirty="0"/>
              <a:t>numbers</a:t>
            </a:r>
          </a:p>
          <a:p>
            <a:pPr marL="12700" marR="5080" algn="just">
              <a:lnSpc>
                <a:spcPct val="102600"/>
              </a:lnSpc>
              <a:spcBef>
                <a:spcPts val="300"/>
              </a:spcBef>
            </a:pPr>
            <a:r>
              <a:rPr spc="-40" dirty="0"/>
              <a:t>For</a:t>
            </a:r>
            <a:r>
              <a:rPr spc="5" dirty="0"/>
              <a:t> </a:t>
            </a:r>
            <a:r>
              <a:rPr i="1" spc="-55" dirty="0">
                <a:latin typeface="Trebuchet MS"/>
                <a:cs typeface="Trebuchet MS"/>
              </a:rPr>
              <a:t>a</a:t>
            </a:r>
            <a:r>
              <a:rPr i="1" spc="-100" dirty="0">
                <a:latin typeface="Trebuchet MS"/>
                <a:cs typeface="Trebuchet MS"/>
              </a:rPr>
              <a:t> </a:t>
            </a:r>
            <a:r>
              <a:rPr i="1" spc="-55" dirty="0">
                <a:latin typeface="Verdana"/>
                <a:cs typeface="Verdana"/>
              </a:rPr>
              <a:t>÷</a:t>
            </a:r>
            <a:r>
              <a:rPr i="1" spc="-170" dirty="0">
                <a:latin typeface="Verdana"/>
                <a:cs typeface="Verdana"/>
              </a:rPr>
              <a:t> </a:t>
            </a:r>
            <a:r>
              <a:rPr i="1" spc="-60" dirty="0">
                <a:latin typeface="Trebuchet MS"/>
                <a:cs typeface="Trebuchet MS"/>
              </a:rPr>
              <a:t>b</a:t>
            </a:r>
            <a:r>
              <a:rPr i="1" spc="55" dirty="0">
                <a:latin typeface="Trebuchet MS"/>
                <a:cs typeface="Trebuchet MS"/>
              </a:rPr>
              <a:t> </a:t>
            </a:r>
            <a:r>
              <a:rPr spc="-65" dirty="0"/>
              <a:t>or</a:t>
            </a:r>
            <a:r>
              <a:rPr spc="10" dirty="0"/>
              <a:t> </a:t>
            </a:r>
            <a:r>
              <a:rPr i="1" spc="-60" dirty="0">
                <a:latin typeface="Trebuchet MS"/>
                <a:cs typeface="Trebuchet MS"/>
              </a:rPr>
              <a:t>b</a:t>
            </a:r>
            <a:r>
              <a:rPr i="1" spc="55" dirty="0">
                <a:latin typeface="Trebuchet MS"/>
                <a:cs typeface="Trebuchet MS"/>
              </a:rPr>
              <a:t> </a:t>
            </a:r>
            <a:r>
              <a:rPr i="1" spc="-65" dirty="0">
                <a:latin typeface="Trebuchet MS"/>
                <a:cs typeface="Trebuchet MS"/>
              </a:rPr>
              <a:t>divides</a:t>
            </a:r>
            <a:r>
              <a:rPr i="1" spc="20" dirty="0">
                <a:latin typeface="Trebuchet MS"/>
                <a:cs typeface="Trebuchet MS"/>
              </a:rPr>
              <a:t> </a:t>
            </a:r>
            <a:r>
              <a:rPr i="1" spc="-40" dirty="0">
                <a:latin typeface="Trebuchet MS"/>
                <a:cs typeface="Trebuchet MS"/>
              </a:rPr>
              <a:t>a</a:t>
            </a:r>
            <a:r>
              <a:rPr spc="-40" dirty="0"/>
              <a:t>,</a:t>
            </a:r>
            <a:r>
              <a:rPr spc="10" dirty="0"/>
              <a:t> </a:t>
            </a:r>
            <a:r>
              <a:rPr spc="-100" dirty="0"/>
              <a:t>we</a:t>
            </a:r>
            <a:r>
              <a:rPr spc="5" dirty="0"/>
              <a:t> </a:t>
            </a:r>
            <a:r>
              <a:rPr spc="-50" dirty="0"/>
              <a:t>can</a:t>
            </a:r>
            <a:r>
              <a:rPr spc="5" dirty="0"/>
              <a:t> </a:t>
            </a:r>
            <a:r>
              <a:rPr spc="-75" dirty="0"/>
              <a:t>use</a:t>
            </a:r>
            <a:r>
              <a:rPr spc="10" dirty="0"/>
              <a:t> </a:t>
            </a:r>
            <a:r>
              <a:rPr spc="-45" dirty="0"/>
              <a:t>the</a:t>
            </a:r>
            <a:r>
              <a:rPr spc="5" dirty="0"/>
              <a:t> </a:t>
            </a:r>
            <a:r>
              <a:rPr spc="-25" dirty="0"/>
              <a:t>notation</a:t>
            </a:r>
            <a:r>
              <a:rPr spc="5" dirty="0"/>
              <a:t> </a:t>
            </a:r>
            <a:r>
              <a:rPr i="1" spc="-80" dirty="0">
                <a:latin typeface="Trebuchet MS"/>
                <a:cs typeface="Trebuchet MS"/>
              </a:rPr>
              <a:t>b</a:t>
            </a:r>
            <a:r>
              <a:rPr i="1" spc="-80" dirty="0">
                <a:latin typeface="Verdana"/>
                <a:cs typeface="Verdana"/>
              </a:rPr>
              <a:t>|</a:t>
            </a:r>
            <a:r>
              <a:rPr i="1" spc="-80" dirty="0">
                <a:latin typeface="Trebuchet MS"/>
                <a:cs typeface="Trebuchet MS"/>
              </a:rPr>
              <a:t>a</a:t>
            </a:r>
            <a:r>
              <a:rPr spc="-80" dirty="0"/>
              <a:t>.</a:t>
            </a:r>
            <a:r>
              <a:rPr spc="135" dirty="0"/>
              <a:t> </a:t>
            </a:r>
            <a:r>
              <a:rPr spc="-65" dirty="0"/>
              <a:t>If</a:t>
            </a:r>
            <a:r>
              <a:rPr spc="5" dirty="0"/>
              <a:t> </a:t>
            </a:r>
            <a:r>
              <a:rPr spc="-25" dirty="0"/>
              <a:t>this</a:t>
            </a:r>
            <a:r>
              <a:rPr spc="10" dirty="0"/>
              <a:t> </a:t>
            </a:r>
            <a:r>
              <a:rPr spc="-45" dirty="0"/>
              <a:t>results</a:t>
            </a:r>
            <a:r>
              <a:rPr spc="5" dirty="0"/>
              <a:t> </a:t>
            </a:r>
            <a:r>
              <a:rPr spc="-60" dirty="0"/>
              <a:t>in</a:t>
            </a:r>
            <a:r>
              <a:rPr spc="-20" dirty="0"/>
              <a:t> </a:t>
            </a:r>
            <a:r>
              <a:rPr spc="-55" dirty="0"/>
              <a:t>a</a:t>
            </a:r>
            <a:r>
              <a:rPr spc="20" dirty="0"/>
              <a:t> </a:t>
            </a:r>
            <a:r>
              <a:rPr spc="-55" dirty="0"/>
              <a:t>whole</a:t>
            </a:r>
            <a:r>
              <a:rPr spc="20" dirty="0"/>
              <a:t> </a:t>
            </a:r>
            <a:r>
              <a:rPr spc="-50" dirty="0"/>
              <a:t>number,</a:t>
            </a:r>
            <a:r>
              <a:rPr spc="20" dirty="0"/>
              <a:t> </a:t>
            </a:r>
            <a:r>
              <a:rPr spc="-45" dirty="0"/>
              <a:t>then</a:t>
            </a:r>
            <a:r>
              <a:rPr spc="15" dirty="0"/>
              <a:t> </a:t>
            </a:r>
            <a:r>
              <a:rPr i="1" spc="-60" dirty="0">
                <a:latin typeface="Trebuchet MS"/>
                <a:cs typeface="Trebuchet MS"/>
              </a:rPr>
              <a:t>b</a:t>
            </a:r>
            <a:r>
              <a:rPr i="1" spc="65" dirty="0">
                <a:latin typeface="Trebuchet MS"/>
                <a:cs typeface="Trebuchet MS"/>
              </a:rPr>
              <a:t> </a:t>
            </a:r>
            <a:r>
              <a:rPr spc="-35" dirty="0"/>
              <a:t>is</a:t>
            </a:r>
            <a:r>
              <a:rPr spc="15" dirty="0"/>
              <a:t> </a:t>
            </a:r>
            <a:r>
              <a:rPr spc="-55" dirty="0"/>
              <a:t>a</a:t>
            </a:r>
            <a:r>
              <a:rPr spc="20" dirty="0"/>
              <a:t> </a:t>
            </a:r>
            <a:r>
              <a:rPr spc="-45" dirty="0"/>
              <a:t>divisor</a:t>
            </a:r>
            <a:r>
              <a:rPr spc="20" dirty="0"/>
              <a:t> </a:t>
            </a:r>
            <a:r>
              <a:rPr spc="-65" dirty="0"/>
              <a:t>or</a:t>
            </a:r>
            <a:r>
              <a:rPr spc="20" dirty="0"/>
              <a:t> </a:t>
            </a:r>
            <a:r>
              <a:rPr spc="-35" dirty="0"/>
              <a:t>factor</a:t>
            </a:r>
            <a:r>
              <a:rPr spc="20" dirty="0"/>
              <a:t> </a:t>
            </a:r>
            <a:r>
              <a:rPr spc="-40" dirty="0"/>
              <a:t>of</a:t>
            </a:r>
            <a:r>
              <a:rPr spc="25" dirty="0"/>
              <a:t> </a:t>
            </a:r>
            <a:r>
              <a:rPr i="1" spc="-40" dirty="0">
                <a:latin typeface="Trebuchet MS"/>
                <a:cs typeface="Trebuchet MS"/>
              </a:rPr>
              <a:t>a</a:t>
            </a:r>
            <a:r>
              <a:rPr spc="-40" dirty="0"/>
              <a:t>,</a:t>
            </a:r>
            <a:r>
              <a:rPr spc="20" dirty="0"/>
              <a:t> </a:t>
            </a:r>
            <a:r>
              <a:rPr spc="-55" dirty="0"/>
              <a:t>and</a:t>
            </a:r>
            <a:r>
              <a:rPr spc="20" dirty="0"/>
              <a:t> </a:t>
            </a:r>
            <a:r>
              <a:rPr i="1" spc="-55" dirty="0">
                <a:latin typeface="Trebuchet MS"/>
                <a:cs typeface="Trebuchet MS"/>
              </a:rPr>
              <a:t>a</a:t>
            </a:r>
            <a:r>
              <a:rPr i="1" spc="40" dirty="0">
                <a:latin typeface="Trebuchet MS"/>
                <a:cs typeface="Trebuchet MS"/>
              </a:rPr>
              <a:t> </a:t>
            </a:r>
            <a:r>
              <a:rPr spc="-35" dirty="0"/>
              <a:t>is</a:t>
            </a:r>
            <a:r>
              <a:rPr spc="15" dirty="0"/>
              <a:t> </a:t>
            </a:r>
            <a:r>
              <a:rPr spc="-55" dirty="0"/>
              <a:t>a</a:t>
            </a:r>
            <a:r>
              <a:rPr spc="20" dirty="0"/>
              <a:t> </a:t>
            </a:r>
            <a:r>
              <a:rPr spc="-25" dirty="0"/>
              <a:t>multiple</a:t>
            </a:r>
            <a:r>
              <a:rPr spc="-20" dirty="0"/>
              <a:t> </a:t>
            </a:r>
            <a:r>
              <a:rPr spc="-40" dirty="0"/>
              <a:t>of</a:t>
            </a:r>
            <a:r>
              <a:rPr spc="15" dirty="0"/>
              <a:t> </a:t>
            </a:r>
            <a:r>
              <a:rPr i="1" spc="-35" dirty="0">
                <a:latin typeface="Trebuchet MS"/>
                <a:cs typeface="Trebuchet MS"/>
              </a:rPr>
              <a:t>b</a:t>
            </a:r>
            <a:r>
              <a:rPr spc="-35" dirty="0"/>
              <a:t>.</a:t>
            </a: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if</a:t>
            </a:r>
            <a:r>
              <a:rPr spc="-25" dirty="0"/>
              <a:t> </a:t>
            </a:r>
            <a:r>
              <a:rPr i="1" spc="-85" dirty="0">
                <a:latin typeface="Trebuchet MS"/>
                <a:cs typeface="Trebuchet MS"/>
              </a:rPr>
              <a:t>b</a:t>
            </a:r>
            <a:r>
              <a:rPr i="1" spc="-85" dirty="0">
                <a:latin typeface="Verdana"/>
                <a:cs typeface="Verdana"/>
              </a:rPr>
              <a:t>|</a:t>
            </a:r>
            <a:r>
              <a:rPr i="1" spc="-85" dirty="0">
                <a:latin typeface="Trebuchet MS"/>
                <a:cs typeface="Trebuchet MS"/>
              </a:rPr>
              <a:t>a</a:t>
            </a:r>
            <a:r>
              <a:rPr i="1" dirty="0">
                <a:latin typeface="Trebuchet MS"/>
                <a:cs typeface="Trebuchet MS"/>
              </a:rPr>
              <a:t> </a:t>
            </a:r>
            <a:r>
              <a:rPr spc="-25" dirty="0"/>
              <a:t>then</a:t>
            </a:r>
            <a:r>
              <a:rPr spc="-30" dirty="0"/>
              <a:t> </a:t>
            </a:r>
            <a:r>
              <a:rPr i="1" dirty="0">
                <a:latin typeface="Trebuchet MS"/>
                <a:cs typeface="Trebuchet MS"/>
              </a:rPr>
              <a:t>a</a:t>
            </a:r>
            <a:r>
              <a:rPr i="1" spc="-55" dirty="0">
                <a:latin typeface="Trebuchet MS"/>
                <a:cs typeface="Trebuchet MS"/>
              </a:rPr>
              <a:t> </a:t>
            </a:r>
            <a:r>
              <a:rPr dirty="0"/>
              <a:t>=</a:t>
            </a:r>
            <a:r>
              <a:rPr spc="-75" dirty="0"/>
              <a:t> </a:t>
            </a:r>
            <a:r>
              <a:rPr i="1" dirty="0">
                <a:latin typeface="Trebuchet MS"/>
                <a:cs typeface="Trebuchet MS"/>
              </a:rPr>
              <a:t>bk</a:t>
            </a:r>
            <a:r>
              <a:rPr i="1" spc="70" dirty="0">
                <a:latin typeface="Trebuchet MS"/>
                <a:cs typeface="Trebuchet MS"/>
              </a:rPr>
              <a:t> </a:t>
            </a:r>
            <a:r>
              <a:rPr spc="-20" dirty="0"/>
              <a:t>for </a:t>
            </a:r>
            <a:r>
              <a:rPr spc="-60" dirty="0"/>
              <a:t>some</a:t>
            </a:r>
            <a:r>
              <a:rPr spc="-25" dirty="0"/>
              <a:t> </a:t>
            </a:r>
            <a:r>
              <a:rPr spc="-35" dirty="0"/>
              <a:t>integer</a:t>
            </a:r>
            <a:r>
              <a:rPr spc="-25" dirty="0"/>
              <a:t> </a:t>
            </a:r>
            <a:r>
              <a:rPr i="1" spc="-50" dirty="0">
                <a:latin typeface="Trebuchet MS"/>
                <a:cs typeface="Trebuchet MS"/>
              </a:rPr>
              <a:t>k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b="1" dirty="0">
                <a:latin typeface="Arial"/>
                <a:cs typeface="Arial"/>
              </a:rPr>
              <a:t>The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spc="-30" dirty="0">
                <a:latin typeface="Arial"/>
                <a:cs typeface="Arial"/>
              </a:rPr>
              <a:t>Divisibility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Relation</a:t>
            </a:r>
            <a:r>
              <a:rPr spc="-25" dirty="0"/>
              <a:t>.</a:t>
            </a:r>
            <a:r>
              <a:rPr spc="75" dirty="0"/>
              <a:t> </a:t>
            </a:r>
            <a:r>
              <a:rPr spc="-10" dirty="0"/>
              <a:t>For</a:t>
            </a:r>
            <a:r>
              <a:rPr spc="-25" dirty="0"/>
              <a:t> </a:t>
            </a:r>
            <a:r>
              <a:rPr spc="-45" dirty="0"/>
              <a:t>integers</a:t>
            </a:r>
            <a:r>
              <a:rPr spc="-30" dirty="0"/>
              <a:t> </a:t>
            </a:r>
            <a:r>
              <a:rPr i="1" dirty="0">
                <a:latin typeface="Trebuchet MS"/>
                <a:cs typeface="Trebuchet MS"/>
              </a:rPr>
              <a:t>m </a:t>
            </a:r>
            <a:r>
              <a:rPr spc="-35" dirty="0"/>
              <a:t>and</a:t>
            </a:r>
            <a:r>
              <a:rPr spc="-25" dirty="0"/>
              <a:t> </a:t>
            </a:r>
            <a:r>
              <a:rPr i="1" dirty="0">
                <a:latin typeface="Trebuchet MS"/>
                <a:cs typeface="Trebuchet MS"/>
              </a:rPr>
              <a:t>n</a:t>
            </a:r>
            <a:r>
              <a:rPr dirty="0"/>
              <a:t>,</a:t>
            </a:r>
            <a:r>
              <a:rPr spc="-30" dirty="0"/>
              <a:t> </a:t>
            </a:r>
            <a:r>
              <a:rPr i="1" spc="-80" dirty="0">
                <a:latin typeface="Trebuchet MS"/>
                <a:cs typeface="Trebuchet MS"/>
              </a:rPr>
              <a:t>m</a:t>
            </a:r>
            <a:r>
              <a:rPr i="1" spc="-80" dirty="0">
                <a:latin typeface="Verdana"/>
                <a:cs typeface="Verdana"/>
              </a:rPr>
              <a:t>|</a:t>
            </a:r>
            <a:r>
              <a:rPr i="1" spc="-80" dirty="0">
                <a:latin typeface="Trebuchet MS"/>
                <a:cs typeface="Trebuchet MS"/>
              </a:rPr>
              <a:t>n</a:t>
            </a:r>
            <a:r>
              <a:rPr i="1" dirty="0">
                <a:latin typeface="Trebuchet MS"/>
                <a:cs typeface="Trebuchet MS"/>
              </a:rPr>
              <a:t> </a:t>
            </a:r>
            <a:r>
              <a:rPr spc="-35" dirty="0"/>
              <a:t>holds</a:t>
            </a:r>
            <a:r>
              <a:rPr spc="-30" dirty="0"/>
              <a:t> </a:t>
            </a:r>
            <a:r>
              <a:rPr spc="-10" dirty="0"/>
              <a:t>provided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i="1" spc="-50" dirty="0">
                <a:latin typeface="Trebuchet MS"/>
                <a:cs typeface="Trebuchet MS"/>
              </a:rPr>
              <a:t>n</a:t>
            </a:r>
            <a:r>
              <a:rPr i="1" spc="-70" dirty="0">
                <a:latin typeface="Trebuchet MS"/>
                <a:cs typeface="Trebuchet MS"/>
              </a:rPr>
              <a:t> </a:t>
            </a:r>
            <a:r>
              <a:rPr i="1" spc="-60" dirty="0">
                <a:latin typeface="Verdana"/>
                <a:cs typeface="Verdana"/>
              </a:rPr>
              <a:t>÷</a:t>
            </a:r>
            <a:r>
              <a:rPr i="1" spc="-145" dirty="0">
                <a:latin typeface="Verdana"/>
                <a:cs typeface="Verdana"/>
              </a:rPr>
              <a:t> </a:t>
            </a:r>
            <a:r>
              <a:rPr i="1" dirty="0">
                <a:latin typeface="Trebuchet MS"/>
                <a:cs typeface="Trebuchet MS"/>
              </a:rPr>
              <a:t>m</a:t>
            </a:r>
            <a:r>
              <a:rPr i="1" spc="-55" dirty="0">
                <a:latin typeface="Trebuchet MS"/>
                <a:cs typeface="Trebuchet MS"/>
              </a:rPr>
              <a:t> </a:t>
            </a:r>
            <a:r>
              <a:rPr spc="-35" dirty="0"/>
              <a:t>results</a:t>
            </a:r>
            <a:r>
              <a:rPr spc="-3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spc="-10" dirty="0"/>
              <a:t>integer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i="1" spc="-80" dirty="0">
                <a:latin typeface="Trebuchet MS"/>
                <a:cs typeface="Trebuchet MS"/>
              </a:rPr>
              <a:t>m</a:t>
            </a:r>
            <a:r>
              <a:rPr i="1" spc="-80" dirty="0">
                <a:latin typeface="Verdana"/>
                <a:cs typeface="Verdana"/>
              </a:rPr>
              <a:t>|</a:t>
            </a:r>
            <a:r>
              <a:rPr i="1" spc="-80" dirty="0">
                <a:latin typeface="Trebuchet MS"/>
                <a:cs typeface="Trebuchet MS"/>
              </a:rPr>
              <a:t>n</a:t>
            </a:r>
            <a:r>
              <a:rPr i="1" dirty="0">
                <a:latin typeface="Trebuchet MS"/>
                <a:cs typeface="Trebuchet MS"/>
              </a:rPr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35" dirty="0"/>
              <a:t>statement,</a:t>
            </a:r>
            <a:r>
              <a:rPr spc="-25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spc="-20" dirty="0"/>
              <a:t>true</a:t>
            </a:r>
            <a:r>
              <a:rPr spc="-25" dirty="0"/>
              <a:t> </a:t>
            </a:r>
            <a:r>
              <a:rPr spc="-20" dirty="0"/>
              <a:t>or</a:t>
            </a:r>
            <a:r>
              <a:rPr spc="-25" dirty="0"/>
              <a:t> </a:t>
            </a:r>
            <a:r>
              <a:rPr spc="-10" dirty="0"/>
              <a:t>false.</a:t>
            </a: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65059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475092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29269"/>
            <a:ext cx="65265" cy="65265"/>
          </a:xfrm>
          <a:prstGeom prst="rect">
            <a:avLst/>
          </a:prstGeom>
        </p:spPr>
      </p:pic>
      <p:pic>
        <p:nvPic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39302"/>
            <a:ext cx="65265" cy="65265"/>
          </a:xfrm>
          <a:prstGeom prst="rect">
            <a:avLst/>
          </a:prstGeom>
        </p:spPr>
      </p:pic>
      <p:pic>
        <p:nvPic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621407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Division</a:t>
            </a:r>
            <a:r>
              <a:rPr spc="-85" dirty="0"/>
              <a:t> </a:t>
            </a:r>
            <a:r>
              <a:rPr spc="-20" dirty="0"/>
              <a:t>Algorithm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53490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Given</a:t>
            </a:r>
            <a:r>
              <a:rPr spc="-40" dirty="0"/>
              <a:t> </a:t>
            </a:r>
            <a:r>
              <a:rPr spc="-25" dirty="0"/>
              <a:t>any</a:t>
            </a:r>
            <a:r>
              <a:rPr spc="-40" dirty="0"/>
              <a:t> two </a:t>
            </a:r>
            <a:r>
              <a:rPr spc="-45" dirty="0"/>
              <a:t>integers</a:t>
            </a:r>
            <a:r>
              <a:rPr spc="-35" dirty="0"/>
              <a:t> </a:t>
            </a:r>
            <a:r>
              <a:rPr i="1" dirty="0">
                <a:latin typeface="Trebuchet MS"/>
                <a:cs typeface="Trebuchet MS"/>
              </a:rPr>
              <a:t>a</a:t>
            </a:r>
            <a:r>
              <a:rPr i="1" spc="-20" dirty="0">
                <a:latin typeface="Trebuchet MS"/>
                <a:cs typeface="Trebuchet MS"/>
              </a:rPr>
              <a:t> </a:t>
            </a:r>
            <a:r>
              <a:rPr spc="-35" dirty="0"/>
              <a:t>and</a:t>
            </a:r>
            <a:r>
              <a:rPr spc="-40" dirty="0"/>
              <a:t> </a:t>
            </a:r>
            <a:r>
              <a:rPr i="1" dirty="0">
                <a:latin typeface="Trebuchet MS"/>
                <a:cs typeface="Trebuchet MS"/>
              </a:rPr>
              <a:t>b</a:t>
            </a:r>
            <a:r>
              <a:rPr dirty="0"/>
              <a:t>,</a:t>
            </a:r>
            <a:r>
              <a:rPr spc="-35" dirty="0"/>
              <a:t> </a:t>
            </a:r>
            <a:r>
              <a:rPr spc="-45" dirty="0"/>
              <a:t>there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spc="-35" dirty="0"/>
              <a:t>integer </a:t>
            </a:r>
            <a:r>
              <a:rPr i="1" dirty="0">
                <a:latin typeface="Trebuchet MS"/>
                <a:cs typeface="Trebuchet MS"/>
              </a:rPr>
              <a:t>q</a:t>
            </a:r>
            <a:r>
              <a:rPr i="1" spc="10" dirty="0">
                <a:latin typeface="Trebuchet MS"/>
                <a:cs typeface="Trebuchet MS"/>
              </a:rPr>
              <a:t> </a:t>
            </a:r>
            <a:r>
              <a:rPr spc="-40" dirty="0"/>
              <a:t>such </a:t>
            </a:r>
            <a:r>
              <a:rPr spc="-20" dirty="0"/>
              <a:t>that</a:t>
            </a:r>
          </a:p>
          <a:p>
            <a:pPr marL="1723389">
              <a:lnSpc>
                <a:spcPct val="100000"/>
              </a:lnSpc>
              <a:spcBef>
                <a:spcPts val="1130"/>
              </a:spcBef>
            </a:pPr>
            <a:r>
              <a:rPr i="1" dirty="0">
                <a:latin typeface="Trebuchet MS"/>
                <a:cs typeface="Trebuchet MS"/>
              </a:rPr>
              <a:t>a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i="1" spc="-65" dirty="0">
                <a:latin typeface="Trebuchet MS"/>
                <a:cs typeface="Trebuchet MS"/>
              </a:rPr>
              <a:t>qb</a:t>
            </a:r>
            <a:r>
              <a:rPr i="1" spc="-45" dirty="0">
                <a:latin typeface="Trebuchet MS"/>
                <a:cs typeface="Trebuchet MS"/>
              </a:rPr>
              <a:t> </a:t>
            </a:r>
            <a:r>
              <a:rPr dirty="0"/>
              <a:t>+</a:t>
            </a:r>
            <a:r>
              <a:rPr spc="-95" dirty="0"/>
              <a:t> </a:t>
            </a:r>
            <a:r>
              <a:rPr i="1" spc="-50" dirty="0">
                <a:latin typeface="Trebuchet MS"/>
                <a:cs typeface="Trebuchet MS"/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pc="-60" dirty="0"/>
              <a:t>where</a:t>
            </a:r>
            <a:r>
              <a:rPr spc="-30" dirty="0"/>
              <a:t> </a:t>
            </a:r>
            <a:r>
              <a:rPr i="1" dirty="0">
                <a:latin typeface="Trebuchet MS"/>
                <a:cs typeface="Trebuchet MS"/>
              </a:rPr>
              <a:t>r</a:t>
            </a:r>
            <a:r>
              <a:rPr i="1" spc="-20" dirty="0">
                <a:latin typeface="Trebuchet MS"/>
                <a:cs typeface="Trebuchet MS"/>
              </a:rPr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spc="-35" dirty="0"/>
              <a:t>integer</a:t>
            </a:r>
            <a:r>
              <a:rPr spc="-25" dirty="0"/>
              <a:t> </a:t>
            </a:r>
            <a:r>
              <a:rPr spc="-35" dirty="0"/>
              <a:t>satisfying</a:t>
            </a:r>
            <a:r>
              <a:rPr spc="-30" dirty="0"/>
              <a:t> </a:t>
            </a:r>
            <a:r>
              <a:rPr spc="-60" dirty="0"/>
              <a:t>0</a:t>
            </a:r>
            <a:r>
              <a:rPr spc="-40" dirty="0"/>
              <a:t> </a:t>
            </a:r>
            <a:r>
              <a:rPr i="1" spc="-60" dirty="0">
                <a:latin typeface="Verdana"/>
                <a:cs typeface="Verdana"/>
              </a:rPr>
              <a:t>≤</a:t>
            </a:r>
            <a:r>
              <a:rPr i="1" spc="-85" dirty="0">
                <a:latin typeface="Verdana"/>
                <a:cs typeface="Verdana"/>
              </a:rPr>
              <a:t> </a:t>
            </a:r>
            <a:r>
              <a:rPr i="1" dirty="0">
                <a:latin typeface="Trebuchet MS"/>
                <a:cs typeface="Trebuchet MS"/>
              </a:rPr>
              <a:t>r</a:t>
            </a:r>
            <a:r>
              <a:rPr i="1" spc="35" dirty="0">
                <a:latin typeface="Trebuchet MS"/>
                <a:cs typeface="Trebuchet MS"/>
              </a:rPr>
              <a:t> </a:t>
            </a:r>
            <a:r>
              <a:rPr i="1" spc="-60" dirty="0">
                <a:latin typeface="Verdana"/>
                <a:cs typeface="Verdana"/>
              </a:rPr>
              <a:t>&lt;</a:t>
            </a:r>
            <a:r>
              <a:rPr i="1" spc="-85" dirty="0">
                <a:latin typeface="Verdana"/>
                <a:cs typeface="Verdana"/>
              </a:rPr>
              <a:t> </a:t>
            </a:r>
            <a:r>
              <a:rPr i="1" spc="-25" dirty="0">
                <a:latin typeface="Verdana"/>
                <a:cs typeface="Verdana"/>
              </a:rPr>
              <a:t>|</a:t>
            </a:r>
            <a:r>
              <a:rPr i="1" spc="-25" dirty="0">
                <a:latin typeface="Trebuchet MS"/>
                <a:cs typeface="Trebuchet MS"/>
              </a:rPr>
              <a:t>b</a:t>
            </a:r>
            <a:r>
              <a:rPr i="1" spc="-25" dirty="0">
                <a:latin typeface="Verdana"/>
                <a:cs typeface="Verdana"/>
              </a:rPr>
              <a:t>|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pc="55" dirty="0"/>
              <a:t>A</a:t>
            </a:r>
            <a:r>
              <a:rPr spc="-25" dirty="0"/>
              <a:t> </a:t>
            </a:r>
            <a:r>
              <a:rPr spc="-50" dirty="0"/>
              <a:t>large</a:t>
            </a:r>
            <a:r>
              <a:rPr spc="-25" dirty="0"/>
              <a:t> </a:t>
            </a:r>
            <a:r>
              <a:rPr spc="-60" dirty="0"/>
              <a:t>enough</a:t>
            </a:r>
            <a:r>
              <a:rPr spc="-25" dirty="0"/>
              <a:t> multiple </a:t>
            </a:r>
            <a:r>
              <a:rPr dirty="0"/>
              <a:t>of</a:t>
            </a:r>
            <a:r>
              <a:rPr spc="-25" dirty="0"/>
              <a:t> </a:t>
            </a:r>
            <a:r>
              <a:rPr i="1" dirty="0">
                <a:latin typeface="Trebuchet MS"/>
                <a:cs typeface="Trebuchet MS"/>
              </a:rPr>
              <a:t>b</a:t>
            </a:r>
            <a:r>
              <a:rPr i="1" spc="20" dirty="0">
                <a:latin typeface="Trebuchet MS"/>
                <a:cs typeface="Trebuchet MS"/>
              </a:rPr>
              <a:t> </a:t>
            </a:r>
            <a:r>
              <a:rPr spc="-40" dirty="0"/>
              <a:t>would</a:t>
            </a:r>
            <a:r>
              <a:rPr spc="-25" dirty="0"/>
              <a:t> </a:t>
            </a:r>
            <a:r>
              <a:rPr spc="-55" dirty="0"/>
              <a:t>produce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i="1" spc="-70" dirty="0">
                <a:latin typeface="Trebuchet MS"/>
                <a:cs typeface="Trebuchet MS"/>
              </a:rPr>
              <a:t>remainder</a:t>
            </a:r>
            <a:r>
              <a:rPr i="1" spc="-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r</a:t>
            </a:r>
            <a:r>
              <a:rPr i="1" spc="95" dirty="0">
                <a:latin typeface="Trebuchet MS"/>
                <a:cs typeface="Trebuchet MS"/>
              </a:rPr>
              <a:t> </a:t>
            </a:r>
            <a:r>
              <a:rPr spc="-30" dirty="0"/>
              <a:t>as</a:t>
            </a:r>
            <a:r>
              <a:rPr spc="-25" dirty="0"/>
              <a:t> small as </a:t>
            </a:r>
            <a:r>
              <a:rPr spc="-40" dirty="0"/>
              <a:t>possible</a:t>
            </a:r>
            <a:r>
              <a:rPr spc="-10" dirty="0"/>
              <a:t> </a:t>
            </a:r>
            <a:r>
              <a:rPr spc="-25" dirty="0"/>
              <a:t>(including</a:t>
            </a:r>
            <a:r>
              <a:rPr spc="-5" dirty="0"/>
              <a:t> </a:t>
            </a:r>
            <a:r>
              <a:rPr i="1" dirty="0">
                <a:latin typeface="Trebuchet MS"/>
                <a:cs typeface="Trebuchet MS"/>
              </a:rPr>
              <a:t>r</a:t>
            </a:r>
            <a:r>
              <a:rPr i="1" spc="55" dirty="0">
                <a:latin typeface="Trebuchet MS"/>
                <a:cs typeface="Trebuchet MS"/>
              </a:rPr>
              <a:t> </a:t>
            </a:r>
            <a:r>
              <a:rPr dirty="0"/>
              <a:t>=</a:t>
            </a:r>
            <a:r>
              <a:rPr spc="-65" dirty="0"/>
              <a:t> </a:t>
            </a:r>
            <a:r>
              <a:rPr spc="-25" dirty="0"/>
              <a:t>0)</a:t>
            </a:r>
          </a:p>
          <a:p>
            <a:pPr marL="12700" marR="429259">
              <a:lnSpc>
                <a:spcPct val="125299"/>
              </a:lnSpc>
            </a:pPr>
            <a:r>
              <a:rPr spc="-20" dirty="0"/>
              <a:t>There</a:t>
            </a:r>
            <a:r>
              <a:rPr spc="-40" dirty="0"/>
              <a:t> </a:t>
            </a:r>
            <a:r>
              <a:rPr spc="-50" dirty="0"/>
              <a:t>are</a:t>
            </a:r>
            <a:r>
              <a:rPr spc="-30" dirty="0"/>
              <a:t> </a:t>
            </a:r>
            <a:r>
              <a:rPr spc="-20" dirty="0"/>
              <a:t>only</a:t>
            </a:r>
            <a:r>
              <a:rPr spc="-30" dirty="0"/>
              <a:t> </a:t>
            </a:r>
            <a:r>
              <a:rPr i="1" dirty="0">
                <a:latin typeface="Trebuchet MS"/>
                <a:cs typeface="Trebuchet MS"/>
              </a:rPr>
              <a:t>b</a:t>
            </a:r>
            <a:r>
              <a:rPr i="1" spc="10" dirty="0">
                <a:latin typeface="Trebuchet MS"/>
                <a:cs typeface="Trebuchet MS"/>
              </a:rPr>
              <a:t> </a:t>
            </a:r>
            <a:r>
              <a:rPr spc="-40" dirty="0"/>
              <a:t>possible</a:t>
            </a:r>
            <a:r>
              <a:rPr spc="-30" dirty="0"/>
              <a:t> </a:t>
            </a:r>
            <a:r>
              <a:rPr spc="-50" dirty="0"/>
              <a:t>remainders</a:t>
            </a:r>
            <a:r>
              <a:rPr spc="-40" dirty="0"/>
              <a:t> </a:t>
            </a:r>
            <a:r>
              <a:rPr spc="-60" dirty="0"/>
              <a:t>when</a:t>
            </a:r>
            <a:r>
              <a:rPr spc="-25" dirty="0"/>
              <a:t> </a:t>
            </a:r>
            <a:r>
              <a:rPr spc="-30" dirty="0"/>
              <a:t>dividing</a:t>
            </a:r>
            <a:r>
              <a:rPr spc="-35" dirty="0"/>
              <a:t> </a:t>
            </a:r>
            <a:r>
              <a:rPr spc="-30" dirty="0"/>
              <a:t>by </a:t>
            </a:r>
            <a:r>
              <a:rPr i="1" spc="-35" dirty="0">
                <a:latin typeface="Trebuchet MS"/>
                <a:cs typeface="Trebuchet MS"/>
              </a:rPr>
              <a:t>b</a:t>
            </a:r>
            <a:r>
              <a:rPr spc="-35" dirty="0"/>
              <a:t>. Grouping</a:t>
            </a:r>
            <a:r>
              <a:rPr spc="-55" dirty="0"/>
              <a:t> </a:t>
            </a:r>
            <a:r>
              <a:rPr spc="-45" dirty="0"/>
              <a:t>integers</a:t>
            </a:r>
            <a:r>
              <a:rPr spc="-40" dirty="0"/>
              <a:t> </a:t>
            </a:r>
            <a:r>
              <a:rPr spc="-35" dirty="0"/>
              <a:t>by</a:t>
            </a:r>
            <a:r>
              <a:rPr spc="-50" dirty="0"/>
              <a:t> </a:t>
            </a:r>
            <a:r>
              <a:rPr spc="-10" dirty="0"/>
              <a:t>the</a:t>
            </a:r>
            <a:r>
              <a:rPr spc="-40" dirty="0"/>
              <a:t> remainder.</a:t>
            </a:r>
            <a:r>
              <a:rPr spc="55" dirty="0"/>
              <a:t> </a:t>
            </a:r>
            <a:r>
              <a:rPr dirty="0"/>
              <a:t>Each</a:t>
            </a:r>
            <a:r>
              <a:rPr spc="-45" dirty="0"/>
              <a:t> group</a:t>
            </a:r>
            <a:r>
              <a:rPr spc="-40" dirty="0"/>
              <a:t> </a:t>
            </a:r>
            <a:r>
              <a:rPr dirty="0"/>
              <a:t>is</a:t>
            </a:r>
            <a:r>
              <a:rPr spc="-45" dirty="0"/>
              <a:t> known</a:t>
            </a:r>
            <a:r>
              <a:rPr spc="-40" dirty="0"/>
              <a:t> </a:t>
            </a:r>
            <a:r>
              <a:rPr spc="-20" dirty="0"/>
              <a:t>as</a:t>
            </a:r>
            <a:r>
              <a:rPr spc="-45" dirty="0"/>
              <a:t> </a:t>
            </a:r>
            <a:r>
              <a:rPr spc="-50" dirty="0"/>
              <a:t>a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i="1" spc="-70" dirty="0">
                <a:latin typeface="Trebuchet MS"/>
                <a:cs typeface="Trebuchet MS"/>
              </a:rPr>
              <a:t>remainder</a:t>
            </a:r>
            <a:r>
              <a:rPr i="1" spc="-15" dirty="0">
                <a:latin typeface="Trebuchet MS"/>
                <a:cs typeface="Trebuchet MS"/>
              </a:rPr>
              <a:t> </a:t>
            </a:r>
            <a:r>
              <a:rPr i="1" spc="-30" dirty="0">
                <a:latin typeface="Trebuchet MS"/>
                <a:cs typeface="Trebuchet MS"/>
              </a:rPr>
              <a:t>class</a:t>
            </a:r>
            <a:r>
              <a:rPr i="1" spc="-20" dirty="0">
                <a:latin typeface="Trebuchet MS"/>
                <a:cs typeface="Trebuchet MS"/>
              </a:rPr>
              <a:t> </a:t>
            </a:r>
            <a:r>
              <a:rPr i="1" spc="-50" dirty="0">
                <a:latin typeface="Trebuchet MS"/>
                <a:cs typeface="Trebuchet MS"/>
              </a:rPr>
              <a:t>modulo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b</a:t>
            </a:r>
            <a:r>
              <a:rPr i="1" spc="-15" dirty="0">
                <a:latin typeface="Trebuchet MS"/>
                <a:cs typeface="Trebuchet MS"/>
              </a:rPr>
              <a:t> </a:t>
            </a:r>
            <a:r>
              <a:rPr spc="-20" dirty="0"/>
              <a:t>or</a:t>
            </a:r>
            <a:r>
              <a:rPr spc="-25" dirty="0"/>
              <a:t> </a:t>
            </a:r>
            <a:r>
              <a:rPr i="1" spc="-75" dirty="0">
                <a:latin typeface="Trebuchet MS"/>
                <a:cs typeface="Trebuchet MS"/>
              </a:rPr>
              <a:t>residue</a:t>
            </a:r>
            <a:r>
              <a:rPr i="1" spc="-10" dirty="0">
                <a:latin typeface="Trebuchet MS"/>
                <a:cs typeface="Trebuchet MS"/>
              </a:rPr>
              <a:t> class</a:t>
            </a: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86026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168131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378163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Congruence</a:t>
            </a:r>
            <a:r>
              <a:rPr spc="-60" dirty="0"/>
              <a:t> </a:t>
            </a:r>
            <a:r>
              <a:rPr dirty="0"/>
              <a:t>Module</a:t>
            </a:r>
            <a:r>
              <a:rPr spc="-95" dirty="0"/>
              <a:t> </a:t>
            </a:r>
            <a:r>
              <a:rPr i="1" spc="-50" dirty="0">
                <a:latin typeface="Trebuchet MS"/>
                <a:cs typeface="Trebuchet MS"/>
              </a:rPr>
              <a:t>n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981176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897723"/>
            <a:ext cx="4077335" cy="1692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Arial"/>
                <a:cs typeface="Arial"/>
              </a:rPr>
              <a:t>congruent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b="1" spc="-40" dirty="0">
                <a:latin typeface="Arial"/>
                <a:cs typeface="Arial"/>
              </a:rPr>
              <a:t>modulo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  <a:p>
            <a:pPr marL="1905" algn="ctr">
              <a:lnSpc>
                <a:spcPct val="100000"/>
              </a:lnSpc>
              <a:spcBef>
                <a:spcPts val="1130"/>
              </a:spcBef>
              <a:tabLst>
                <a:tab pos="615315" algn="l"/>
              </a:tabLst>
            </a:pP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375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ahoma"/>
                <a:cs typeface="Tahoma"/>
              </a:rPr>
              <a:t>(</a:t>
            </a:r>
            <a:r>
              <a:rPr sz="1100" spc="-20" dirty="0">
                <a:latin typeface="Tahoma"/>
                <a:cs typeface="Tahoma"/>
              </a:rPr>
              <a:t>mod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100" spc="-45" dirty="0">
                <a:latin typeface="Tahoma"/>
                <a:cs typeface="Tahoma"/>
              </a:rPr>
              <a:t>provided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2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5" dirty="0">
                <a:latin typeface="Trebuchet MS"/>
                <a:cs typeface="Trebuchet MS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remainder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30" dirty="0">
                <a:latin typeface="Tahoma"/>
                <a:cs typeface="Tahoma"/>
              </a:rPr>
              <a:t> divided</a:t>
            </a:r>
            <a:r>
              <a:rPr sz="1100" spc="-35" dirty="0">
                <a:latin typeface="Tahoma"/>
                <a:cs typeface="Tahoma"/>
              </a:rPr>
              <a:t> by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60" dirty="0">
                <a:latin typeface="Arial"/>
                <a:cs typeface="Arial"/>
              </a:rPr>
              <a:t>Congruence</a:t>
            </a:r>
            <a:r>
              <a:rPr sz="1100" b="1" spc="1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and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Divisibility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integers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  <a:p>
            <a:pPr marL="151130">
              <a:lnSpc>
                <a:spcPct val="100000"/>
              </a:lnSpc>
              <a:spcBef>
                <a:spcPts val="635"/>
              </a:spcBef>
              <a:tabLst>
                <a:tab pos="1277620" algn="l"/>
                <a:tab pos="2153285" algn="l"/>
              </a:tabLst>
            </a:pP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36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),</a:t>
            </a:r>
            <a:r>
              <a:rPr sz="1100" dirty="0">
                <a:latin typeface="Tahoma"/>
                <a:cs typeface="Tahoma"/>
              </a:rPr>
              <a:t>	if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if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95" dirty="0">
                <a:latin typeface="Trebuchet MS"/>
                <a:cs typeface="Trebuchet MS"/>
              </a:rPr>
              <a:t>n</a:t>
            </a:r>
            <a:r>
              <a:rPr sz="1100" i="1" spc="-95" dirty="0">
                <a:latin typeface="Verdana"/>
                <a:cs typeface="Verdana"/>
              </a:rPr>
              <a:t>|</a:t>
            </a:r>
            <a:r>
              <a:rPr sz="1100" i="1" spc="-95" dirty="0">
                <a:latin typeface="Trebuchet MS"/>
                <a:cs typeface="Trebuchet MS"/>
              </a:rPr>
              <a:t>a</a:t>
            </a:r>
            <a:r>
              <a:rPr sz="1100" i="1" spc="-7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13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b</a:t>
            </a:r>
            <a:endParaRPr sz="1100" dirty="0">
              <a:latin typeface="Trebuchet MS"/>
              <a:cs typeface="Trebuchet MS"/>
            </a:endParaRPr>
          </a:p>
          <a:p>
            <a:pPr marL="12700" marR="5080">
              <a:lnSpc>
                <a:spcPct val="125299"/>
              </a:lnSpc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holds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only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a</a:t>
            </a:r>
            <a:r>
              <a:rPr sz="1100" i="1" spc="-16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−</a:t>
            </a:r>
            <a:r>
              <a:rPr sz="1100" i="1" spc="-22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kn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for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some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integer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k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2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Trebuchet MS"/>
                <a:cs typeface="Trebuchet MS"/>
              </a:rPr>
              <a:t>b</a:t>
            </a:r>
            <a:r>
              <a:rPr sz="1100" i="1" spc="-13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8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kn </a:t>
            </a:r>
            <a:r>
              <a:rPr sz="1100" spc="-10" dirty="0">
                <a:latin typeface="Tahoma"/>
                <a:cs typeface="Tahoma"/>
              </a:rPr>
              <a:t>So,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congruent</a:t>
            </a:r>
            <a:r>
              <a:rPr sz="1100" spc="-30" dirty="0">
                <a:latin typeface="Tahoma"/>
                <a:cs typeface="Tahoma"/>
              </a:rPr>
              <a:t> modulo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13712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271738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481770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Congruence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spc="-10" dirty="0"/>
              <a:t>Equality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76456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599374"/>
            <a:ext cx="4042410" cy="231584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integers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  <a:tabLst>
                <a:tab pos="479425" algn="l"/>
                <a:tab pos="1146810" algn="l"/>
              </a:tabLst>
            </a:pP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7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b</a:t>
            </a:r>
            <a:r>
              <a:rPr sz="1100" i="1" dirty="0">
                <a:latin typeface="Trebuchet MS"/>
                <a:cs typeface="Trebuchet MS"/>
              </a:rPr>
              <a:t>	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dirty="0">
                <a:latin typeface="Tahoma"/>
                <a:cs typeface="Tahoma"/>
              </a:rPr>
              <a:t>	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50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b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lang="en-US" sz="1100" i="1" dirty="0" err="1">
                <a:latin typeface="Trebuchet MS"/>
                <a:cs typeface="Trebuchet MS"/>
              </a:rPr>
              <a:t>n</a:t>
            </a:r>
            <a:r>
              <a:rPr sz="1100" i="1" dirty="0" err="1">
                <a:latin typeface="Trebuchet MS"/>
                <a:cs typeface="Trebuchet MS"/>
              </a:rPr>
              <a:t>k</a:t>
            </a:r>
            <a:r>
              <a:rPr sz="1100" i="1" spc="8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some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integer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k</a:t>
            </a:r>
            <a:endParaRPr sz="11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b="1" spc="-30" dirty="0">
                <a:latin typeface="Arial"/>
                <a:cs typeface="Arial"/>
              </a:rPr>
              <a:t>Properties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Congruence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latin typeface="Tahoma"/>
                <a:cs typeface="Tahoma"/>
              </a:rPr>
              <a:t>Congruence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Modulo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i="1" spc="-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Equivalence </a:t>
            </a:r>
            <a:r>
              <a:rPr sz="1100" spc="-10" dirty="0">
                <a:latin typeface="Tahoma"/>
                <a:cs typeface="Tahoma"/>
              </a:rPr>
              <a:t>Relation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Tahoma"/>
                <a:cs typeface="Tahoma"/>
              </a:rPr>
              <a:t>Given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integers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positive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integer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: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1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3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-3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-2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-3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7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6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600"/>
              </a:spcBef>
            </a:pPr>
            <a:r>
              <a:rPr sz="1100" dirty="0">
                <a:latin typeface="Tahoma"/>
                <a:cs typeface="Tahoma"/>
              </a:rPr>
              <a:t>Thus,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congruence</a:t>
            </a:r>
            <a:r>
              <a:rPr sz="1100" spc="-30" dirty="0">
                <a:latin typeface="Tahoma"/>
                <a:cs typeface="Tahoma"/>
              </a:rPr>
              <a:t> modulo </a:t>
            </a:r>
            <a:r>
              <a:rPr sz="1100" i="1" dirty="0">
                <a:latin typeface="Trebuchet MS"/>
                <a:cs typeface="Trebuchet MS"/>
              </a:rPr>
              <a:t>n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reflexive,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symmetric,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transitive,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equivalence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relation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98498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Congruence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spc="-10" dirty="0"/>
              <a:t>Arithmetic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023745"/>
            <a:ext cx="65265" cy="65265"/>
          </a:xfrm>
          <a:prstGeom prst="rect">
            <a:avLst/>
          </a:prstGeom>
        </p:spPr>
      </p:pic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405850"/>
            <a:ext cx="65265" cy="6526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844" y="828634"/>
            <a:ext cx="4356735" cy="168592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3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7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1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c</a:t>
            </a:r>
            <a:r>
              <a:rPr sz="1100" i="1" spc="1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d</a:t>
            </a:r>
            <a:r>
              <a:rPr sz="1100" i="1" spc="8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then:</a:t>
            </a:r>
            <a:endParaRPr sz="1100" dirty="0">
              <a:latin typeface="Tahoma"/>
              <a:cs typeface="Tahoma"/>
            </a:endParaRPr>
          </a:p>
          <a:p>
            <a:pPr marL="151130" marR="2843530" algn="just">
              <a:lnSpc>
                <a:spcPct val="147900"/>
              </a:lnSpc>
            </a:pPr>
            <a:r>
              <a:rPr sz="1100" i="1" spc="-55" dirty="0">
                <a:latin typeface="Trebuchet MS"/>
                <a:cs typeface="Trebuchet MS"/>
              </a:rPr>
              <a:t>a</a:t>
            </a:r>
            <a:r>
              <a:rPr sz="1100" i="1" spc="-80" dirty="0">
                <a:latin typeface="Trebuchet MS"/>
                <a:cs typeface="Trebuchet MS"/>
              </a:rPr>
              <a:t> </a:t>
            </a:r>
            <a:r>
              <a:rPr sz="1100" spc="4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c</a:t>
            </a:r>
            <a:r>
              <a:rPr sz="1100" i="1" spc="60" dirty="0">
                <a:latin typeface="Trebuchet MS"/>
                <a:cs typeface="Trebuchet MS"/>
              </a:rPr>
              <a:t> </a:t>
            </a:r>
            <a:r>
              <a:rPr sz="1100" i="1" spc="-55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b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spc="4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d</a:t>
            </a:r>
            <a:r>
              <a:rPr sz="1100" i="1" spc="13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(mod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Trebuchet MS"/>
                <a:cs typeface="Trebuchet MS"/>
              </a:rPr>
              <a:t>n</a:t>
            </a:r>
            <a:r>
              <a:rPr sz="1100" spc="-50" dirty="0">
                <a:latin typeface="Tahoma"/>
                <a:cs typeface="Tahoma"/>
              </a:rPr>
              <a:t>)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Trebuchet MS"/>
                <a:cs typeface="Trebuchet MS"/>
              </a:rPr>
              <a:t>a</a:t>
            </a:r>
            <a:r>
              <a:rPr sz="1100" i="1" spc="-80" dirty="0">
                <a:latin typeface="Trebuchet MS"/>
                <a:cs typeface="Trebuchet MS"/>
              </a:rPr>
              <a:t> </a:t>
            </a:r>
            <a:r>
              <a:rPr sz="1100" i="1" spc="-55" dirty="0">
                <a:latin typeface="Verdana"/>
                <a:cs typeface="Verdana"/>
              </a:rPr>
              <a:t>−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i="1" spc="-20" dirty="0">
                <a:latin typeface="Trebuchet MS"/>
                <a:cs typeface="Trebuchet MS"/>
              </a:rPr>
              <a:t>c</a:t>
            </a:r>
            <a:r>
              <a:rPr sz="1100" i="1" spc="60" dirty="0">
                <a:latin typeface="Trebuchet MS"/>
                <a:cs typeface="Trebuchet MS"/>
              </a:rPr>
              <a:t> </a:t>
            </a:r>
            <a:r>
              <a:rPr sz="1100" i="1" spc="-55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b</a:t>
            </a:r>
            <a:r>
              <a:rPr sz="1100" i="1" spc="-55" dirty="0">
                <a:latin typeface="Trebuchet MS"/>
                <a:cs typeface="Trebuchet MS"/>
              </a:rPr>
              <a:t> </a:t>
            </a:r>
            <a:r>
              <a:rPr sz="1100" i="1" spc="-55" dirty="0">
                <a:latin typeface="Verdana"/>
                <a:cs typeface="Verdana"/>
              </a:rPr>
              <a:t>−</a:t>
            </a:r>
            <a:r>
              <a:rPr sz="1100" i="1" spc="-145" dirty="0">
                <a:latin typeface="Verdana"/>
                <a:cs typeface="Verdana"/>
              </a:rPr>
              <a:t> </a:t>
            </a:r>
            <a:r>
              <a:rPr sz="1100" i="1" spc="-60" dirty="0">
                <a:latin typeface="Trebuchet MS"/>
                <a:cs typeface="Trebuchet MS"/>
              </a:rPr>
              <a:t>d</a:t>
            </a:r>
            <a:r>
              <a:rPr sz="1100" i="1" spc="13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(mod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Trebuchet MS"/>
                <a:cs typeface="Trebuchet MS"/>
              </a:rPr>
              <a:t>n</a:t>
            </a:r>
            <a:r>
              <a:rPr sz="1100" spc="-45" dirty="0">
                <a:latin typeface="Tahoma"/>
                <a:cs typeface="Tahoma"/>
              </a:rPr>
              <a:t>)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40" dirty="0">
                <a:latin typeface="Trebuchet MS"/>
                <a:cs typeface="Trebuchet MS"/>
              </a:rPr>
              <a:t>ac</a:t>
            </a:r>
            <a:r>
              <a:rPr sz="1100" i="1" spc="60" dirty="0">
                <a:latin typeface="Trebuchet MS"/>
                <a:cs typeface="Trebuchet MS"/>
              </a:rPr>
              <a:t> </a:t>
            </a:r>
            <a:r>
              <a:rPr sz="1100" i="1" spc="-55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45" dirty="0">
                <a:latin typeface="Trebuchet MS"/>
                <a:cs typeface="Trebuchet MS"/>
              </a:rPr>
              <a:t>bd</a:t>
            </a:r>
            <a:r>
              <a:rPr sz="1100" i="1" spc="135" dirty="0">
                <a:latin typeface="Trebuchet MS"/>
                <a:cs typeface="Trebuchet MS"/>
              </a:rPr>
              <a:t> </a:t>
            </a:r>
            <a:r>
              <a:rPr sz="1100" spc="-40" dirty="0">
                <a:latin typeface="Tahoma"/>
                <a:cs typeface="Tahoma"/>
              </a:rPr>
              <a:t>(mod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15" dirty="0">
                <a:latin typeface="Trebuchet MS"/>
                <a:cs typeface="Trebuchet MS"/>
              </a:rPr>
              <a:t>n</a:t>
            </a:r>
            <a:r>
              <a:rPr sz="1100" spc="-1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289560" marR="5080" algn="just">
              <a:lnSpc>
                <a:spcPct val="102600"/>
              </a:lnSpc>
              <a:spcBef>
                <a:spcPts val="894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can </a:t>
            </a:r>
            <a:r>
              <a:rPr sz="1100" spc="-45" dirty="0">
                <a:latin typeface="Tahoma"/>
                <a:cs typeface="Tahoma"/>
              </a:rPr>
              <a:t>replace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congruence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any</a:t>
            </a:r>
            <a:r>
              <a:rPr sz="1100" spc="-30" dirty="0">
                <a:latin typeface="Tahoma"/>
                <a:cs typeface="Tahoma"/>
              </a:rPr>
              <a:t> other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number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it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congruent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to</a:t>
            </a:r>
            <a:endParaRPr sz="1100" dirty="0">
              <a:latin typeface="Tahoma"/>
              <a:cs typeface="Tahoma"/>
            </a:endParaRPr>
          </a:p>
          <a:p>
            <a:pPr marL="289560" algn="just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Tahoma"/>
                <a:cs typeface="Tahoma"/>
              </a:rPr>
              <a:t>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number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congruent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digits,</a:t>
            </a:r>
            <a:r>
              <a:rPr sz="1100" spc="-35" dirty="0">
                <a:latin typeface="Tahoma"/>
                <a:cs typeface="Tahoma"/>
              </a:rPr>
              <a:t> module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9.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186308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Congruence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spc="-10" dirty="0"/>
              <a:t>Division</a:t>
            </a: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67612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084172"/>
            <a:ext cx="1624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ad</a:t>
            </a:r>
            <a:r>
              <a:rPr sz="1100" i="1" spc="-1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bd</a:t>
            </a:r>
            <a:r>
              <a:rPr sz="1100" i="1" spc="5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75421" y="1428316"/>
            <a:ext cx="719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8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2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spc="-20" dirty="0">
                <a:latin typeface="Javanese Text"/>
                <a:cs typeface="Javanese Text"/>
              </a:rPr>
              <a:t>mod</a:t>
            </a:r>
            <a:endParaRPr sz="1100">
              <a:latin typeface="Javanese Text"/>
              <a:cs typeface="Javanese Tex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12923" y="1334591"/>
            <a:ext cx="971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Trebuchet MS"/>
                <a:cs typeface="Trebuchet MS"/>
              </a:rPr>
              <a:t>n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97391" y="1544929"/>
            <a:ext cx="530860" cy="0"/>
          </a:xfrm>
          <a:custGeom>
            <a:avLst/>
            <a:gdLst/>
            <a:ahLst/>
            <a:cxnLst/>
            <a:rect l="l" t="t" r="r" b="b"/>
            <a:pathLst>
              <a:path w="530860">
                <a:moveTo>
                  <a:pt x="0" y="0"/>
                </a:moveTo>
                <a:lnTo>
                  <a:pt x="53052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84691" y="1523351"/>
            <a:ext cx="5562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gcd(</a:t>
            </a:r>
            <a:r>
              <a:rPr sz="1100" i="1" spc="-45" dirty="0">
                <a:latin typeface="Trebuchet MS"/>
                <a:cs typeface="Trebuchet MS"/>
              </a:rPr>
              <a:t>d</a:t>
            </a:r>
            <a:r>
              <a:rPr sz="1100" i="1" spc="-45" dirty="0">
                <a:latin typeface="Verdana"/>
                <a:cs typeface="Verdana"/>
              </a:rPr>
              <a:t>,</a:t>
            </a:r>
            <a:r>
              <a:rPr sz="1100" i="1" spc="-150" dirty="0">
                <a:latin typeface="Verdana"/>
                <a:cs typeface="Verdan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30397" y="1428316"/>
            <a:ext cx="79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1" name="object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46414"/>
            <a:ext cx="65265" cy="6526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02932" y="1781223"/>
            <a:ext cx="2381885" cy="52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marR="5080" indent="-139065">
              <a:lnSpc>
                <a:spcPct val="147900"/>
              </a:lnSpc>
              <a:spcBef>
                <a:spcPts val="100"/>
              </a:spcBef>
            </a:pPr>
            <a:r>
              <a:rPr sz="1100" spc="-30" dirty="0">
                <a:latin typeface="Tahoma"/>
                <a:cs typeface="Tahoma"/>
              </a:rPr>
              <a:t>If </a:t>
            </a:r>
            <a:r>
              <a:rPr sz="1100" i="1" dirty="0">
                <a:latin typeface="Trebuchet MS"/>
                <a:cs typeface="Trebuchet MS"/>
              </a:rPr>
              <a:t>d</a:t>
            </a:r>
            <a:r>
              <a:rPr sz="1100" i="1" spc="70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common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factors </a:t>
            </a:r>
            <a:r>
              <a:rPr sz="1100" spc="-40" dirty="0">
                <a:latin typeface="Tahoma"/>
                <a:cs typeface="Tahoma"/>
              </a:rPr>
              <a:t>then </a:t>
            </a:r>
            <a:r>
              <a:rPr sz="1100" spc="-45" dirty="0">
                <a:latin typeface="Tahoma"/>
                <a:cs typeface="Tahoma"/>
              </a:rPr>
              <a:t>gcd(</a:t>
            </a:r>
            <a:r>
              <a:rPr sz="1100" i="1" spc="-45" dirty="0">
                <a:latin typeface="Trebuchet MS"/>
                <a:cs typeface="Trebuchet MS"/>
              </a:rPr>
              <a:t>d</a:t>
            </a:r>
            <a:r>
              <a:rPr sz="1100" i="1" spc="-4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n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a</a:t>
            </a:r>
            <a:r>
              <a:rPr sz="1100" i="1" spc="-45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≡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dirty="0">
                <a:latin typeface="Trebuchet MS"/>
                <a:cs typeface="Trebuchet MS"/>
              </a:rPr>
              <a:t>b</a:t>
            </a:r>
            <a:r>
              <a:rPr sz="1100" i="1" spc="30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ahoma"/>
                <a:cs typeface="Tahoma"/>
              </a:rPr>
              <a:t>(mod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n</a:t>
            </a:r>
            <a:r>
              <a:rPr sz="1100" spc="-25" dirty="0">
                <a:latin typeface="Tahoma"/>
                <a:cs typeface="Tahoma"/>
              </a:rPr>
              <a:t>).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1058</Words>
  <Application>Microsoft Macintosh PowerPoint</Application>
  <PresentationFormat>Custom</PresentationFormat>
  <Paragraphs>99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Constantia</vt:lpstr>
      <vt:lpstr>Javanese Text</vt:lpstr>
      <vt:lpstr>Lucida Sans Unicode</vt:lpstr>
      <vt:lpstr>Tahoma</vt:lpstr>
      <vt:lpstr>Trebuchet MS</vt:lpstr>
      <vt:lpstr>Verdana</vt:lpstr>
      <vt:lpstr>Office Theme</vt:lpstr>
      <vt:lpstr>CS5070 Mathematical Structures for Computer Science - Generating Functions and Number Theory  </vt:lpstr>
      <vt:lpstr>Generating Functions (Chapter 5)</vt:lpstr>
      <vt:lpstr>More on Generating Functions</vt:lpstr>
      <vt:lpstr>Generating More Sequences</vt:lpstr>
      <vt:lpstr>More Complex Series</vt:lpstr>
      <vt:lpstr>Number Theory</vt:lpstr>
      <vt:lpstr>Division Algorithm</vt:lpstr>
      <vt:lpstr>Congruence Module n</vt:lpstr>
      <vt:lpstr>Congruence and Equality</vt:lpstr>
      <vt:lpstr>Congruence and Arithmetic</vt:lpstr>
      <vt:lpstr>Congruence and Division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CS5070 Mathematical Structures for Computer Science - Notes 7</dc:title>
  <dc:creator>José Garrido</dc:creator>
  <cp:lastModifiedBy>Kun Suo</cp:lastModifiedBy>
  <cp:revision>5</cp:revision>
  <dcterms:created xsi:type="dcterms:W3CDTF">2026-04-21T18:14:43Z</dcterms:created>
  <dcterms:modified xsi:type="dcterms:W3CDTF">2026-06-02T17:37:02Z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2022-04-11T00:00:00Z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2026-04-21T00:00:00Z</vt:filetime>
  </property>
  <property fmtid="{D5CDD505-2E9C-101B-9397-08002B2CF9AE}" pid="6" name="PTEX.Fullbanner">
    <vt:lpwstr>This is MiKTeX-pdfTeX 2.9.6870 (1.40.19)</vt:lpwstr>
  </property>
  <property fmtid="{D5CDD505-2E9C-101B-9397-08002B2CF9AE}" pid="7" name="Producer">
    <vt:lpwstr>pdfTeX-1.40.19</vt:lpwstr>
  </property>
  <property fmtid="{D5CDD505-2E9C-101B-9397-08002B2CF9AE}" pid="8" name="data-panorama-remediation-history">
    <vt:lpwstr>[{"pageNumber":0,"geomIndex":0,"lastGeomIndex":6,"textElement":"CS5070","tableIndex":-1,"rowIndex":-1,"cellIndex":-1,"fontColor":"#b30000","identifiers":{"PARAGRAPH_ID":"0","RUN_ID":"0","SLIDE_ID":"0"},"issueDetails":{"luminance25":"0.6866853124353136","isHeader":"false","luminance75":"0.6866853124353136","textColor":"cc0000"},"issueTypeId":"LowContrastIssue:PPTX","dismiss":false,"pageNumbers":[1],"coordinatesList":[[18.552000045776367,60.8599853515625,325.92471504211426,6.823440074920654]]},{"pageNumber":0,"geomIndex":46,"lastGeomIndex":47,"textElement":"-","tableIndex":-1,"rowIndex":-1,"cellIndex":-1,"fontColor":"#b30000","identifiers":{"PARAGRAPH_ID":"1","RUN_ID":"0","SLIDE_ID":"0"},"issueDetails":{"luminance25":"0.6866853124353136","isHeader":"false","luminance75":"0.6866853124353136","textColor":"cc0000"},"issueTypeId":"LowContrastIssue:PPTX","dismiss":false,"pageNumbers":[1],"coordinatesList":[[154.05999755859375,78.6199951171875,55.205841064453125,6.823440074920654]]},{"languageSet":"default","pageNumber":0,"geomIndex":-1,"identifiers":{},"issueTypeId":"MissingLanguageSetIssue:PPTX","dismiss":false,"pageNumbers":[1],"coordinatesList":[[10.0,10.0,2.0,2.0]]},{"isReadingOrderVerified":"true","pageNumber":0,"geomIndex":-1,"issueTypeId":"ReadingOrderIssue:PPTX","dismiss":false,"pageNumbers":[2],"coordinatesList":[[10.0,10.0,2.0,2.0]]},{"isReadingOrderVerified":"true","pageNumber":0,"geomIndex":-1,"issueTypeId":"ReadingOrderIssue:PPTX","dismiss":false,"pageNumbers":[3],"coordinatesList":[[10.0,10.0,2.0,2.0]]},{"isReadingOrderVerified":"true","pageNumber":0,"geomIndex":-1,"issueTypeId":"ReadingOrderIssue:PPTX","dismiss":false,"pageNumbers":[4],"coordinatesList":[[10.0,10.0,2.0,2.0]]},{"isReadingOrderVerified":"true","pageNumber":0,"geomIndex":-1,"issueTypeId":"ReadingOrderIssue:PPTX","dismiss":false,"pageNumbers":[5],"coordinatesList":[[10.0,10.0,2.0,2.0]]},{"isReadingOrderVerified":"true","pageNumber":0,"geomIndex":-1,"issueTypeId":"ReadingOrderIssue:PPTX","dismiss":false,"pageNumbers":[11],"coordinatesList":[[10.0,10.0,2.0,2.0]]}]</vt:lpwstr>
  </property>
  <property fmtid="{D5CDD505-2E9C-101B-9397-08002B2CF9AE}" pid="9" name="ReadingOrderVerifiedPages">
    <vt:lpwstr>2,3,4,5,11</vt:lpwstr>
  </property>
</Properties>
</file>
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60" r:id="rId5"/>
    <p:sldId id="261" r:id="rId6"/>
    <p:sldId id="259" r:id="rId7"/>
    <p:sldId id="262" r:id="rId8"/>
    <p:sldId id="264" r:id="rId9"/>
    <p:sldId id="265" r:id="rId10"/>
    <p:sldId id="266" r:id="rId11"/>
    <p:sldId id="267" r:id="rId12"/>
    <p:sldId id="263" r:id="rId13"/>
    <p:sldId id="268" r:id="rId14"/>
    <p:sldId id="271" r:id="rId15"/>
    <p:sldId id="269" r:id="rId16"/>
    <p:sldId id="270" r:id="rId17"/>
    <p:sldId id="272" r:id="rId18"/>
    <p:sldId id="273" r:id="rId19"/>
    <p:sldId id="274" r:id="rId20"/>
    <p:sldId id="275" r:id="rId21"/>
  </p:sldIdLst>
  <p:sldSz cx="4610100" cy="3460750"/>
  <p:notesSz cx="4610100" cy="3460750"/>
  <p:defaultTextStyle>
    <a:defPPr>
      <a:defRPr lang="en"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F1FF"/>
    <a:srgbClr val="E7FA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3E5CAAF-2917-E14F-9589-FD7CC68EB0F8}" v="145" dt="2026-06-05T03:02:42.17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716"/>
    <p:restoredTop sz="94645"/>
  </p:normalViewPr>
  <p:slideViewPr>
    <p:cSldViewPr>
      <p:cViewPr>
        <p:scale>
          <a:sx n="263" d="100"/>
          <a:sy n="263" d="100"/>
        </p:scale>
        <p:origin x="896" y="40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un Suo" userId="41c30799-3a2b-4880-86a3-8488be07954a" providerId="ADAL" clId="{01B90814-4EBE-5562-8795-CE1E7277191D}"/>
    <pc:docChg chg="undo custSel addSld delSld modSld sldOrd">
      <pc:chgData name="Kun Suo" userId="41c30799-3a2b-4880-86a3-8488be07954a" providerId="ADAL" clId="{01B90814-4EBE-5562-8795-CE1E7277191D}" dt="2026-06-05T03:03:15.164" v="1323" actId="14100"/>
      <pc:docMkLst>
        <pc:docMk/>
      </pc:docMkLst>
      <pc:sldChg chg="modSp mod">
        <pc:chgData name="Kun Suo" userId="41c30799-3a2b-4880-86a3-8488be07954a" providerId="ADAL" clId="{01B90814-4EBE-5562-8795-CE1E7277191D}" dt="2026-06-04T21:12:55.431" v="221" actId="20577"/>
        <pc:sldMkLst>
          <pc:docMk/>
          <pc:sldMk cId="0" sldId="256"/>
        </pc:sldMkLst>
        <pc:spChg chg="mod">
          <ac:chgData name="Kun Suo" userId="41c30799-3a2b-4880-86a3-8488be07954a" providerId="ADAL" clId="{01B90814-4EBE-5562-8795-CE1E7277191D}" dt="2026-06-04T21:12:55.431" v="221" actId="20577"/>
          <ac:spMkLst>
            <pc:docMk/>
            <pc:sldMk cId="0" sldId="256"/>
            <ac:spMk id="12" creationId="{00000000-0000-0000-0000-000000000000}"/>
          </ac:spMkLst>
        </pc:spChg>
      </pc:sldChg>
      <pc:sldChg chg="addSp delSp modSp mod">
        <pc:chgData name="Kun Suo" userId="41c30799-3a2b-4880-86a3-8488be07954a" providerId="ADAL" clId="{01B90814-4EBE-5562-8795-CE1E7277191D}" dt="2026-06-04T21:16:45.039" v="254" actId="113"/>
        <pc:sldMkLst>
          <pc:docMk/>
          <pc:sldMk cId="0" sldId="257"/>
        </pc:sldMkLst>
        <pc:spChg chg="mod">
          <ac:chgData name="Kun Suo" userId="41c30799-3a2b-4880-86a3-8488be07954a" providerId="ADAL" clId="{01B90814-4EBE-5562-8795-CE1E7277191D}" dt="2026-06-04T21:14:33.384" v="228" actId="14100"/>
          <ac:spMkLst>
            <pc:docMk/>
            <pc:sldMk cId="0" sldId="257"/>
            <ac:spMk id="3" creationId="{00000000-0000-0000-0000-000000000000}"/>
          </ac:spMkLst>
        </pc:spChg>
        <pc:spChg chg="del">
          <ac:chgData name="Kun Suo" userId="41c30799-3a2b-4880-86a3-8488be07954a" providerId="ADAL" clId="{01B90814-4EBE-5562-8795-CE1E7277191D}" dt="2026-06-04T21:14:40.248" v="229" actId="478"/>
          <ac:spMkLst>
            <pc:docMk/>
            <pc:sldMk cId="0" sldId="257"/>
            <ac:spMk id="5" creationId="{00000000-0000-0000-0000-000000000000}"/>
          </ac:spMkLst>
        </pc:spChg>
        <pc:spChg chg="del">
          <ac:chgData name="Kun Suo" userId="41c30799-3a2b-4880-86a3-8488be07954a" providerId="ADAL" clId="{01B90814-4EBE-5562-8795-CE1E7277191D}" dt="2026-06-04T21:14:42.427" v="230" actId="478"/>
          <ac:spMkLst>
            <pc:docMk/>
            <pc:sldMk cId="0" sldId="257"/>
            <ac:spMk id="9" creationId="{00000000-0000-0000-0000-000000000000}"/>
          </ac:spMkLst>
        </pc:spChg>
        <pc:spChg chg="del">
          <ac:chgData name="Kun Suo" userId="41c30799-3a2b-4880-86a3-8488be07954a" providerId="ADAL" clId="{01B90814-4EBE-5562-8795-CE1E7277191D}" dt="2026-06-04T21:14:42.427" v="230" actId="478"/>
          <ac:spMkLst>
            <pc:docMk/>
            <pc:sldMk cId="0" sldId="257"/>
            <ac:spMk id="10" creationId="{00000000-0000-0000-0000-000000000000}"/>
          </ac:spMkLst>
        </pc:spChg>
        <pc:spChg chg="del">
          <ac:chgData name="Kun Suo" userId="41c30799-3a2b-4880-86a3-8488be07954a" providerId="ADAL" clId="{01B90814-4EBE-5562-8795-CE1E7277191D}" dt="2026-06-04T21:14:42.427" v="230" actId="478"/>
          <ac:spMkLst>
            <pc:docMk/>
            <pc:sldMk cId="0" sldId="257"/>
            <ac:spMk id="11" creationId="{00000000-0000-0000-0000-000000000000}"/>
          </ac:spMkLst>
        </pc:spChg>
        <pc:spChg chg="del">
          <ac:chgData name="Kun Suo" userId="41c30799-3a2b-4880-86a3-8488be07954a" providerId="ADAL" clId="{01B90814-4EBE-5562-8795-CE1E7277191D}" dt="2026-06-04T21:14:42.427" v="230" actId="478"/>
          <ac:spMkLst>
            <pc:docMk/>
            <pc:sldMk cId="0" sldId="257"/>
            <ac:spMk id="12" creationId="{00000000-0000-0000-0000-000000000000}"/>
          </ac:spMkLst>
        </pc:spChg>
        <pc:spChg chg="del">
          <ac:chgData name="Kun Suo" userId="41c30799-3a2b-4880-86a3-8488be07954a" providerId="ADAL" clId="{01B90814-4EBE-5562-8795-CE1E7277191D}" dt="2026-06-04T21:14:42.427" v="230" actId="478"/>
          <ac:spMkLst>
            <pc:docMk/>
            <pc:sldMk cId="0" sldId="257"/>
            <ac:spMk id="13" creationId="{00000000-0000-0000-0000-000000000000}"/>
          </ac:spMkLst>
        </pc:spChg>
        <pc:spChg chg="del">
          <ac:chgData name="Kun Suo" userId="41c30799-3a2b-4880-86a3-8488be07954a" providerId="ADAL" clId="{01B90814-4EBE-5562-8795-CE1E7277191D}" dt="2026-06-04T21:14:42.427" v="230" actId="478"/>
          <ac:spMkLst>
            <pc:docMk/>
            <pc:sldMk cId="0" sldId="257"/>
            <ac:spMk id="14" creationId="{00000000-0000-0000-0000-000000000000}"/>
          </ac:spMkLst>
        </pc:spChg>
        <pc:spChg chg="add del mod">
          <ac:chgData name="Kun Suo" userId="41c30799-3a2b-4880-86a3-8488be07954a" providerId="ADAL" clId="{01B90814-4EBE-5562-8795-CE1E7277191D}" dt="2026-06-04T21:14:45.191" v="232" actId="478"/>
          <ac:spMkLst>
            <pc:docMk/>
            <pc:sldMk cId="0" sldId="257"/>
            <ac:spMk id="15" creationId="{8E5D3424-EA9C-55BD-2718-EA22E044A030}"/>
          </ac:spMkLst>
        </pc:spChg>
        <pc:graphicFrameChg chg="add mod modGraphic">
          <ac:chgData name="Kun Suo" userId="41c30799-3a2b-4880-86a3-8488be07954a" providerId="ADAL" clId="{01B90814-4EBE-5562-8795-CE1E7277191D}" dt="2026-06-04T21:16:45.039" v="254" actId="113"/>
          <ac:graphicFrameMkLst>
            <pc:docMk/>
            <pc:sldMk cId="0" sldId="257"/>
            <ac:graphicFrameMk id="16" creationId="{DB046037-568A-3569-6952-00B7C4BA3C2C}"/>
          </ac:graphicFrameMkLst>
        </pc:graphicFrameChg>
        <pc:picChg chg="del">
          <ac:chgData name="Kun Suo" userId="41c30799-3a2b-4880-86a3-8488be07954a" providerId="ADAL" clId="{01B90814-4EBE-5562-8795-CE1E7277191D}" dt="2026-06-04T21:14:42.427" v="230" actId="478"/>
          <ac:picMkLst>
            <pc:docMk/>
            <pc:sldMk cId="0" sldId="257"/>
            <ac:picMk id="4" creationId="{00000000-0000-0000-0000-000000000000}"/>
          </ac:picMkLst>
        </pc:picChg>
        <pc:picChg chg="del">
          <ac:chgData name="Kun Suo" userId="41c30799-3a2b-4880-86a3-8488be07954a" providerId="ADAL" clId="{01B90814-4EBE-5562-8795-CE1E7277191D}" dt="2026-06-04T21:14:42.427" v="230" actId="478"/>
          <ac:picMkLst>
            <pc:docMk/>
            <pc:sldMk cId="0" sldId="257"/>
            <ac:picMk id="6" creationId="{00000000-0000-0000-0000-000000000000}"/>
          </ac:picMkLst>
        </pc:picChg>
        <pc:picChg chg="del">
          <ac:chgData name="Kun Suo" userId="41c30799-3a2b-4880-86a3-8488be07954a" providerId="ADAL" clId="{01B90814-4EBE-5562-8795-CE1E7277191D}" dt="2026-06-04T21:14:42.427" v="230" actId="478"/>
          <ac:picMkLst>
            <pc:docMk/>
            <pc:sldMk cId="0" sldId="257"/>
            <ac:picMk id="7" creationId="{00000000-0000-0000-0000-000000000000}"/>
          </ac:picMkLst>
        </pc:picChg>
        <pc:picChg chg="del">
          <ac:chgData name="Kun Suo" userId="41c30799-3a2b-4880-86a3-8488be07954a" providerId="ADAL" clId="{01B90814-4EBE-5562-8795-CE1E7277191D}" dt="2026-06-04T21:14:42.427" v="230" actId="478"/>
          <ac:picMkLst>
            <pc:docMk/>
            <pc:sldMk cId="0" sldId="257"/>
            <ac:picMk id="8" creationId="{00000000-0000-0000-0000-000000000000}"/>
          </ac:picMkLst>
        </pc:picChg>
      </pc:sldChg>
      <pc:sldChg chg="del">
        <pc:chgData name="Kun Suo" userId="41c30799-3a2b-4880-86a3-8488be07954a" providerId="ADAL" clId="{01B90814-4EBE-5562-8795-CE1E7277191D}" dt="2026-06-04T21:12:31.955" v="204" actId="2696"/>
        <pc:sldMkLst>
          <pc:docMk/>
          <pc:sldMk cId="0" sldId="258"/>
        </pc:sldMkLst>
      </pc:sldChg>
      <pc:sldChg chg="addSp delSp modSp add mod">
        <pc:chgData name="Kun Suo" userId="41c30799-3a2b-4880-86a3-8488be07954a" providerId="ADAL" clId="{01B90814-4EBE-5562-8795-CE1E7277191D}" dt="2026-06-04T21:51:15.227" v="477" actId="207"/>
        <pc:sldMkLst>
          <pc:docMk/>
          <pc:sldMk cId="746091037" sldId="258"/>
        </pc:sldMkLst>
        <pc:spChg chg="mod">
          <ac:chgData name="Kun Suo" userId="41c30799-3a2b-4880-86a3-8488be07954a" providerId="ADAL" clId="{01B90814-4EBE-5562-8795-CE1E7277191D}" dt="2026-06-04T21:21:10.609" v="257"/>
          <ac:spMkLst>
            <pc:docMk/>
            <pc:sldMk cId="746091037" sldId="258"/>
            <ac:spMk id="3" creationId="{6DF5FC8A-FD35-342A-3A69-F211C0A22CDD}"/>
          </ac:spMkLst>
        </pc:spChg>
        <pc:spChg chg="del">
          <ac:chgData name="Kun Suo" userId="41c30799-3a2b-4880-86a3-8488be07954a" providerId="ADAL" clId="{01B90814-4EBE-5562-8795-CE1E7277191D}" dt="2026-06-04T21:22:20.963" v="258" actId="478"/>
          <ac:spMkLst>
            <pc:docMk/>
            <pc:sldMk cId="746091037" sldId="258"/>
            <ac:spMk id="5" creationId="{45FFA4E0-AAB5-D5C1-EB40-56E2BE91F723}"/>
          </ac:spMkLst>
        </pc:spChg>
        <pc:spChg chg="del">
          <ac:chgData name="Kun Suo" userId="41c30799-3a2b-4880-86a3-8488be07954a" providerId="ADAL" clId="{01B90814-4EBE-5562-8795-CE1E7277191D}" dt="2026-06-04T21:22:20.963" v="258" actId="478"/>
          <ac:spMkLst>
            <pc:docMk/>
            <pc:sldMk cId="746091037" sldId="258"/>
            <ac:spMk id="9" creationId="{FBDBC8A4-6733-3E5F-E42C-8DF816E37800}"/>
          </ac:spMkLst>
        </pc:spChg>
        <pc:spChg chg="del">
          <ac:chgData name="Kun Suo" userId="41c30799-3a2b-4880-86a3-8488be07954a" providerId="ADAL" clId="{01B90814-4EBE-5562-8795-CE1E7277191D}" dt="2026-06-04T21:22:20.963" v="258" actId="478"/>
          <ac:spMkLst>
            <pc:docMk/>
            <pc:sldMk cId="746091037" sldId="258"/>
            <ac:spMk id="10" creationId="{CBE36B5E-CE8C-700D-B9AF-FEFCB0C2BC49}"/>
          </ac:spMkLst>
        </pc:spChg>
        <pc:spChg chg="del">
          <ac:chgData name="Kun Suo" userId="41c30799-3a2b-4880-86a3-8488be07954a" providerId="ADAL" clId="{01B90814-4EBE-5562-8795-CE1E7277191D}" dt="2026-06-04T21:22:20.963" v="258" actId="478"/>
          <ac:spMkLst>
            <pc:docMk/>
            <pc:sldMk cId="746091037" sldId="258"/>
            <ac:spMk id="11" creationId="{4E355C12-00DD-59CC-9CC4-1DF2A88B77FF}"/>
          </ac:spMkLst>
        </pc:spChg>
        <pc:spChg chg="del">
          <ac:chgData name="Kun Suo" userId="41c30799-3a2b-4880-86a3-8488be07954a" providerId="ADAL" clId="{01B90814-4EBE-5562-8795-CE1E7277191D}" dt="2026-06-04T21:22:20.963" v="258" actId="478"/>
          <ac:spMkLst>
            <pc:docMk/>
            <pc:sldMk cId="746091037" sldId="258"/>
            <ac:spMk id="12" creationId="{35DDE6AE-CDF8-E511-B123-994E4CE0EB5C}"/>
          </ac:spMkLst>
        </pc:spChg>
        <pc:spChg chg="del">
          <ac:chgData name="Kun Suo" userId="41c30799-3a2b-4880-86a3-8488be07954a" providerId="ADAL" clId="{01B90814-4EBE-5562-8795-CE1E7277191D}" dt="2026-06-04T21:22:20.963" v="258" actId="478"/>
          <ac:spMkLst>
            <pc:docMk/>
            <pc:sldMk cId="746091037" sldId="258"/>
            <ac:spMk id="13" creationId="{697E7B25-DD6F-D448-4DCF-118AD7B0711A}"/>
          </ac:spMkLst>
        </pc:spChg>
        <pc:spChg chg="del">
          <ac:chgData name="Kun Suo" userId="41c30799-3a2b-4880-86a3-8488be07954a" providerId="ADAL" clId="{01B90814-4EBE-5562-8795-CE1E7277191D}" dt="2026-06-04T21:22:20.963" v="258" actId="478"/>
          <ac:spMkLst>
            <pc:docMk/>
            <pc:sldMk cId="746091037" sldId="258"/>
            <ac:spMk id="14" creationId="{A0EABB55-2048-133D-F8C9-AFFC24B90C61}"/>
          </ac:spMkLst>
        </pc:spChg>
        <pc:spChg chg="add mod">
          <ac:chgData name="Kun Suo" userId="41c30799-3a2b-4880-86a3-8488be07954a" providerId="ADAL" clId="{01B90814-4EBE-5562-8795-CE1E7277191D}" dt="2026-06-04T21:22:27.137" v="259"/>
          <ac:spMkLst>
            <pc:docMk/>
            <pc:sldMk cId="746091037" sldId="258"/>
            <ac:spMk id="15" creationId="{2D594517-CC18-96F6-0A9B-EBF00D47FFCC}"/>
          </ac:spMkLst>
        </pc:spChg>
        <pc:spChg chg="add mod">
          <ac:chgData name="Kun Suo" userId="41c30799-3a2b-4880-86a3-8488be07954a" providerId="ADAL" clId="{01B90814-4EBE-5562-8795-CE1E7277191D}" dt="2026-06-04T21:22:27.137" v="259"/>
          <ac:spMkLst>
            <pc:docMk/>
            <pc:sldMk cId="746091037" sldId="258"/>
            <ac:spMk id="16" creationId="{85C82968-FE68-EED5-44DC-6D166FF3900B}"/>
          </ac:spMkLst>
        </pc:spChg>
        <pc:spChg chg="add mod">
          <ac:chgData name="Kun Suo" userId="41c30799-3a2b-4880-86a3-8488be07954a" providerId="ADAL" clId="{01B90814-4EBE-5562-8795-CE1E7277191D}" dt="2026-06-04T21:22:27.137" v="259"/>
          <ac:spMkLst>
            <pc:docMk/>
            <pc:sldMk cId="746091037" sldId="258"/>
            <ac:spMk id="17" creationId="{0F1CBEEC-C1A2-05B9-2904-CBD5C631EDF2}"/>
          </ac:spMkLst>
        </pc:spChg>
        <pc:spChg chg="add mod">
          <ac:chgData name="Kun Suo" userId="41c30799-3a2b-4880-86a3-8488be07954a" providerId="ADAL" clId="{01B90814-4EBE-5562-8795-CE1E7277191D}" dt="2026-06-04T21:22:27.137" v="259"/>
          <ac:spMkLst>
            <pc:docMk/>
            <pc:sldMk cId="746091037" sldId="258"/>
            <ac:spMk id="18" creationId="{525E7E45-D114-2939-6DFD-8DD966A383AB}"/>
          </ac:spMkLst>
        </pc:spChg>
        <pc:spChg chg="add mod">
          <ac:chgData name="Kun Suo" userId="41c30799-3a2b-4880-86a3-8488be07954a" providerId="ADAL" clId="{01B90814-4EBE-5562-8795-CE1E7277191D}" dt="2026-06-04T21:22:27.137" v="259"/>
          <ac:spMkLst>
            <pc:docMk/>
            <pc:sldMk cId="746091037" sldId="258"/>
            <ac:spMk id="19" creationId="{C9699B5C-486E-1912-4BB1-297DD5E838FC}"/>
          </ac:spMkLst>
        </pc:spChg>
        <pc:spChg chg="add mod">
          <ac:chgData name="Kun Suo" userId="41c30799-3a2b-4880-86a3-8488be07954a" providerId="ADAL" clId="{01B90814-4EBE-5562-8795-CE1E7277191D}" dt="2026-06-04T21:22:27.137" v="259"/>
          <ac:spMkLst>
            <pc:docMk/>
            <pc:sldMk cId="746091037" sldId="258"/>
            <ac:spMk id="20" creationId="{C907B269-EB2D-6633-D32E-D09522E876FB}"/>
          </ac:spMkLst>
        </pc:spChg>
        <pc:spChg chg="add mod">
          <ac:chgData name="Kun Suo" userId="41c30799-3a2b-4880-86a3-8488be07954a" providerId="ADAL" clId="{01B90814-4EBE-5562-8795-CE1E7277191D}" dt="2026-06-04T21:22:34.104" v="263"/>
          <ac:spMkLst>
            <pc:docMk/>
            <pc:sldMk cId="746091037" sldId="258"/>
            <ac:spMk id="21" creationId="{A1E37617-6FA6-8EE2-17AA-467EB1120142}"/>
          </ac:spMkLst>
        </pc:spChg>
        <pc:spChg chg="add mod">
          <ac:chgData name="Kun Suo" userId="41c30799-3a2b-4880-86a3-8488be07954a" providerId="ADAL" clId="{01B90814-4EBE-5562-8795-CE1E7277191D}" dt="2026-06-04T21:22:27.137" v="259"/>
          <ac:spMkLst>
            <pc:docMk/>
            <pc:sldMk cId="746091037" sldId="258"/>
            <ac:spMk id="22" creationId="{F72A3E35-9751-F82D-AC4D-017F3ACD7BEB}"/>
          </ac:spMkLst>
        </pc:spChg>
        <pc:spChg chg="add mod">
          <ac:chgData name="Kun Suo" userId="41c30799-3a2b-4880-86a3-8488be07954a" providerId="ADAL" clId="{01B90814-4EBE-5562-8795-CE1E7277191D}" dt="2026-06-04T21:22:27.137" v="259"/>
          <ac:spMkLst>
            <pc:docMk/>
            <pc:sldMk cId="746091037" sldId="258"/>
            <ac:spMk id="23" creationId="{6DB6151B-1FA0-EBFA-A542-5E8782236C52}"/>
          </ac:spMkLst>
        </pc:spChg>
        <pc:spChg chg="add mod">
          <ac:chgData name="Kun Suo" userId="41c30799-3a2b-4880-86a3-8488be07954a" providerId="ADAL" clId="{01B90814-4EBE-5562-8795-CE1E7277191D}" dt="2026-06-04T21:22:34.104" v="263"/>
          <ac:spMkLst>
            <pc:docMk/>
            <pc:sldMk cId="746091037" sldId="258"/>
            <ac:spMk id="24" creationId="{1D4A34F7-CADF-A3BA-1AE0-53C9917E24F2}"/>
          </ac:spMkLst>
        </pc:spChg>
        <pc:spChg chg="add mod">
          <ac:chgData name="Kun Suo" userId="41c30799-3a2b-4880-86a3-8488be07954a" providerId="ADAL" clId="{01B90814-4EBE-5562-8795-CE1E7277191D}" dt="2026-06-04T21:22:41.187" v="264"/>
          <ac:spMkLst>
            <pc:docMk/>
            <pc:sldMk cId="746091037" sldId="258"/>
            <ac:spMk id="25" creationId="{D64BE9B7-E0F1-D801-0F48-77765011C7C1}"/>
          </ac:spMkLst>
        </pc:spChg>
        <pc:spChg chg="add del mod">
          <ac:chgData name="Kun Suo" userId="41c30799-3a2b-4880-86a3-8488be07954a" providerId="ADAL" clId="{01B90814-4EBE-5562-8795-CE1E7277191D}" dt="2026-06-04T21:24:48.677" v="269" actId="478"/>
          <ac:spMkLst>
            <pc:docMk/>
            <pc:sldMk cId="746091037" sldId="258"/>
            <ac:spMk id="26" creationId="{04F3E51E-431E-F9DF-F921-8B619EE3C55F}"/>
          </ac:spMkLst>
        </pc:spChg>
        <pc:spChg chg="add del mod">
          <ac:chgData name="Kun Suo" userId="41c30799-3a2b-4880-86a3-8488be07954a" providerId="ADAL" clId="{01B90814-4EBE-5562-8795-CE1E7277191D}" dt="2026-06-04T21:24:48.677" v="269" actId="478"/>
          <ac:spMkLst>
            <pc:docMk/>
            <pc:sldMk cId="746091037" sldId="258"/>
            <ac:spMk id="27" creationId="{6BA516C8-3904-EC28-066E-ED7ECB2D1110}"/>
          </ac:spMkLst>
        </pc:spChg>
        <pc:spChg chg="add del mod">
          <ac:chgData name="Kun Suo" userId="41c30799-3a2b-4880-86a3-8488be07954a" providerId="ADAL" clId="{01B90814-4EBE-5562-8795-CE1E7277191D}" dt="2026-06-04T21:24:48.677" v="269" actId="478"/>
          <ac:spMkLst>
            <pc:docMk/>
            <pc:sldMk cId="746091037" sldId="258"/>
            <ac:spMk id="28" creationId="{EFC7537C-653A-B9D3-368C-6B17AFBB9BDA}"/>
          </ac:spMkLst>
        </pc:spChg>
        <pc:spChg chg="add mod">
          <ac:chgData name="Kun Suo" userId="41c30799-3a2b-4880-86a3-8488be07954a" providerId="ADAL" clId="{01B90814-4EBE-5562-8795-CE1E7277191D}" dt="2026-06-04T21:51:03.965" v="476" actId="207"/>
          <ac:spMkLst>
            <pc:docMk/>
            <pc:sldMk cId="746091037" sldId="258"/>
            <ac:spMk id="29" creationId="{7AA2800C-A29D-7BC8-B437-D580AF9958E1}"/>
          </ac:spMkLst>
        </pc:spChg>
        <pc:spChg chg="add del mod">
          <ac:chgData name="Kun Suo" userId="41c30799-3a2b-4880-86a3-8488be07954a" providerId="ADAL" clId="{01B90814-4EBE-5562-8795-CE1E7277191D}" dt="2026-06-04T21:25:56.734" v="285" actId="478"/>
          <ac:spMkLst>
            <pc:docMk/>
            <pc:sldMk cId="746091037" sldId="258"/>
            <ac:spMk id="30" creationId="{28955E40-717A-D088-665B-DF7D13320939}"/>
          </ac:spMkLst>
        </pc:spChg>
        <pc:spChg chg="add mod">
          <ac:chgData name="Kun Suo" userId="41c30799-3a2b-4880-86a3-8488be07954a" providerId="ADAL" clId="{01B90814-4EBE-5562-8795-CE1E7277191D}" dt="2026-06-04T21:51:15.227" v="477" actId="207"/>
          <ac:spMkLst>
            <pc:docMk/>
            <pc:sldMk cId="746091037" sldId="258"/>
            <ac:spMk id="31" creationId="{0B3A0A5C-FED4-6578-A1A0-8EBED8482FE9}"/>
          </ac:spMkLst>
        </pc:spChg>
        <pc:spChg chg="add mod">
          <ac:chgData name="Kun Suo" userId="41c30799-3a2b-4880-86a3-8488be07954a" providerId="ADAL" clId="{01B90814-4EBE-5562-8795-CE1E7277191D}" dt="2026-06-04T21:28:21.629" v="307" actId="1076"/>
          <ac:spMkLst>
            <pc:docMk/>
            <pc:sldMk cId="746091037" sldId="258"/>
            <ac:spMk id="33" creationId="{1054DEA1-2DF3-4D7E-015C-5C3BB75952DF}"/>
          </ac:spMkLst>
        </pc:spChg>
        <pc:spChg chg="add mod">
          <ac:chgData name="Kun Suo" userId="41c30799-3a2b-4880-86a3-8488be07954a" providerId="ADAL" clId="{01B90814-4EBE-5562-8795-CE1E7277191D}" dt="2026-06-04T21:29:01.136" v="312" actId="14100"/>
          <ac:spMkLst>
            <pc:docMk/>
            <pc:sldMk cId="746091037" sldId="258"/>
            <ac:spMk id="34" creationId="{F4378181-EF13-D6A8-DA49-23A9FBE47B57}"/>
          </ac:spMkLst>
        </pc:spChg>
        <pc:spChg chg="add mod">
          <ac:chgData name="Kun Suo" userId="41c30799-3a2b-4880-86a3-8488be07954a" providerId="ADAL" clId="{01B90814-4EBE-5562-8795-CE1E7277191D}" dt="2026-06-04T21:29:18.474" v="317"/>
          <ac:spMkLst>
            <pc:docMk/>
            <pc:sldMk cId="746091037" sldId="258"/>
            <ac:spMk id="35" creationId="{EF169AE0-010D-BD3D-AB71-F9C7A11FFA16}"/>
          </ac:spMkLst>
        </pc:spChg>
        <pc:spChg chg="add mod">
          <ac:chgData name="Kun Suo" userId="41c30799-3a2b-4880-86a3-8488be07954a" providerId="ADAL" clId="{01B90814-4EBE-5562-8795-CE1E7277191D}" dt="2026-06-04T21:29:18.474" v="317"/>
          <ac:spMkLst>
            <pc:docMk/>
            <pc:sldMk cId="746091037" sldId="258"/>
            <ac:spMk id="36" creationId="{FAB6A731-5D4E-74A8-BBDE-96631CD0AB55}"/>
          </ac:spMkLst>
        </pc:spChg>
        <pc:spChg chg="add mod">
          <ac:chgData name="Kun Suo" userId="41c30799-3a2b-4880-86a3-8488be07954a" providerId="ADAL" clId="{01B90814-4EBE-5562-8795-CE1E7277191D}" dt="2026-06-04T21:29:32.982" v="323" actId="1076"/>
          <ac:spMkLst>
            <pc:docMk/>
            <pc:sldMk cId="746091037" sldId="258"/>
            <ac:spMk id="37" creationId="{B104A074-1370-32C9-E687-B1D33342B6DC}"/>
          </ac:spMkLst>
        </pc:spChg>
        <pc:spChg chg="add mod">
          <ac:chgData name="Kun Suo" userId="41c30799-3a2b-4880-86a3-8488be07954a" providerId="ADAL" clId="{01B90814-4EBE-5562-8795-CE1E7277191D}" dt="2026-06-04T21:29:35.933" v="324" actId="1076"/>
          <ac:spMkLst>
            <pc:docMk/>
            <pc:sldMk cId="746091037" sldId="258"/>
            <ac:spMk id="38" creationId="{38784D25-8880-56AF-C507-DA0503521333}"/>
          </ac:spMkLst>
        </pc:spChg>
        <pc:picChg chg="del">
          <ac:chgData name="Kun Suo" userId="41c30799-3a2b-4880-86a3-8488be07954a" providerId="ADAL" clId="{01B90814-4EBE-5562-8795-CE1E7277191D}" dt="2026-06-04T21:22:20.963" v="258" actId="478"/>
          <ac:picMkLst>
            <pc:docMk/>
            <pc:sldMk cId="746091037" sldId="258"/>
            <ac:picMk id="4" creationId="{56B6A6C7-930B-A722-1646-7648377C81F8}"/>
          </ac:picMkLst>
        </pc:picChg>
        <pc:picChg chg="del">
          <ac:chgData name="Kun Suo" userId="41c30799-3a2b-4880-86a3-8488be07954a" providerId="ADAL" clId="{01B90814-4EBE-5562-8795-CE1E7277191D}" dt="2026-06-04T21:22:20.963" v="258" actId="478"/>
          <ac:picMkLst>
            <pc:docMk/>
            <pc:sldMk cId="746091037" sldId="258"/>
            <ac:picMk id="7" creationId="{A247FFFE-280E-FFE9-EE48-B2E36333F9C1}"/>
          </ac:picMkLst>
        </pc:picChg>
        <pc:picChg chg="del">
          <ac:chgData name="Kun Suo" userId="41c30799-3a2b-4880-86a3-8488be07954a" providerId="ADAL" clId="{01B90814-4EBE-5562-8795-CE1E7277191D}" dt="2026-06-04T21:22:20.963" v="258" actId="478"/>
          <ac:picMkLst>
            <pc:docMk/>
            <pc:sldMk cId="746091037" sldId="258"/>
            <ac:picMk id="8" creationId="{E269609D-EF43-A2C9-6C64-3EE1D6566BB2}"/>
          </ac:picMkLst>
        </pc:picChg>
      </pc:sldChg>
      <pc:sldChg chg="new del ord">
        <pc:chgData name="Kun Suo" userId="41c30799-3a2b-4880-86a3-8488be07954a" providerId="ADAL" clId="{01B90814-4EBE-5562-8795-CE1E7277191D}" dt="2026-06-04T21:14:16.870" v="224" actId="2696"/>
        <pc:sldMkLst>
          <pc:docMk/>
          <pc:sldMk cId="1276259618" sldId="258"/>
        </pc:sldMkLst>
      </pc:sldChg>
      <pc:sldChg chg="modSp del mod">
        <pc:chgData name="Kun Suo" userId="41c30799-3a2b-4880-86a3-8488be07954a" providerId="ADAL" clId="{01B90814-4EBE-5562-8795-CE1E7277191D}" dt="2026-06-04T21:12:31.955" v="204" actId="2696"/>
        <pc:sldMkLst>
          <pc:docMk/>
          <pc:sldMk cId="0" sldId="259"/>
        </pc:sldMkLst>
      </pc:sldChg>
      <pc:sldChg chg="addSp delSp modSp add mod">
        <pc:chgData name="Kun Suo" userId="41c30799-3a2b-4880-86a3-8488be07954a" providerId="ADAL" clId="{01B90814-4EBE-5562-8795-CE1E7277191D}" dt="2026-06-04T22:21:31.726" v="673" actId="20577"/>
        <pc:sldMkLst>
          <pc:docMk/>
          <pc:sldMk cId="1270976543" sldId="259"/>
        </pc:sldMkLst>
        <pc:spChg chg="mod">
          <ac:chgData name="Kun Suo" userId="41c30799-3a2b-4880-86a3-8488be07954a" providerId="ADAL" clId="{01B90814-4EBE-5562-8795-CE1E7277191D}" dt="2026-06-04T21:40:35.445" v="409"/>
          <ac:spMkLst>
            <pc:docMk/>
            <pc:sldMk cId="1270976543" sldId="259"/>
            <ac:spMk id="3" creationId="{58C8ACDB-86C5-1F67-842D-E7D5AD972F5C}"/>
          </ac:spMkLst>
        </pc:spChg>
        <pc:spChg chg="mod">
          <ac:chgData name="Kun Suo" userId="41c30799-3a2b-4880-86a3-8488be07954a" providerId="ADAL" clId="{01B90814-4EBE-5562-8795-CE1E7277191D}" dt="2026-06-04T22:21:31.726" v="673" actId="20577"/>
          <ac:spMkLst>
            <pc:docMk/>
            <pc:sldMk cId="1270976543" sldId="259"/>
            <ac:spMk id="5" creationId="{E979642E-709F-5D90-B196-47468F9CBD3C}"/>
          </ac:spMkLst>
        </pc:spChg>
        <pc:spChg chg="del">
          <ac:chgData name="Kun Suo" userId="41c30799-3a2b-4880-86a3-8488be07954a" providerId="ADAL" clId="{01B90814-4EBE-5562-8795-CE1E7277191D}" dt="2026-06-04T21:41:06.995" v="411" actId="478"/>
          <ac:spMkLst>
            <pc:docMk/>
            <pc:sldMk cId="1270976543" sldId="259"/>
            <ac:spMk id="9" creationId="{8E2F7F86-9F08-A417-495B-4AD74D274835}"/>
          </ac:spMkLst>
        </pc:spChg>
        <pc:spChg chg="del">
          <ac:chgData name="Kun Suo" userId="41c30799-3a2b-4880-86a3-8488be07954a" providerId="ADAL" clId="{01B90814-4EBE-5562-8795-CE1E7277191D}" dt="2026-06-04T21:41:06.995" v="411" actId="478"/>
          <ac:spMkLst>
            <pc:docMk/>
            <pc:sldMk cId="1270976543" sldId="259"/>
            <ac:spMk id="10" creationId="{B78A3D2C-B642-CB4D-5A16-05C2752B6E9F}"/>
          </ac:spMkLst>
        </pc:spChg>
        <pc:spChg chg="del">
          <ac:chgData name="Kun Suo" userId="41c30799-3a2b-4880-86a3-8488be07954a" providerId="ADAL" clId="{01B90814-4EBE-5562-8795-CE1E7277191D}" dt="2026-06-04T21:41:06.995" v="411" actId="478"/>
          <ac:spMkLst>
            <pc:docMk/>
            <pc:sldMk cId="1270976543" sldId="259"/>
            <ac:spMk id="11" creationId="{B4A3AB59-7AA6-D813-1C57-BB1F3B091693}"/>
          </ac:spMkLst>
        </pc:spChg>
        <pc:spChg chg="del">
          <ac:chgData name="Kun Suo" userId="41c30799-3a2b-4880-86a3-8488be07954a" providerId="ADAL" clId="{01B90814-4EBE-5562-8795-CE1E7277191D}" dt="2026-06-04T21:41:06.995" v="411" actId="478"/>
          <ac:spMkLst>
            <pc:docMk/>
            <pc:sldMk cId="1270976543" sldId="259"/>
            <ac:spMk id="12" creationId="{0FBD1AA6-FB95-3E00-AB06-EB93CB35A807}"/>
          </ac:spMkLst>
        </pc:spChg>
        <pc:spChg chg="del">
          <ac:chgData name="Kun Suo" userId="41c30799-3a2b-4880-86a3-8488be07954a" providerId="ADAL" clId="{01B90814-4EBE-5562-8795-CE1E7277191D}" dt="2026-06-04T21:41:06.995" v="411" actId="478"/>
          <ac:spMkLst>
            <pc:docMk/>
            <pc:sldMk cId="1270976543" sldId="259"/>
            <ac:spMk id="13" creationId="{33209417-D16B-6688-98BC-93241F5B0DFA}"/>
          </ac:spMkLst>
        </pc:spChg>
        <pc:spChg chg="del">
          <ac:chgData name="Kun Suo" userId="41c30799-3a2b-4880-86a3-8488be07954a" providerId="ADAL" clId="{01B90814-4EBE-5562-8795-CE1E7277191D}" dt="2026-06-04T21:41:04.481" v="410" actId="478"/>
          <ac:spMkLst>
            <pc:docMk/>
            <pc:sldMk cId="1270976543" sldId="259"/>
            <ac:spMk id="14" creationId="{74C205CD-8857-342E-638E-8F04929DE987}"/>
          </ac:spMkLst>
        </pc:spChg>
        <pc:spChg chg="add del mod">
          <ac:chgData name="Kun Suo" userId="41c30799-3a2b-4880-86a3-8488be07954a" providerId="ADAL" clId="{01B90814-4EBE-5562-8795-CE1E7277191D}" dt="2026-06-04T21:44:32.095" v="440"/>
          <ac:spMkLst>
            <pc:docMk/>
            <pc:sldMk cId="1270976543" sldId="259"/>
            <ac:spMk id="16" creationId="{88571CAE-7D2C-3C49-9C40-059882017E3B}"/>
          </ac:spMkLst>
        </pc:spChg>
        <pc:spChg chg="add mod">
          <ac:chgData name="Kun Suo" userId="41c30799-3a2b-4880-86a3-8488be07954a" providerId="ADAL" clId="{01B90814-4EBE-5562-8795-CE1E7277191D}" dt="2026-06-04T21:46:35.045" v="468" actId="1076"/>
          <ac:spMkLst>
            <pc:docMk/>
            <pc:sldMk cId="1270976543" sldId="259"/>
            <ac:spMk id="18" creationId="{A0BA8ABF-B033-7A6E-D301-F5038A9F39E5}"/>
          </ac:spMkLst>
        </pc:spChg>
        <pc:spChg chg="add mod">
          <ac:chgData name="Kun Suo" userId="41c30799-3a2b-4880-86a3-8488be07954a" providerId="ADAL" clId="{01B90814-4EBE-5562-8795-CE1E7277191D}" dt="2026-06-04T21:46:20.437" v="462" actId="1076"/>
          <ac:spMkLst>
            <pc:docMk/>
            <pc:sldMk cId="1270976543" sldId="259"/>
            <ac:spMk id="20" creationId="{C2FFEE57-C2B6-ACF6-494D-CF27EE3AC979}"/>
          </ac:spMkLst>
        </pc:spChg>
        <pc:picChg chg="mod">
          <ac:chgData name="Kun Suo" userId="41c30799-3a2b-4880-86a3-8488be07954a" providerId="ADAL" clId="{01B90814-4EBE-5562-8795-CE1E7277191D}" dt="2026-06-04T21:41:30.216" v="423" actId="1035"/>
          <ac:picMkLst>
            <pc:docMk/>
            <pc:sldMk cId="1270976543" sldId="259"/>
            <ac:picMk id="4" creationId="{0A82A184-31A2-4B3E-DEBB-82BF1E346E18}"/>
          </ac:picMkLst>
        </pc:picChg>
        <pc:picChg chg="del">
          <ac:chgData name="Kun Suo" userId="41c30799-3a2b-4880-86a3-8488be07954a" providerId="ADAL" clId="{01B90814-4EBE-5562-8795-CE1E7277191D}" dt="2026-06-04T21:41:21.028" v="416" actId="478"/>
          <ac:picMkLst>
            <pc:docMk/>
            <pc:sldMk cId="1270976543" sldId="259"/>
            <ac:picMk id="6" creationId="{DF3B520C-3BA7-6B2B-5B7A-C14721B09A26}"/>
          </ac:picMkLst>
        </pc:picChg>
        <pc:picChg chg="mod">
          <ac:chgData name="Kun Suo" userId="41c30799-3a2b-4880-86a3-8488be07954a" providerId="ADAL" clId="{01B90814-4EBE-5562-8795-CE1E7277191D}" dt="2026-06-04T21:41:27.199" v="422" actId="1036"/>
          <ac:picMkLst>
            <pc:docMk/>
            <pc:sldMk cId="1270976543" sldId="259"/>
            <ac:picMk id="7" creationId="{79C6EC03-A5CC-1C7D-AC4A-FAE40E5C2FFB}"/>
          </ac:picMkLst>
        </pc:picChg>
        <pc:picChg chg="mod">
          <ac:chgData name="Kun Suo" userId="41c30799-3a2b-4880-86a3-8488be07954a" providerId="ADAL" clId="{01B90814-4EBE-5562-8795-CE1E7277191D}" dt="2026-06-04T21:44:29.539" v="438" actId="1076"/>
          <ac:picMkLst>
            <pc:docMk/>
            <pc:sldMk cId="1270976543" sldId="259"/>
            <ac:picMk id="8" creationId="{B79B8925-9198-DBAD-1736-AE070288FD74}"/>
          </ac:picMkLst>
        </pc:picChg>
        <pc:picChg chg="add mod">
          <ac:chgData name="Kun Suo" userId="41c30799-3a2b-4880-86a3-8488be07954a" providerId="ADAL" clId="{01B90814-4EBE-5562-8795-CE1E7277191D}" dt="2026-06-04T21:44:25.377" v="437" actId="1076"/>
          <ac:picMkLst>
            <pc:docMk/>
            <pc:sldMk cId="1270976543" sldId="259"/>
            <ac:picMk id="15" creationId="{C51396FA-30C7-9A5C-91DA-6D576B4794FA}"/>
          </ac:picMkLst>
        </pc:picChg>
      </pc:sldChg>
      <pc:sldChg chg="del">
        <pc:chgData name="Kun Suo" userId="41c30799-3a2b-4880-86a3-8488be07954a" providerId="ADAL" clId="{01B90814-4EBE-5562-8795-CE1E7277191D}" dt="2026-06-04T21:12:31.955" v="204" actId="2696"/>
        <pc:sldMkLst>
          <pc:docMk/>
          <pc:sldMk cId="0" sldId="260"/>
        </pc:sldMkLst>
      </pc:sldChg>
      <pc:sldChg chg="addSp delSp modSp add mod">
        <pc:chgData name="Kun Suo" userId="41c30799-3a2b-4880-86a3-8488be07954a" providerId="ADAL" clId="{01B90814-4EBE-5562-8795-CE1E7277191D}" dt="2026-06-04T21:44:53.709" v="444"/>
        <pc:sldMkLst>
          <pc:docMk/>
          <pc:sldMk cId="1977322455" sldId="260"/>
        </pc:sldMkLst>
        <pc:spChg chg="mod">
          <ac:chgData name="Kun Suo" userId="41c30799-3a2b-4880-86a3-8488be07954a" providerId="ADAL" clId="{01B90814-4EBE-5562-8795-CE1E7277191D}" dt="2026-06-04T21:30:08.229" v="327"/>
          <ac:spMkLst>
            <pc:docMk/>
            <pc:sldMk cId="1977322455" sldId="260"/>
            <ac:spMk id="3" creationId="{C7118FF0-184C-81AE-DDF0-9ADAE6EDD844}"/>
          </ac:spMkLst>
        </pc:spChg>
        <pc:spChg chg="del">
          <ac:chgData name="Kun Suo" userId="41c30799-3a2b-4880-86a3-8488be07954a" providerId="ADAL" clId="{01B90814-4EBE-5562-8795-CE1E7277191D}" dt="2026-06-04T21:30:19.980" v="328" actId="478"/>
          <ac:spMkLst>
            <pc:docMk/>
            <pc:sldMk cId="1977322455" sldId="260"/>
            <ac:spMk id="29" creationId="{B0CD8C50-9F5F-7777-D4D3-AF7764E50EAE}"/>
          </ac:spMkLst>
        </pc:spChg>
        <pc:spChg chg="del">
          <ac:chgData name="Kun Suo" userId="41c30799-3a2b-4880-86a3-8488be07954a" providerId="ADAL" clId="{01B90814-4EBE-5562-8795-CE1E7277191D}" dt="2026-06-04T21:30:19.980" v="328" actId="478"/>
          <ac:spMkLst>
            <pc:docMk/>
            <pc:sldMk cId="1977322455" sldId="260"/>
            <ac:spMk id="31" creationId="{09E9E74A-CC5F-3F01-FF2A-11757BC4B56D}"/>
          </ac:spMkLst>
        </pc:spChg>
        <pc:spChg chg="del">
          <ac:chgData name="Kun Suo" userId="41c30799-3a2b-4880-86a3-8488be07954a" providerId="ADAL" clId="{01B90814-4EBE-5562-8795-CE1E7277191D}" dt="2026-06-04T21:30:19.980" v="328" actId="478"/>
          <ac:spMkLst>
            <pc:docMk/>
            <pc:sldMk cId="1977322455" sldId="260"/>
            <ac:spMk id="33" creationId="{6896A9CF-56F0-CE80-ABD3-7832E1EE5A01}"/>
          </ac:spMkLst>
        </pc:spChg>
        <pc:spChg chg="del">
          <ac:chgData name="Kun Suo" userId="41c30799-3a2b-4880-86a3-8488be07954a" providerId="ADAL" clId="{01B90814-4EBE-5562-8795-CE1E7277191D}" dt="2026-06-04T21:30:19.980" v="328" actId="478"/>
          <ac:spMkLst>
            <pc:docMk/>
            <pc:sldMk cId="1977322455" sldId="260"/>
            <ac:spMk id="34" creationId="{F2F66B3E-6188-733A-8854-FDB88B3BC93B}"/>
          </ac:spMkLst>
        </pc:spChg>
        <pc:spChg chg="del">
          <ac:chgData name="Kun Suo" userId="41c30799-3a2b-4880-86a3-8488be07954a" providerId="ADAL" clId="{01B90814-4EBE-5562-8795-CE1E7277191D}" dt="2026-06-04T21:30:19.980" v="328" actId="478"/>
          <ac:spMkLst>
            <pc:docMk/>
            <pc:sldMk cId="1977322455" sldId="260"/>
            <ac:spMk id="37" creationId="{C625A635-1024-C633-96CA-776E048891BB}"/>
          </ac:spMkLst>
        </pc:spChg>
        <pc:spChg chg="del">
          <ac:chgData name="Kun Suo" userId="41c30799-3a2b-4880-86a3-8488be07954a" providerId="ADAL" clId="{01B90814-4EBE-5562-8795-CE1E7277191D}" dt="2026-06-04T21:30:19.980" v="328" actId="478"/>
          <ac:spMkLst>
            <pc:docMk/>
            <pc:sldMk cId="1977322455" sldId="260"/>
            <ac:spMk id="38" creationId="{F8FD2507-6724-9C9A-DE40-653D717E3416}"/>
          </ac:spMkLst>
        </pc:spChg>
        <pc:graphicFrameChg chg="add del mod modGraphic">
          <ac:chgData name="Kun Suo" userId="41c30799-3a2b-4880-86a3-8488be07954a" providerId="ADAL" clId="{01B90814-4EBE-5562-8795-CE1E7277191D}" dt="2026-06-04T21:33:14.228" v="352" actId="478"/>
          <ac:graphicFrameMkLst>
            <pc:docMk/>
            <pc:sldMk cId="1977322455" sldId="260"/>
            <ac:graphicFrameMk id="4" creationId="{812732CC-3369-81F5-9944-D75C71D99189}"/>
          </ac:graphicFrameMkLst>
        </pc:graphicFrameChg>
        <pc:graphicFrameChg chg="add mod modGraphic">
          <ac:chgData name="Kun Suo" userId="41c30799-3a2b-4880-86a3-8488be07954a" providerId="ADAL" clId="{01B90814-4EBE-5562-8795-CE1E7277191D}" dt="2026-06-04T21:44:53.709" v="444"/>
          <ac:graphicFrameMkLst>
            <pc:docMk/>
            <pc:sldMk cId="1977322455" sldId="260"/>
            <ac:graphicFrameMk id="5" creationId="{6CB3809D-FBFB-D3A6-3A32-E4D106BD8B77}"/>
          </ac:graphicFrameMkLst>
        </pc:graphicFrameChg>
      </pc:sldChg>
      <pc:sldChg chg="addSp delSp modSp del mod">
        <pc:chgData name="Kun Suo" userId="41c30799-3a2b-4880-86a3-8488be07954a" providerId="ADAL" clId="{01B90814-4EBE-5562-8795-CE1E7277191D}" dt="2026-06-04T21:12:31.955" v="204" actId="2696"/>
        <pc:sldMkLst>
          <pc:docMk/>
          <pc:sldMk cId="0" sldId="261"/>
        </pc:sldMkLst>
      </pc:sldChg>
      <pc:sldChg chg="delSp modSp add mod">
        <pc:chgData name="Kun Suo" userId="41c30799-3a2b-4880-86a3-8488be07954a" providerId="ADAL" clId="{01B90814-4EBE-5562-8795-CE1E7277191D}" dt="2026-06-04T21:51:27.247" v="480" actId="207"/>
        <pc:sldMkLst>
          <pc:docMk/>
          <pc:sldMk cId="4220046724" sldId="261"/>
        </pc:sldMkLst>
        <pc:spChg chg="mod">
          <ac:chgData name="Kun Suo" userId="41c30799-3a2b-4880-86a3-8488be07954a" providerId="ADAL" clId="{01B90814-4EBE-5562-8795-CE1E7277191D}" dt="2026-06-04T21:37:02.218" v="376"/>
          <ac:spMkLst>
            <pc:docMk/>
            <pc:sldMk cId="4220046724" sldId="261"/>
            <ac:spMk id="3" creationId="{D5B31607-96D5-0E50-9371-B98DA3EE605D}"/>
          </ac:spMkLst>
        </pc:spChg>
        <pc:spChg chg="mod">
          <ac:chgData name="Kun Suo" userId="41c30799-3a2b-4880-86a3-8488be07954a" providerId="ADAL" clId="{01B90814-4EBE-5562-8795-CE1E7277191D}" dt="2026-06-04T21:51:27.247" v="480" actId="207"/>
          <ac:spMkLst>
            <pc:docMk/>
            <pc:sldMk cId="4220046724" sldId="261"/>
            <ac:spMk id="29" creationId="{B9E077DB-44AA-8A3F-AF78-4010B25506B3}"/>
          </ac:spMkLst>
        </pc:spChg>
        <pc:spChg chg="mod">
          <ac:chgData name="Kun Suo" userId="41c30799-3a2b-4880-86a3-8488be07954a" providerId="ADAL" clId="{01B90814-4EBE-5562-8795-CE1E7277191D}" dt="2026-06-04T21:51:21.680" v="478" actId="207"/>
          <ac:spMkLst>
            <pc:docMk/>
            <pc:sldMk cId="4220046724" sldId="261"/>
            <ac:spMk id="31" creationId="{1B4B1251-E226-B967-5A38-03B34197A798}"/>
          </ac:spMkLst>
        </pc:spChg>
        <pc:spChg chg="mod">
          <ac:chgData name="Kun Suo" userId="41c30799-3a2b-4880-86a3-8488be07954a" providerId="ADAL" clId="{01B90814-4EBE-5562-8795-CE1E7277191D}" dt="2026-06-04T21:45:01.374" v="447" actId="108"/>
          <ac:spMkLst>
            <pc:docMk/>
            <pc:sldMk cId="4220046724" sldId="261"/>
            <ac:spMk id="33" creationId="{4211D8C7-72E4-D48D-CE79-03C327958DC4}"/>
          </ac:spMkLst>
        </pc:spChg>
        <pc:spChg chg="mod">
          <ac:chgData name="Kun Suo" userId="41c30799-3a2b-4880-86a3-8488be07954a" providerId="ADAL" clId="{01B90814-4EBE-5562-8795-CE1E7277191D}" dt="2026-06-04T21:44:57.447" v="445" actId="108"/>
          <ac:spMkLst>
            <pc:docMk/>
            <pc:sldMk cId="4220046724" sldId="261"/>
            <ac:spMk id="34" creationId="{94EC4AEB-369D-DFC2-05B0-7B650776DEDC}"/>
          </ac:spMkLst>
        </pc:spChg>
        <pc:spChg chg="del">
          <ac:chgData name="Kun Suo" userId="41c30799-3a2b-4880-86a3-8488be07954a" providerId="ADAL" clId="{01B90814-4EBE-5562-8795-CE1E7277191D}" dt="2026-06-04T21:37:22.562" v="381" actId="478"/>
          <ac:spMkLst>
            <pc:docMk/>
            <pc:sldMk cId="4220046724" sldId="261"/>
            <ac:spMk id="37" creationId="{FA52D3E1-1C96-86EA-91D8-219A12BA2053}"/>
          </ac:spMkLst>
        </pc:spChg>
        <pc:spChg chg="del">
          <ac:chgData name="Kun Suo" userId="41c30799-3a2b-4880-86a3-8488be07954a" providerId="ADAL" clId="{01B90814-4EBE-5562-8795-CE1E7277191D}" dt="2026-06-04T21:37:22.562" v="381" actId="478"/>
          <ac:spMkLst>
            <pc:docMk/>
            <pc:sldMk cId="4220046724" sldId="261"/>
            <ac:spMk id="38" creationId="{A266566E-EC49-8EF6-1724-CE8C722C21FA}"/>
          </ac:spMkLst>
        </pc:spChg>
      </pc:sldChg>
      <pc:sldChg chg="del">
        <pc:chgData name="Kun Suo" userId="41c30799-3a2b-4880-86a3-8488be07954a" providerId="ADAL" clId="{01B90814-4EBE-5562-8795-CE1E7277191D}" dt="2026-06-04T21:12:31.955" v="204" actId="2696"/>
        <pc:sldMkLst>
          <pc:docMk/>
          <pc:sldMk cId="0" sldId="262"/>
        </pc:sldMkLst>
      </pc:sldChg>
      <pc:sldChg chg="addSp delSp modSp add mod">
        <pc:chgData name="Kun Suo" userId="41c30799-3a2b-4880-86a3-8488be07954a" providerId="ADAL" clId="{01B90814-4EBE-5562-8795-CE1E7277191D}" dt="2026-06-04T21:56:55.039" v="547" actId="20577"/>
        <pc:sldMkLst>
          <pc:docMk/>
          <pc:sldMk cId="2082143027" sldId="262"/>
        </pc:sldMkLst>
        <pc:spChg chg="mod">
          <ac:chgData name="Kun Suo" userId="41c30799-3a2b-4880-86a3-8488be07954a" providerId="ADAL" clId="{01B90814-4EBE-5562-8795-CE1E7277191D}" dt="2026-06-04T21:49:39.189" v="469"/>
          <ac:spMkLst>
            <pc:docMk/>
            <pc:sldMk cId="2082143027" sldId="262"/>
            <ac:spMk id="3" creationId="{A049F428-ADE6-3CC9-A9DA-BB26938CEFD3}"/>
          </ac:spMkLst>
        </pc:spChg>
        <pc:spChg chg="mod">
          <ac:chgData name="Kun Suo" userId="41c30799-3a2b-4880-86a3-8488be07954a" providerId="ADAL" clId="{01B90814-4EBE-5562-8795-CE1E7277191D}" dt="2026-06-04T21:49:54.041" v="472"/>
          <ac:spMkLst>
            <pc:docMk/>
            <pc:sldMk cId="2082143027" sldId="262"/>
            <ac:spMk id="5" creationId="{695C13A3-3DEB-014E-5654-B38B4B9279C2}"/>
          </ac:spMkLst>
        </pc:spChg>
        <pc:spChg chg="del">
          <ac:chgData name="Kun Suo" userId="41c30799-3a2b-4880-86a3-8488be07954a" providerId="ADAL" clId="{01B90814-4EBE-5562-8795-CE1E7277191D}" dt="2026-06-04T21:49:48.624" v="471" actId="478"/>
          <ac:spMkLst>
            <pc:docMk/>
            <pc:sldMk cId="2082143027" sldId="262"/>
            <ac:spMk id="9" creationId="{D8E66F2F-7227-C72F-FEAE-890DD7ABDFF1}"/>
          </ac:spMkLst>
        </pc:spChg>
        <pc:spChg chg="del">
          <ac:chgData name="Kun Suo" userId="41c30799-3a2b-4880-86a3-8488be07954a" providerId="ADAL" clId="{01B90814-4EBE-5562-8795-CE1E7277191D}" dt="2026-06-04T21:49:48.624" v="471" actId="478"/>
          <ac:spMkLst>
            <pc:docMk/>
            <pc:sldMk cId="2082143027" sldId="262"/>
            <ac:spMk id="10" creationId="{80194D3E-51F1-1C33-C8BE-BD4FC4C9DDBF}"/>
          </ac:spMkLst>
        </pc:spChg>
        <pc:spChg chg="del">
          <ac:chgData name="Kun Suo" userId="41c30799-3a2b-4880-86a3-8488be07954a" providerId="ADAL" clId="{01B90814-4EBE-5562-8795-CE1E7277191D}" dt="2026-06-04T21:49:48.624" v="471" actId="478"/>
          <ac:spMkLst>
            <pc:docMk/>
            <pc:sldMk cId="2082143027" sldId="262"/>
            <ac:spMk id="11" creationId="{E47EE2E3-11D9-B95A-2B93-D9DB0F69EA16}"/>
          </ac:spMkLst>
        </pc:spChg>
        <pc:spChg chg="del">
          <ac:chgData name="Kun Suo" userId="41c30799-3a2b-4880-86a3-8488be07954a" providerId="ADAL" clId="{01B90814-4EBE-5562-8795-CE1E7277191D}" dt="2026-06-04T21:49:48.624" v="471" actId="478"/>
          <ac:spMkLst>
            <pc:docMk/>
            <pc:sldMk cId="2082143027" sldId="262"/>
            <ac:spMk id="12" creationId="{828A9BD3-7E83-55CC-364E-4157E237E417}"/>
          </ac:spMkLst>
        </pc:spChg>
        <pc:spChg chg="del">
          <ac:chgData name="Kun Suo" userId="41c30799-3a2b-4880-86a3-8488be07954a" providerId="ADAL" clId="{01B90814-4EBE-5562-8795-CE1E7277191D}" dt="2026-06-04T21:49:48.624" v="471" actId="478"/>
          <ac:spMkLst>
            <pc:docMk/>
            <pc:sldMk cId="2082143027" sldId="262"/>
            <ac:spMk id="13" creationId="{E16C6989-4C0A-D760-6600-126F0F9D9F71}"/>
          </ac:spMkLst>
        </pc:spChg>
        <pc:spChg chg="del">
          <ac:chgData name="Kun Suo" userId="41c30799-3a2b-4880-86a3-8488be07954a" providerId="ADAL" clId="{01B90814-4EBE-5562-8795-CE1E7277191D}" dt="2026-06-04T21:49:47.085" v="470" actId="478"/>
          <ac:spMkLst>
            <pc:docMk/>
            <pc:sldMk cId="2082143027" sldId="262"/>
            <ac:spMk id="14" creationId="{BE8C894A-8807-979E-2FA0-8CAA9E0BB80C}"/>
          </ac:spMkLst>
        </pc:spChg>
        <pc:spChg chg="add mod">
          <ac:chgData name="Kun Suo" userId="41c30799-3a2b-4880-86a3-8488be07954a" providerId="ADAL" clId="{01B90814-4EBE-5562-8795-CE1E7277191D}" dt="2026-06-04T21:56:18.946" v="530" actId="1076"/>
          <ac:spMkLst>
            <pc:docMk/>
            <pc:sldMk cId="2082143027" sldId="262"/>
            <ac:spMk id="15" creationId="{DBDC48DD-1D05-D543-6173-ACFE6719A41E}"/>
          </ac:spMkLst>
        </pc:spChg>
        <pc:spChg chg="add mod">
          <ac:chgData name="Kun Suo" userId="41c30799-3a2b-4880-86a3-8488be07954a" providerId="ADAL" clId="{01B90814-4EBE-5562-8795-CE1E7277191D}" dt="2026-06-04T21:56:18.946" v="530" actId="1076"/>
          <ac:spMkLst>
            <pc:docMk/>
            <pc:sldMk cId="2082143027" sldId="262"/>
            <ac:spMk id="16" creationId="{13E32254-1424-E2B3-EAB8-E2DB363F3D3D}"/>
          </ac:spMkLst>
        </pc:spChg>
        <pc:spChg chg="add mod">
          <ac:chgData name="Kun Suo" userId="41c30799-3a2b-4880-86a3-8488be07954a" providerId="ADAL" clId="{01B90814-4EBE-5562-8795-CE1E7277191D}" dt="2026-06-04T21:56:18.946" v="530" actId="1076"/>
          <ac:spMkLst>
            <pc:docMk/>
            <pc:sldMk cId="2082143027" sldId="262"/>
            <ac:spMk id="17" creationId="{D4A395CB-0403-6047-4C88-CBBEB4191394}"/>
          </ac:spMkLst>
        </pc:spChg>
        <pc:spChg chg="add del mod">
          <ac:chgData name="Kun Suo" userId="41c30799-3a2b-4880-86a3-8488be07954a" providerId="ADAL" clId="{01B90814-4EBE-5562-8795-CE1E7277191D}" dt="2026-06-04T21:55:01.879" v="508" actId="478"/>
          <ac:spMkLst>
            <pc:docMk/>
            <pc:sldMk cId="2082143027" sldId="262"/>
            <ac:spMk id="18" creationId="{26DA8790-F090-EFB1-BD57-25993D812572}"/>
          </ac:spMkLst>
        </pc:spChg>
        <pc:spChg chg="add mod">
          <ac:chgData name="Kun Suo" userId="41c30799-3a2b-4880-86a3-8488be07954a" providerId="ADAL" clId="{01B90814-4EBE-5562-8795-CE1E7277191D}" dt="2026-06-04T21:56:18.946" v="530" actId="1076"/>
          <ac:spMkLst>
            <pc:docMk/>
            <pc:sldMk cId="2082143027" sldId="262"/>
            <ac:spMk id="19" creationId="{7EB8C662-0E8C-4E76-B40B-D97130C9AE24}"/>
          </ac:spMkLst>
        </pc:spChg>
        <pc:spChg chg="add mod">
          <ac:chgData name="Kun Suo" userId="41c30799-3a2b-4880-86a3-8488be07954a" providerId="ADAL" clId="{01B90814-4EBE-5562-8795-CE1E7277191D}" dt="2026-06-04T21:56:45.516" v="544" actId="1076"/>
          <ac:spMkLst>
            <pc:docMk/>
            <pc:sldMk cId="2082143027" sldId="262"/>
            <ac:spMk id="21" creationId="{62D0BE65-E084-7037-3048-8CFAEE74D8C2}"/>
          </ac:spMkLst>
        </pc:spChg>
        <pc:spChg chg="add mod">
          <ac:chgData name="Kun Suo" userId="41c30799-3a2b-4880-86a3-8488be07954a" providerId="ADAL" clId="{01B90814-4EBE-5562-8795-CE1E7277191D}" dt="2026-06-04T21:56:55.039" v="547" actId="20577"/>
          <ac:spMkLst>
            <pc:docMk/>
            <pc:sldMk cId="2082143027" sldId="262"/>
            <ac:spMk id="22" creationId="{4043DA33-59CC-A419-A20E-CD503D547BD7}"/>
          </ac:spMkLst>
        </pc:spChg>
        <pc:picChg chg="mod">
          <ac:chgData name="Kun Suo" userId="41c30799-3a2b-4880-86a3-8488be07954a" providerId="ADAL" clId="{01B90814-4EBE-5562-8795-CE1E7277191D}" dt="2026-06-04T21:51:44.442" v="481" actId="1035"/>
          <ac:picMkLst>
            <pc:docMk/>
            <pc:sldMk cId="2082143027" sldId="262"/>
            <ac:picMk id="4" creationId="{5B1A4CFC-D940-1DDF-3BFE-A43875696F98}"/>
          </ac:picMkLst>
        </pc:picChg>
        <pc:picChg chg="del">
          <ac:chgData name="Kun Suo" userId="41c30799-3a2b-4880-86a3-8488be07954a" providerId="ADAL" clId="{01B90814-4EBE-5562-8795-CE1E7277191D}" dt="2026-06-04T21:49:57.507" v="473" actId="478"/>
          <ac:picMkLst>
            <pc:docMk/>
            <pc:sldMk cId="2082143027" sldId="262"/>
            <ac:picMk id="6" creationId="{B071F776-BFE2-61A8-BD1E-7CB11E1FB16A}"/>
          </ac:picMkLst>
        </pc:picChg>
        <pc:picChg chg="del">
          <ac:chgData name="Kun Suo" userId="41c30799-3a2b-4880-86a3-8488be07954a" providerId="ADAL" clId="{01B90814-4EBE-5562-8795-CE1E7277191D}" dt="2026-06-04T21:49:57.507" v="473" actId="478"/>
          <ac:picMkLst>
            <pc:docMk/>
            <pc:sldMk cId="2082143027" sldId="262"/>
            <ac:picMk id="7" creationId="{BA680843-CFE2-665F-749E-A4F309C49491}"/>
          </ac:picMkLst>
        </pc:picChg>
        <pc:picChg chg="del">
          <ac:chgData name="Kun Suo" userId="41c30799-3a2b-4880-86a3-8488be07954a" providerId="ADAL" clId="{01B90814-4EBE-5562-8795-CE1E7277191D}" dt="2026-06-04T21:49:57.507" v="473" actId="478"/>
          <ac:picMkLst>
            <pc:docMk/>
            <pc:sldMk cId="2082143027" sldId="262"/>
            <ac:picMk id="8" creationId="{E11E7FA9-1EAA-FE26-4E93-E441FCE2129C}"/>
          </ac:picMkLst>
        </pc:picChg>
      </pc:sldChg>
      <pc:sldChg chg="addSp delSp modSp del mod">
        <pc:chgData name="Kun Suo" userId="41c30799-3a2b-4880-86a3-8488be07954a" providerId="ADAL" clId="{01B90814-4EBE-5562-8795-CE1E7277191D}" dt="2026-06-04T21:12:31.955" v="204" actId="2696"/>
        <pc:sldMkLst>
          <pc:docMk/>
          <pc:sldMk cId="0" sldId="263"/>
        </pc:sldMkLst>
      </pc:sldChg>
      <pc:sldChg chg="addSp delSp modSp add mod">
        <pc:chgData name="Kun Suo" userId="41c30799-3a2b-4880-86a3-8488be07954a" providerId="ADAL" clId="{01B90814-4EBE-5562-8795-CE1E7277191D}" dt="2026-06-05T02:33:04.281" v="1021"/>
        <pc:sldMkLst>
          <pc:docMk/>
          <pc:sldMk cId="2531015647" sldId="263"/>
        </pc:sldMkLst>
        <pc:spChg chg="mod">
          <ac:chgData name="Kun Suo" userId="41c30799-3a2b-4880-86a3-8488be07954a" providerId="ADAL" clId="{01B90814-4EBE-5562-8795-CE1E7277191D}" dt="2026-06-05T02:11:16.421" v="734"/>
          <ac:spMkLst>
            <pc:docMk/>
            <pc:sldMk cId="2531015647" sldId="263"/>
            <ac:spMk id="3" creationId="{519876E8-EA5A-0BD7-1A15-2FF09C116CCC}"/>
          </ac:spMkLst>
        </pc:spChg>
        <pc:spChg chg="mod">
          <ac:chgData name="Kun Suo" userId="41c30799-3a2b-4880-86a3-8488be07954a" providerId="ADAL" clId="{01B90814-4EBE-5562-8795-CE1E7277191D}" dt="2026-06-05T02:15:59.211" v="825" actId="1035"/>
          <ac:spMkLst>
            <pc:docMk/>
            <pc:sldMk cId="2531015647" sldId="263"/>
            <ac:spMk id="5" creationId="{8AF5B7D9-1404-76A7-2863-58D6C7261C0F}"/>
          </ac:spMkLst>
        </pc:spChg>
        <pc:spChg chg="del">
          <ac:chgData name="Kun Suo" userId="41c30799-3a2b-4880-86a3-8488be07954a" providerId="ADAL" clId="{01B90814-4EBE-5562-8795-CE1E7277191D}" dt="2026-06-05T02:10:13.587" v="730" actId="478"/>
          <ac:spMkLst>
            <pc:docMk/>
            <pc:sldMk cId="2531015647" sldId="263"/>
            <ac:spMk id="9" creationId="{5A37CB8A-A575-3175-504E-5719202AE88D}"/>
          </ac:spMkLst>
        </pc:spChg>
        <pc:spChg chg="del">
          <ac:chgData name="Kun Suo" userId="41c30799-3a2b-4880-86a3-8488be07954a" providerId="ADAL" clId="{01B90814-4EBE-5562-8795-CE1E7277191D}" dt="2026-06-05T02:10:13.587" v="730" actId="478"/>
          <ac:spMkLst>
            <pc:docMk/>
            <pc:sldMk cId="2531015647" sldId="263"/>
            <ac:spMk id="10" creationId="{0CBEE505-6730-71ED-3144-A8208932A967}"/>
          </ac:spMkLst>
        </pc:spChg>
        <pc:spChg chg="del">
          <ac:chgData name="Kun Suo" userId="41c30799-3a2b-4880-86a3-8488be07954a" providerId="ADAL" clId="{01B90814-4EBE-5562-8795-CE1E7277191D}" dt="2026-06-05T02:10:13.587" v="730" actId="478"/>
          <ac:spMkLst>
            <pc:docMk/>
            <pc:sldMk cId="2531015647" sldId="263"/>
            <ac:spMk id="11" creationId="{8DAFE959-606B-B92D-2D32-F434C62D2DCB}"/>
          </ac:spMkLst>
        </pc:spChg>
        <pc:spChg chg="del">
          <ac:chgData name="Kun Suo" userId="41c30799-3a2b-4880-86a3-8488be07954a" providerId="ADAL" clId="{01B90814-4EBE-5562-8795-CE1E7277191D}" dt="2026-06-05T02:10:13.587" v="730" actId="478"/>
          <ac:spMkLst>
            <pc:docMk/>
            <pc:sldMk cId="2531015647" sldId="263"/>
            <ac:spMk id="12" creationId="{1710205A-7797-24D9-8A99-21B9C061B89E}"/>
          </ac:spMkLst>
        </pc:spChg>
        <pc:spChg chg="del">
          <ac:chgData name="Kun Suo" userId="41c30799-3a2b-4880-86a3-8488be07954a" providerId="ADAL" clId="{01B90814-4EBE-5562-8795-CE1E7277191D}" dt="2026-06-05T02:10:13.587" v="730" actId="478"/>
          <ac:spMkLst>
            <pc:docMk/>
            <pc:sldMk cId="2531015647" sldId="263"/>
            <ac:spMk id="13" creationId="{CA636286-838F-999A-7613-8FD03F0F5002}"/>
          </ac:spMkLst>
        </pc:spChg>
        <pc:spChg chg="del">
          <ac:chgData name="Kun Suo" userId="41c30799-3a2b-4880-86a3-8488be07954a" providerId="ADAL" clId="{01B90814-4EBE-5562-8795-CE1E7277191D}" dt="2026-06-05T02:10:11.757" v="729" actId="478"/>
          <ac:spMkLst>
            <pc:docMk/>
            <pc:sldMk cId="2531015647" sldId="263"/>
            <ac:spMk id="14" creationId="{8ADD84BB-9D52-E364-28B4-34BCBF95E8D1}"/>
          </ac:spMkLst>
        </pc:spChg>
        <pc:spChg chg="add mod">
          <ac:chgData name="Kun Suo" userId="41c30799-3a2b-4880-86a3-8488be07954a" providerId="ADAL" clId="{01B90814-4EBE-5562-8795-CE1E7277191D}" dt="2026-06-05T02:16:46.942" v="838" actId="403"/>
          <ac:spMkLst>
            <pc:docMk/>
            <pc:sldMk cId="2531015647" sldId="263"/>
            <ac:spMk id="17" creationId="{038EA13E-CCD7-1EDD-F10E-372547787B58}"/>
          </ac:spMkLst>
        </pc:spChg>
        <pc:spChg chg="add mod">
          <ac:chgData name="Kun Suo" userId="41c30799-3a2b-4880-86a3-8488be07954a" providerId="ADAL" clId="{01B90814-4EBE-5562-8795-CE1E7277191D}" dt="2026-06-05T02:17:48.328" v="855" actId="404"/>
          <ac:spMkLst>
            <pc:docMk/>
            <pc:sldMk cId="2531015647" sldId="263"/>
            <ac:spMk id="19" creationId="{01D032AB-1FDE-C650-ADF3-285E8F58756B}"/>
          </ac:spMkLst>
        </pc:spChg>
        <pc:spChg chg="add mod">
          <ac:chgData name="Kun Suo" userId="41c30799-3a2b-4880-86a3-8488be07954a" providerId="ADAL" clId="{01B90814-4EBE-5562-8795-CE1E7277191D}" dt="2026-06-05T02:17:06.836" v="844" actId="1076"/>
          <ac:spMkLst>
            <pc:docMk/>
            <pc:sldMk cId="2531015647" sldId="263"/>
            <ac:spMk id="21" creationId="{AED75D2C-F08D-76AF-8842-5D69D486A50E}"/>
          </ac:spMkLst>
        </pc:spChg>
        <pc:spChg chg="add mod">
          <ac:chgData name="Kun Suo" userId="41c30799-3a2b-4880-86a3-8488be07954a" providerId="ADAL" clId="{01B90814-4EBE-5562-8795-CE1E7277191D}" dt="2026-06-05T02:17:44.202" v="852" actId="404"/>
          <ac:spMkLst>
            <pc:docMk/>
            <pc:sldMk cId="2531015647" sldId="263"/>
            <ac:spMk id="23" creationId="{975C0E19-4C75-3576-1E09-7ABABB3CA84D}"/>
          </ac:spMkLst>
        </pc:spChg>
        <pc:graphicFrameChg chg="add mod modGraphic">
          <ac:chgData name="Kun Suo" userId="41c30799-3a2b-4880-86a3-8488be07954a" providerId="ADAL" clId="{01B90814-4EBE-5562-8795-CE1E7277191D}" dt="2026-06-05T02:33:04.281" v="1021"/>
          <ac:graphicFrameMkLst>
            <pc:docMk/>
            <pc:sldMk cId="2531015647" sldId="263"/>
            <ac:graphicFrameMk id="15" creationId="{7763B15C-593A-F907-D8D6-AAECF17667CD}"/>
          </ac:graphicFrameMkLst>
        </pc:graphicFrameChg>
        <pc:picChg chg="mod">
          <ac:chgData name="Kun Suo" userId="41c30799-3a2b-4880-86a3-8488be07954a" providerId="ADAL" clId="{01B90814-4EBE-5562-8795-CE1E7277191D}" dt="2026-06-05T02:15:59.211" v="825" actId="1035"/>
          <ac:picMkLst>
            <pc:docMk/>
            <pc:sldMk cId="2531015647" sldId="263"/>
            <ac:picMk id="4" creationId="{48934F09-A14C-CB95-10C5-310AF25ABA20}"/>
          </ac:picMkLst>
        </pc:picChg>
        <pc:picChg chg="del">
          <ac:chgData name="Kun Suo" userId="41c30799-3a2b-4880-86a3-8488be07954a" providerId="ADAL" clId="{01B90814-4EBE-5562-8795-CE1E7277191D}" dt="2026-06-05T02:12:00.260" v="738" actId="478"/>
          <ac:picMkLst>
            <pc:docMk/>
            <pc:sldMk cId="2531015647" sldId="263"/>
            <ac:picMk id="6" creationId="{754922FA-9E94-E140-51FA-F887B55DC9A9}"/>
          </ac:picMkLst>
        </pc:picChg>
        <pc:picChg chg="del">
          <ac:chgData name="Kun Suo" userId="41c30799-3a2b-4880-86a3-8488be07954a" providerId="ADAL" clId="{01B90814-4EBE-5562-8795-CE1E7277191D}" dt="2026-06-05T02:12:01.511" v="739" actId="478"/>
          <ac:picMkLst>
            <pc:docMk/>
            <pc:sldMk cId="2531015647" sldId="263"/>
            <ac:picMk id="7" creationId="{A70C993D-2582-BB6E-7AE7-2B61F36BB712}"/>
          </ac:picMkLst>
        </pc:picChg>
        <pc:picChg chg="del">
          <ac:chgData name="Kun Suo" userId="41c30799-3a2b-4880-86a3-8488be07954a" providerId="ADAL" clId="{01B90814-4EBE-5562-8795-CE1E7277191D}" dt="2026-06-05T02:12:01.511" v="739" actId="478"/>
          <ac:picMkLst>
            <pc:docMk/>
            <pc:sldMk cId="2531015647" sldId="263"/>
            <ac:picMk id="8" creationId="{AA6525F4-F508-C9B1-245D-268469D5906B}"/>
          </ac:picMkLst>
        </pc:picChg>
      </pc:sldChg>
      <pc:sldChg chg="addSp delSp modSp del mod">
        <pc:chgData name="Kun Suo" userId="41c30799-3a2b-4880-86a3-8488be07954a" providerId="ADAL" clId="{01B90814-4EBE-5562-8795-CE1E7277191D}" dt="2026-06-04T21:12:31.955" v="204" actId="2696"/>
        <pc:sldMkLst>
          <pc:docMk/>
          <pc:sldMk cId="0" sldId="264"/>
        </pc:sldMkLst>
      </pc:sldChg>
      <pc:sldChg chg="addSp delSp modSp add mod">
        <pc:chgData name="Kun Suo" userId="41c30799-3a2b-4880-86a3-8488be07954a" providerId="ADAL" clId="{01B90814-4EBE-5562-8795-CE1E7277191D}" dt="2026-06-04T22:01:34.073" v="572" actId="1076"/>
        <pc:sldMkLst>
          <pc:docMk/>
          <pc:sldMk cId="910287547" sldId="264"/>
        </pc:sldMkLst>
        <pc:spChg chg="mod">
          <ac:chgData name="Kun Suo" userId="41c30799-3a2b-4880-86a3-8488be07954a" providerId="ADAL" clId="{01B90814-4EBE-5562-8795-CE1E7277191D}" dt="2026-06-04T21:57:49.029" v="551"/>
          <ac:spMkLst>
            <pc:docMk/>
            <pc:sldMk cId="910287547" sldId="264"/>
            <ac:spMk id="3" creationId="{D4C16D06-E9C5-86E0-8079-6D52927DB91F}"/>
          </ac:spMkLst>
        </pc:spChg>
        <pc:spChg chg="mod">
          <ac:chgData name="Kun Suo" userId="41c30799-3a2b-4880-86a3-8488be07954a" providerId="ADAL" clId="{01B90814-4EBE-5562-8795-CE1E7277191D}" dt="2026-06-04T22:01:00.763" v="561"/>
          <ac:spMkLst>
            <pc:docMk/>
            <pc:sldMk cId="910287547" sldId="264"/>
            <ac:spMk id="5" creationId="{C269A892-BDFD-6282-8E8F-E6F0CB9157DD}"/>
          </ac:spMkLst>
        </pc:spChg>
        <pc:spChg chg="add del mod">
          <ac:chgData name="Kun Suo" userId="41c30799-3a2b-4880-86a3-8488be07954a" providerId="ADAL" clId="{01B90814-4EBE-5562-8795-CE1E7277191D}" dt="2026-06-04T22:01:12.840" v="567"/>
          <ac:spMkLst>
            <pc:docMk/>
            <pc:sldMk cId="910287547" sldId="264"/>
            <ac:spMk id="10" creationId="{16A9F3A6-5649-9D53-477B-D607B2109F8B}"/>
          </ac:spMkLst>
        </pc:spChg>
        <pc:spChg chg="del">
          <ac:chgData name="Kun Suo" userId="41c30799-3a2b-4880-86a3-8488be07954a" providerId="ADAL" clId="{01B90814-4EBE-5562-8795-CE1E7277191D}" dt="2026-06-04T21:58:14.478" v="552" actId="478"/>
          <ac:spMkLst>
            <pc:docMk/>
            <pc:sldMk cId="910287547" sldId="264"/>
            <ac:spMk id="18" creationId="{1B3E29AA-8442-468A-DD25-A9F82CC7116C}"/>
          </ac:spMkLst>
        </pc:spChg>
        <pc:spChg chg="del">
          <ac:chgData name="Kun Suo" userId="41c30799-3a2b-4880-86a3-8488be07954a" providerId="ADAL" clId="{01B90814-4EBE-5562-8795-CE1E7277191D}" dt="2026-06-04T21:58:14.478" v="552" actId="478"/>
          <ac:spMkLst>
            <pc:docMk/>
            <pc:sldMk cId="910287547" sldId="264"/>
            <ac:spMk id="20" creationId="{329784A1-83C9-DFDA-0719-66B5C6697DFD}"/>
          </ac:spMkLst>
        </pc:spChg>
        <pc:picChg chg="add del mod">
          <ac:chgData name="Kun Suo" userId="41c30799-3a2b-4880-86a3-8488be07954a" providerId="ADAL" clId="{01B90814-4EBE-5562-8795-CE1E7277191D}" dt="2026-06-04T22:01:02.639" v="562" actId="478"/>
          <ac:picMkLst>
            <pc:docMk/>
            <pc:sldMk cId="910287547" sldId="264"/>
            <ac:picMk id="6" creationId="{6CB96EFA-93AA-BD25-76AB-370B13BBC325}"/>
          </ac:picMkLst>
        </pc:picChg>
        <pc:picChg chg="del">
          <ac:chgData name="Kun Suo" userId="41c30799-3a2b-4880-86a3-8488be07954a" providerId="ADAL" clId="{01B90814-4EBE-5562-8795-CE1E7277191D}" dt="2026-06-04T21:58:29.163" v="554" actId="478"/>
          <ac:picMkLst>
            <pc:docMk/>
            <pc:sldMk cId="910287547" sldId="264"/>
            <ac:picMk id="7" creationId="{F97B541E-893A-01FB-B9D3-E2AF759D9B0B}"/>
          </ac:picMkLst>
        </pc:picChg>
        <pc:picChg chg="del">
          <ac:chgData name="Kun Suo" userId="41c30799-3a2b-4880-86a3-8488be07954a" providerId="ADAL" clId="{01B90814-4EBE-5562-8795-CE1E7277191D}" dt="2026-06-04T21:58:29.163" v="554" actId="478"/>
          <ac:picMkLst>
            <pc:docMk/>
            <pc:sldMk cId="910287547" sldId="264"/>
            <ac:picMk id="8" creationId="{1B3F136C-8057-BB05-9FB8-EC985A2E44FE}"/>
          </ac:picMkLst>
        </pc:picChg>
        <pc:picChg chg="add mod">
          <ac:chgData name="Kun Suo" userId="41c30799-3a2b-4880-86a3-8488be07954a" providerId="ADAL" clId="{01B90814-4EBE-5562-8795-CE1E7277191D}" dt="2026-06-04T22:01:09.886" v="565" actId="1076"/>
          <ac:picMkLst>
            <pc:docMk/>
            <pc:sldMk cId="910287547" sldId="264"/>
            <ac:picMk id="9" creationId="{852EBE0F-BF90-4D8E-C745-653B97642E99}"/>
          </ac:picMkLst>
        </pc:picChg>
        <pc:picChg chg="add mod">
          <ac:chgData name="Kun Suo" userId="41c30799-3a2b-4880-86a3-8488be07954a" providerId="ADAL" clId="{01B90814-4EBE-5562-8795-CE1E7277191D}" dt="2026-06-04T22:01:34.073" v="572" actId="1076"/>
          <ac:picMkLst>
            <pc:docMk/>
            <pc:sldMk cId="910287547" sldId="264"/>
            <ac:picMk id="11" creationId="{A02E762E-1FDF-BB2E-C38B-12BBBB1DB0E0}"/>
          </ac:picMkLst>
        </pc:picChg>
        <pc:picChg chg="mod">
          <ac:chgData name="Kun Suo" userId="41c30799-3a2b-4880-86a3-8488be07954a" providerId="ADAL" clId="{01B90814-4EBE-5562-8795-CE1E7277191D}" dt="2026-06-04T21:58:39.563" v="556" actId="1076"/>
          <ac:picMkLst>
            <pc:docMk/>
            <pc:sldMk cId="910287547" sldId="264"/>
            <ac:picMk id="15" creationId="{B0B6E0C6-E510-3B6D-C99C-19B3E7148EDF}"/>
          </ac:picMkLst>
        </pc:picChg>
      </pc:sldChg>
      <pc:sldChg chg="addSp delSp modSp del mod">
        <pc:chgData name="Kun Suo" userId="41c30799-3a2b-4880-86a3-8488be07954a" providerId="ADAL" clId="{01B90814-4EBE-5562-8795-CE1E7277191D}" dt="2026-06-04T21:12:31.955" v="204" actId="2696"/>
        <pc:sldMkLst>
          <pc:docMk/>
          <pc:sldMk cId="0" sldId="265"/>
        </pc:sldMkLst>
      </pc:sldChg>
      <pc:sldChg chg="addSp delSp modSp add mod">
        <pc:chgData name="Kun Suo" userId="41c30799-3a2b-4880-86a3-8488be07954a" providerId="ADAL" clId="{01B90814-4EBE-5562-8795-CE1E7277191D}" dt="2026-06-04T22:06:27.006" v="608" actId="1076"/>
        <pc:sldMkLst>
          <pc:docMk/>
          <pc:sldMk cId="2955307060" sldId="265"/>
        </pc:sldMkLst>
        <pc:spChg chg="mod">
          <ac:chgData name="Kun Suo" userId="41c30799-3a2b-4880-86a3-8488be07954a" providerId="ADAL" clId="{01B90814-4EBE-5562-8795-CE1E7277191D}" dt="2026-06-04T22:02:34.590" v="574"/>
          <ac:spMkLst>
            <pc:docMk/>
            <pc:sldMk cId="2955307060" sldId="265"/>
            <ac:spMk id="3" creationId="{6B5B16E2-61DF-FC0A-D065-EE6B4426C0A9}"/>
          </ac:spMkLst>
        </pc:spChg>
        <pc:spChg chg="mod">
          <ac:chgData name="Kun Suo" userId="41c30799-3a2b-4880-86a3-8488be07954a" providerId="ADAL" clId="{01B90814-4EBE-5562-8795-CE1E7277191D}" dt="2026-06-04T22:05:59.952" v="605" actId="20577"/>
          <ac:spMkLst>
            <pc:docMk/>
            <pc:sldMk cId="2955307060" sldId="265"/>
            <ac:spMk id="5" creationId="{BAF59AF5-D550-99BA-0817-76D652E18369}"/>
          </ac:spMkLst>
        </pc:spChg>
        <pc:spChg chg="add mod">
          <ac:chgData name="Kun Suo" userId="41c30799-3a2b-4880-86a3-8488be07954a" providerId="ADAL" clId="{01B90814-4EBE-5562-8795-CE1E7277191D}" dt="2026-06-04T22:03:35.966" v="580"/>
          <ac:spMkLst>
            <pc:docMk/>
            <pc:sldMk cId="2955307060" sldId="265"/>
            <ac:spMk id="6" creationId="{8F76F7F5-0427-8E85-3FA3-AAC0AFE1C56D}"/>
          </ac:spMkLst>
        </pc:spChg>
        <pc:spChg chg="add mod">
          <ac:chgData name="Kun Suo" userId="41c30799-3a2b-4880-86a3-8488be07954a" providerId="ADAL" clId="{01B90814-4EBE-5562-8795-CE1E7277191D}" dt="2026-06-04T22:03:35.966" v="580"/>
          <ac:spMkLst>
            <pc:docMk/>
            <pc:sldMk cId="2955307060" sldId="265"/>
            <ac:spMk id="11" creationId="{5771B640-4279-9800-58D5-A58D374B4552}"/>
          </ac:spMkLst>
        </pc:spChg>
        <pc:spChg chg="del">
          <ac:chgData name="Kun Suo" userId="41c30799-3a2b-4880-86a3-8488be07954a" providerId="ADAL" clId="{01B90814-4EBE-5562-8795-CE1E7277191D}" dt="2026-06-04T22:02:05.111" v="573" actId="478"/>
          <ac:spMkLst>
            <pc:docMk/>
            <pc:sldMk cId="2955307060" sldId="265"/>
            <ac:spMk id="18" creationId="{F8D8F990-F595-649D-9072-4C4F47612A5C}"/>
          </ac:spMkLst>
        </pc:spChg>
        <pc:spChg chg="del">
          <ac:chgData name="Kun Suo" userId="41c30799-3a2b-4880-86a3-8488be07954a" providerId="ADAL" clId="{01B90814-4EBE-5562-8795-CE1E7277191D}" dt="2026-06-04T22:02:05.111" v="573" actId="478"/>
          <ac:spMkLst>
            <pc:docMk/>
            <pc:sldMk cId="2955307060" sldId="265"/>
            <ac:spMk id="20" creationId="{7E0C853E-3AD4-B090-7032-23D545803ED1}"/>
          </ac:spMkLst>
        </pc:spChg>
        <pc:spChg chg="add mod">
          <ac:chgData name="Kun Suo" userId="41c30799-3a2b-4880-86a3-8488be07954a" providerId="ADAL" clId="{01B90814-4EBE-5562-8795-CE1E7277191D}" dt="2026-06-04T22:03:35.966" v="580"/>
          <ac:spMkLst>
            <pc:docMk/>
            <pc:sldMk cId="2955307060" sldId="265"/>
            <ac:spMk id="21" creationId="{4FBB178A-B5A2-EA45-A245-0CBC61DB1890}"/>
          </ac:spMkLst>
        </pc:spChg>
        <pc:spChg chg="add mod">
          <ac:chgData name="Kun Suo" userId="41c30799-3a2b-4880-86a3-8488be07954a" providerId="ADAL" clId="{01B90814-4EBE-5562-8795-CE1E7277191D}" dt="2026-06-04T22:03:35.966" v="580"/>
          <ac:spMkLst>
            <pc:docMk/>
            <pc:sldMk cId="2955307060" sldId="265"/>
            <ac:spMk id="22" creationId="{5E6AE2AA-31C2-2B12-83AB-245B28291E51}"/>
          </ac:spMkLst>
        </pc:spChg>
        <pc:spChg chg="add mod">
          <ac:chgData name="Kun Suo" userId="41c30799-3a2b-4880-86a3-8488be07954a" providerId="ADAL" clId="{01B90814-4EBE-5562-8795-CE1E7277191D}" dt="2026-06-04T22:03:35.966" v="580"/>
          <ac:spMkLst>
            <pc:docMk/>
            <pc:sldMk cId="2955307060" sldId="265"/>
            <ac:spMk id="26" creationId="{FAC9E629-1380-2960-468D-C9E2FACCEFB8}"/>
          </ac:spMkLst>
        </pc:spChg>
        <pc:spChg chg="add mod">
          <ac:chgData name="Kun Suo" userId="41c30799-3a2b-4880-86a3-8488be07954a" providerId="ADAL" clId="{01B90814-4EBE-5562-8795-CE1E7277191D}" dt="2026-06-04T22:03:35.966" v="580"/>
          <ac:spMkLst>
            <pc:docMk/>
            <pc:sldMk cId="2955307060" sldId="265"/>
            <ac:spMk id="28" creationId="{5B0FC487-8EF2-87FE-D7A8-D4DCE291F1A1}"/>
          </ac:spMkLst>
        </pc:spChg>
        <pc:spChg chg="add mod">
          <ac:chgData name="Kun Suo" userId="41c30799-3a2b-4880-86a3-8488be07954a" providerId="ADAL" clId="{01B90814-4EBE-5562-8795-CE1E7277191D}" dt="2026-06-04T22:03:35.966" v="580"/>
          <ac:spMkLst>
            <pc:docMk/>
            <pc:sldMk cId="2955307060" sldId="265"/>
            <ac:spMk id="32" creationId="{D77F4A4C-17E0-E274-C3EA-9163A1CD07D2}"/>
          </ac:spMkLst>
        </pc:spChg>
        <pc:spChg chg="add mod">
          <ac:chgData name="Kun Suo" userId="41c30799-3a2b-4880-86a3-8488be07954a" providerId="ADAL" clId="{01B90814-4EBE-5562-8795-CE1E7277191D}" dt="2026-06-04T22:03:35.966" v="580"/>
          <ac:spMkLst>
            <pc:docMk/>
            <pc:sldMk cId="2955307060" sldId="265"/>
            <ac:spMk id="35" creationId="{848542BE-CE53-8553-BDF1-8B5EE513DB07}"/>
          </ac:spMkLst>
        </pc:spChg>
        <pc:spChg chg="add mod">
          <ac:chgData name="Kun Suo" userId="41c30799-3a2b-4880-86a3-8488be07954a" providerId="ADAL" clId="{01B90814-4EBE-5562-8795-CE1E7277191D}" dt="2026-06-04T22:03:35.966" v="580"/>
          <ac:spMkLst>
            <pc:docMk/>
            <pc:sldMk cId="2955307060" sldId="265"/>
            <ac:spMk id="44" creationId="{ED3C9124-F285-6F33-F6AC-8FC4C8B1BEE1}"/>
          </ac:spMkLst>
        </pc:spChg>
        <pc:spChg chg="add mod">
          <ac:chgData name="Kun Suo" userId="41c30799-3a2b-4880-86a3-8488be07954a" providerId="ADAL" clId="{01B90814-4EBE-5562-8795-CE1E7277191D}" dt="2026-06-04T22:03:35.966" v="580"/>
          <ac:spMkLst>
            <pc:docMk/>
            <pc:sldMk cId="2955307060" sldId="265"/>
            <ac:spMk id="54" creationId="{F7552222-D4F7-9D18-A1A8-C4ACB07E988E}"/>
          </ac:spMkLst>
        </pc:spChg>
        <pc:spChg chg="add del mod">
          <ac:chgData name="Kun Suo" userId="41c30799-3a2b-4880-86a3-8488be07954a" providerId="ADAL" clId="{01B90814-4EBE-5562-8795-CE1E7277191D}" dt="2026-06-04T22:04:05.915" v="589" actId="478"/>
          <ac:spMkLst>
            <pc:docMk/>
            <pc:sldMk cId="2955307060" sldId="265"/>
            <ac:spMk id="59" creationId="{4341A711-D118-2F2D-FD7A-48CDB190A4A6}"/>
          </ac:spMkLst>
        </pc:spChg>
        <pc:picChg chg="del">
          <ac:chgData name="Kun Suo" userId="41c30799-3a2b-4880-86a3-8488be07954a" providerId="ADAL" clId="{01B90814-4EBE-5562-8795-CE1E7277191D}" dt="2026-06-04T22:03:11.850" v="579" actId="478"/>
          <ac:picMkLst>
            <pc:docMk/>
            <pc:sldMk cId="2955307060" sldId="265"/>
            <ac:picMk id="7" creationId="{5FB0D6AA-1082-FD9B-6B98-BB0F6A8D7057}"/>
          </ac:picMkLst>
        </pc:picChg>
        <pc:picChg chg="del">
          <ac:chgData name="Kun Suo" userId="41c30799-3a2b-4880-86a3-8488be07954a" providerId="ADAL" clId="{01B90814-4EBE-5562-8795-CE1E7277191D}" dt="2026-06-04T22:03:11.850" v="579" actId="478"/>
          <ac:picMkLst>
            <pc:docMk/>
            <pc:sldMk cId="2955307060" sldId="265"/>
            <ac:picMk id="8" creationId="{5FFD5F95-B83D-8561-60E5-D267F3B3D54F}"/>
          </ac:picMkLst>
        </pc:picChg>
        <pc:picChg chg="del">
          <ac:chgData name="Kun Suo" userId="41c30799-3a2b-4880-86a3-8488be07954a" providerId="ADAL" clId="{01B90814-4EBE-5562-8795-CE1E7277191D}" dt="2026-06-04T22:03:11.850" v="579" actId="478"/>
          <ac:picMkLst>
            <pc:docMk/>
            <pc:sldMk cId="2955307060" sldId="265"/>
            <ac:picMk id="15" creationId="{2F6B0115-03B6-4309-9D1D-CB7C43B14265}"/>
          </ac:picMkLst>
        </pc:picChg>
        <pc:picChg chg="add mod">
          <ac:chgData name="Kun Suo" userId="41c30799-3a2b-4880-86a3-8488be07954a" providerId="ADAL" clId="{01B90814-4EBE-5562-8795-CE1E7277191D}" dt="2026-06-04T22:05:17.073" v="597" actId="1036"/>
          <ac:picMkLst>
            <pc:docMk/>
            <pc:sldMk cId="2955307060" sldId="265"/>
            <ac:picMk id="60" creationId="{9D77A751-0A80-D19B-DBCE-A3CC0BAE57B5}"/>
          </ac:picMkLst>
        </pc:picChg>
        <pc:picChg chg="add mod">
          <ac:chgData name="Kun Suo" userId="41c30799-3a2b-4880-86a3-8488be07954a" providerId="ADAL" clId="{01B90814-4EBE-5562-8795-CE1E7277191D}" dt="2026-06-04T22:05:08.436" v="594"/>
          <ac:picMkLst>
            <pc:docMk/>
            <pc:sldMk cId="2955307060" sldId="265"/>
            <ac:picMk id="61" creationId="{4337A256-3865-68D9-0EF4-9519134958E8}"/>
          </ac:picMkLst>
        </pc:picChg>
        <pc:picChg chg="add mod">
          <ac:chgData name="Kun Suo" userId="41c30799-3a2b-4880-86a3-8488be07954a" providerId="ADAL" clId="{01B90814-4EBE-5562-8795-CE1E7277191D}" dt="2026-06-04T22:06:27.006" v="608" actId="1076"/>
          <ac:picMkLst>
            <pc:docMk/>
            <pc:sldMk cId="2955307060" sldId="265"/>
            <ac:picMk id="3074" creationId="{3A3A87FE-97B9-7533-50B7-B79AF0B2B7C5}"/>
          </ac:picMkLst>
        </pc:picChg>
      </pc:sldChg>
      <pc:sldChg chg="del">
        <pc:chgData name="Kun Suo" userId="41c30799-3a2b-4880-86a3-8488be07954a" providerId="ADAL" clId="{01B90814-4EBE-5562-8795-CE1E7277191D}" dt="2026-06-04T21:12:31.955" v="204" actId="2696"/>
        <pc:sldMkLst>
          <pc:docMk/>
          <pc:sldMk cId="0" sldId="266"/>
        </pc:sldMkLst>
      </pc:sldChg>
      <pc:sldChg chg="addSp delSp modSp add mod ord">
        <pc:chgData name="Kun Suo" userId="41c30799-3a2b-4880-86a3-8488be07954a" providerId="ADAL" clId="{01B90814-4EBE-5562-8795-CE1E7277191D}" dt="2026-06-04T22:28:39.863" v="728" actId="20577"/>
        <pc:sldMkLst>
          <pc:docMk/>
          <pc:sldMk cId="4282987760" sldId="266"/>
        </pc:sldMkLst>
        <pc:spChg chg="mod">
          <ac:chgData name="Kun Suo" userId="41c30799-3a2b-4880-86a3-8488be07954a" providerId="ADAL" clId="{01B90814-4EBE-5562-8795-CE1E7277191D}" dt="2026-06-04T22:28:39.863" v="728" actId="20577"/>
          <ac:spMkLst>
            <pc:docMk/>
            <pc:sldMk cId="4282987760" sldId="266"/>
            <ac:spMk id="3" creationId="{8E5F8E45-D5D3-33E1-D3AF-70A572B80487}"/>
          </ac:spMkLst>
        </pc:spChg>
        <pc:spChg chg="del">
          <ac:chgData name="Kun Suo" userId="41c30799-3a2b-4880-86a3-8488be07954a" providerId="ADAL" clId="{01B90814-4EBE-5562-8795-CE1E7277191D}" dt="2026-06-04T22:24:57.472" v="676" actId="478"/>
          <ac:spMkLst>
            <pc:docMk/>
            <pc:sldMk cId="4282987760" sldId="266"/>
            <ac:spMk id="5" creationId="{90E81E69-061C-3C85-FD09-98D075AB1113}"/>
          </ac:spMkLst>
        </pc:spChg>
        <pc:spChg chg="add mod">
          <ac:chgData name="Kun Suo" userId="41c30799-3a2b-4880-86a3-8488be07954a" providerId="ADAL" clId="{01B90814-4EBE-5562-8795-CE1E7277191D}" dt="2026-06-04T22:25:56.979" v="686" actId="14100"/>
          <ac:spMkLst>
            <pc:docMk/>
            <pc:sldMk cId="4282987760" sldId="266"/>
            <ac:spMk id="6" creationId="{4579B3A3-1D06-02DC-1AFF-80BC14A2D697}"/>
          </ac:spMkLst>
        </pc:spChg>
        <pc:spChg chg="add mod">
          <ac:chgData name="Kun Suo" userId="41c30799-3a2b-4880-86a3-8488be07954a" providerId="ADAL" clId="{01B90814-4EBE-5562-8795-CE1E7277191D}" dt="2026-06-04T22:26:24.995" v="696" actId="1076"/>
          <ac:spMkLst>
            <pc:docMk/>
            <pc:sldMk cId="4282987760" sldId="266"/>
            <ac:spMk id="9" creationId="{8AA9B114-52E1-7C94-3D97-538A9ECD4545}"/>
          </ac:spMkLst>
        </pc:spChg>
        <pc:spChg chg="add del mod">
          <ac:chgData name="Kun Suo" userId="41c30799-3a2b-4880-86a3-8488be07954a" providerId="ADAL" clId="{01B90814-4EBE-5562-8795-CE1E7277191D}" dt="2026-06-04T22:25:14.984" v="680" actId="478"/>
          <ac:spMkLst>
            <pc:docMk/>
            <pc:sldMk cId="4282987760" sldId="266"/>
            <ac:spMk id="10" creationId="{BD0EFBF6-2661-9EEE-13AB-ED91CE899170}"/>
          </ac:spMkLst>
        </pc:spChg>
        <pc:spChg chg="add mod">
          <ac:chgData name="Kun Suo" userId="41c30799-3a2b-4880-86a3-8488be07954a" providerId="ADAL" clId="{01B90814-4EBE-5562-8795-CE1E7277191D}" dt="2026-06-04T22:26:33.074" v="698" actId="1076"/>
          <ac:spMkLst>
            <pc:docMk/>
            <pc:sldMk cId="4282987760" sldId="266"/>
            <ac:spMk id="11" creationId="{9EAD9B06-0EF1-56F8-6D89-BC9EC3C2988E}"/>
          </ac:spMkLst>
        </pc:spChg>
        <pc:spChg chg="add mod">
          <ac:chgData name="Kun Suo" userId="41c30799-3a2b-4880-86a3-8488be07954a" providerId="ADAL" clId="{01B90814-4EBE-5562-8795-CE1E7277191D}" dt="2026-06-04T22:26:45.488" v="702" actId="20577"/>
          <ac:spMkLst>
            <pc:docMk/>
            <pc:sldMk cId="4282987760" sldId="266"/>
            <ac:spMk id="12" creationId="{67264D36-E7D2-A9F5-CC60-2C1D5CA23A44}"/>
          </ac:spMkLst>
        </pc:spChg>
        <pc:spChg chg="add mod">
          <ac:chgData name="Kun Suo" userId="41c30799-3a2b-4880-86a3-8488be07954a" providerId="ADAL" clId="{01B90814-4EBE-5562-8795-CE1E7277191D}" dt="2026-06-04T22:27:05.825" v="705" actId="255"/>
          <ac:spMkLst>
            <pc:docMk/>
            <pc:sldMk cId="4282987760" sldId="266"/>
            <ac:spMk id="13" creationId="{54D02045-5EA4-211C-154E-615E4D2EF8D0}"/>
          </ac:spMkLst>
        </pc:spChg>
        <pc:spChg chg="add mod">
          <ac:chgData name="Kun Suo" userId="41c30799-3a2b-4880-86a3-8488be07954a" providerId="ADAL" clId="{01B90814-4EBE-5562-8795-CE1E7277191D}" dt="2026-06-04T22:27:05.825" v="705" actId="255"/>
          <ac:spMkLst>
            <pc:docMk/>
            <pc:sldMk cId="4282987760" sldId="266"/>
            <ac:spMk id="14" creationId="{F690897D-DEE2-FE56-C5B5-19CA50FEAFD6}"/>
          </ac:spMkLst>
        </pc:spChg>
        <pc:spChg chg="add mod">
          <ac:chgData name="Kun Suo" userId="41c30799-3a2b-4880-86a3-8488be07954a" providerId="ADAL" clId="{01B90814-4EBE-5562-8795-CE1E7277191D}" dt="2026-06-04T22:27:05.825" v="705" actId="255"/>
          <ac:spMkLst>
            <pc:docMk/>
            <pc:sldMk cId="4282987760" sldId="266"/>
            <ac:spMk id="16" creationId="{EB1D685A-6E6D-2C5C-DD96-2253ED263342}"/>
          </ac:spMkLst>
        </pc:spChg>
        <pc:spChg chg="add mod">
          <ac:chgData name="Kun Suo" userId="41c30799-3a2b-4880-86a3-8488be07954a" providerId="ADAL" clId="{01B90814-4EBE-5562-8795-CE1E7277191D}" dt="2026-06-04T22:27:05.825" v="705" actId="255"/>
          <ac:spMkLst>
            <pc:docMk/>
            <pc:sldMk cId="4282987760" sldId="266"/>
            <ac:spMk id="17" creationId="{AD3DF5FE-8D47-F02C-78A7-61279AA3E004}"/>
          </ac:spMkLst>
        </pc:spChg>
        <pc:spChg chg="del">
          <ac:chgData name="Kun Suo" userId="41c30799-3a2b-4880-86a3-8488be07954a" providerId="ADAL" clId="{01B90814-4EBE-5562-8795-CE1E7277191D}" dt="2026-06-04T22:24:57.472" v="676" actId="478"/>
          <ac:spMkLst>
            <pc:docMk/>
            <pc:sldMk cId="4282987760" sldId="266"/>
            <ac:spMk id="18" creationId="{5AB90CA8-CEDE-C9BB-09A7-0D2671AE8351}"/>
          </ac:spMkLst>
        </pc:spChg>
        <pc:spChg chg="del">
          <ac:chgData name="Kun Suo" userId="41c30799-3a2b-4880-86a3-8488be07954a" providerId="ADAL" clId="{01B90814-4EBE-5562-8795-CE1E7277191D}" dt="2026-06-04T22:24:57.472" v="676" actId="478"/>
          <ac:spMkLst>
            <pc:docMk/>
            <pc:sldMk cId="4282987760" sldId="266"/>
            <ac:spMk id="20" creationId="{247ED914-E8DC-9C36-8F12-2C58EFF48B39}"/>
          </ac:spMkLst>
        </pc:spChg>
        <pc:spChg chg="add mod">
          <ac:chgData name="Kun Suo" userId="41c30799-3a2b-4880-86a3-8488be07954a" providerId="ADAL" clId="{01B90814-4EBE-5562-8795-CE1E7277191D}" dt="2026-06-04T22:28:01.511" v="719" actId="20577"/>
          <ac:spMkLst>
            <pc:docMk/>
            <pc:sldMk cId="4282987760" sldId="266"/>
            <ac:spMk id="21" creationId="{4498BE56-E55C-467A-75AC-63F3E97FB985}"/>
          </ac:spMkLst>
        </pc:spChg>
        <pc:picChg chg="del">
          <ac:chgData name="Kun Suo" userId="41c30799-3a2b-4880-86a3-8488be07954a" providerId="ADAL" clId="{01B90814-4EBE-5562-8795-CE1E7277191D}" dt="2026-06-04T22:24:57.472" v="676" actId="478"/>
          <ac:picMkLst>
            <pc:docMk/>
            <pc:sldMk cId="4282987760" sldId="266"/>
            <ac:picMk id="4" creationId="{05315247-23B5-02CF-C6E5-5BFBF89595CA}"/>
          </ac:picMkLst>
        </pc:picChg>
        <pc:picChg chg="del">
          <ac:chgData name="Kun Suo" userId="41c30799-3a2b-4880-86a3-8488be07954a" providerId="ADAL" clId="{01B90814-4EBE-5562-8795-CE1E7277191D}" dt="2026-06-04T22:24:57.472" v="676" actId="478"/>
          <ac:picMkLst>
            <pc:docMk/>
            <pc:sldMk cId="4282987760" sldId="266"/>
            <ac:picMk id="7" creationId="{51B73D26-6BB4-C192-0BC2-CD68E28A0768}"/>
          </ac:picMkLst>
        </pc:picChg>
        <pc:picChg chg="del">
          <ac:chgData name="Kun Suo" userId="41c30799-3a2b-4880-86a3-8488be07954a" providerId="ADAL" clId="{01B90814-4EBE-5562-8795-CE1E7277191D}" dt="2026-06-04T22:24:57.472" v="676" actId="478"/>
          <ac:picMkLst>
            <pc:docMk/>
            <pc:sldMk cId="4282987760" sldId="266"/>
            <ac:picMk id="8" creationId="{9769C805-953E-EDF5-1239-03288F1EA2C2}"/>
          </ac:picMkLst>
        </pc:picChg>
        <pc:picChg chg="del">
          <ac:chgData name="Kun Suo" userId="41c30799-3a2b-4880-86a3-8488be07954a" providerId="ADAL" clId="{01B90814-4EBE-5562-8795-CE1E7277191D}" dt="2026-06-04T22:24:57.472" v="676" actId="478"/>
          <ac:picMkLst>
            <pc:docMk/>
            <pc:sldMk cId="4282987760" sldId="266"/>
            <ac:picMk id="15" creationId="{D685BB62-810E-DC8C-6993-C0AEEA7E5DAC}"/>
          </ac:picMkLst>
        </pc:picChg>
        <pc:picChg chg="add mod">
          <ac:chgData name="Kun Suo" userId="41c30799-3a2b-4880-86a3-8488be07954a" providerId="ADAL" clId="{01B90814-4EBE-5562-8795-CE1E7277191D}" dt="2026-06-04T22:27:38.597" v="712" actId="1035"/>
          <ac:picMkLst>
            <pc:docMk/>
            <pc:sldMk cId="4282987760" sldId="266"/>
            <ac:picMk id="19" creationId="{EA433F59-3A02-8A1E-1877-B5A33D9A89EE}"/>
          </ac:picMkLst>
        </pc:picChg>
        <pc:picChg chg="add del mod">
          <ac:chgData name="Kun Suo" userId="41c30799-3a2b-4880-86a3-8488be07954a" providerId="ADAL" clId="{01B90814-4EBE-5562-8795-CE1E7277191D}" dt="2026-06-04T22:27:34.122" v="709" actId="478"/>
          <ac:picMkLst>
            <pc:docMk/>
            <pc:sldMk cId="4282987760" sldId="266"/>
            <ac:picMk id="22" creationId="{D7AA77F8-99CD-9808-C0BA-9CA7844AE7AC}"/>
          </ac:picMkLst>
        </pc:picChg>
        <pc:picChg chg="add mod">
          <ac:chgData name="Kun Suo" userId="41c30799-3a2b-4880-86a3-8488be07954a" providerId="ADAL" clId="{01B90814-4EBE-5562-8795-CE1E7277191D}" dt="2026-06-04T22:28:04.991" v="722" actId="1036"/>
          <ac:picMkLst>
            <pc:docMk/>
            <pc:sldMk cId="4282987760" sldId="266"/>
            <ac:picMk id="23" creationId="{78017793-A995-9C13-E003-B129BACFB8DA}"/>
          </ac:picMkLst>
        </pc:picChg>
      </pc:sldChg>
      <pc:sldChg chg="addSp delSp modSp add mod">
        <pc:chgData name="Kun Suo" userId="41c30799-3a2b-4880-86a3-8488be07954a" providerId="ADAL" clId="{01B90814-4EBE-5562-8795-CE1E7277191D}" dt="2026-06-04T22:19:29.216" v="669" actId="1076"/>
        <pc:sldMkLst>
          <pc:docMk/>
          <pc:sldMk cId="228590867" sldId="267"/>
        </pc:sldMkLst>
        <pc:spChg chg="mod">
          <ac:chgData name="Kun Suo" userId="41c30799-3a2b-4880-86a3-8488be07954a" providerId="ADAL" clId="{01B90814-4EBE-5562-8795-CE1E7277191D}" dt="2026-06-04T22:09:25.645" v="621" actId="14100"/>
          <ac:spMkLst>
            <pc:docMk/>
            <pc:sldMk cId="228590867" sldId="267"/>
            <ac:spMk id="3" creationId="{3D9F098D-A218-9A4D-3B66-AD2D1EC00ABF}"/>
          </ac:spMkLst>
        </pc:spChg>
        <pc:spChg chg="mod">
          <ac:chgData name="Kun Suo" userId="41c30799-3a2b-4880-86a3-8488be07954a" providerId="ADAL" clId="{01B90814-4EBE-5562-8795-CE1E7277191D}" dt="2026-06-04T22:12:52.876" v="659" actId="20577"/>
          <ac:spMkLst>
            <pc:docMk/>
            <pc:sldMk cId="228590867" sldId="267"/>
            <ac:spMk id="5" creationId="{DFCA85E8-749F-F68B-5DBF-D66BF64D515B}"/>
          </ac:spMkLst>
        </pc:spChg>
        <pc:spChg chg="add del mod">
          <ac:chgData name="Kun Suo" userId="41c30799-3a2b-4880-86a3-8488be07954a" providerId="ADAL" clId="{01B90814-4EBE-5562-8795-CE1E7277191D}" dt="2026-06-04T22:12:35.951" v="642"/>
          <ac:spMkLst>
            <pc:docMk/>
            <pc:sldMk cId="228590867" sldId="267"/>
            <ac:spMk id="7" creationId="{403C7C02-3E29-9BF8-282A-C8844B60AB46}"/>
          </ac:spMkLst>
        </pc:spChg>
        <pc:spChg chg="add mod">
          <ac:chgData name="Kun Suo" userId="41c30799-3a2b-4880-86a3-8488be07954a" providerId="ADAL" clId="{01B90814-4EBE-5562-8795-CE1E7277191D}" dt="2026-06-04T22:13:03.562" v="666" actId="1076"/>
          <ac:spMkLst>
            <pc:docMk/>
            <pc:sldMk cId="228590867" sldId="267"/>
            <ac:spMk id="9" creationId="{EB2EC227-8D78-62D5-0314-CC53CE131501}"/>
          </ac:spMkLst>
        </pc:spChg>
        <pc:picChg chg="add mod">
          <ac:chgData name="Kun Suo" userId="41c30799-3a2b-4880-86a3-8488be07954a" providerId="ADAL" clId="{01B90814-4EBE-5562-8795-CE1E7277191D}" dt="2026-06-04T22:12:14.588" v="638" actId="1076"/>
          <ac:picMkLst>
            <pc:docMk/>
            <pc:sldMk cId="228590867" sldId="267"/>
            <ac:picMk id="6" creationId="{B366DE1E-02CC-1C0F-C786-D731D3F74857}"/>
          </ac:picMkLst>
        </pc:picChg>
        <pc:picChg chg="mod">
          <ac:chgData name="Kun Suo" userId="41c30799-3a2b-4880-86a3-8488be07954a" providerId="ADAL" clId="{01B90814-4EBE-5562-8795-CE1E7277191D}" dt="2026-06-04T22:19:29.216" v="669" actId="1076"/>
          <ac:picMkLst>
            <pc:docMk/>
            <pc:sldMk cId="228590867" sldId="267"/>
            <ac:picMk id="3074" creationId="{68E99A68-28C2-659E-4C45-9C1D4532D60A}"/>
          </ac:picMkLst>
        </pc:picChg>
      </pc:sldChg>
      <pc:sldChg chg="addSp delSp modSp add mod">
        <pc:chgData name="Kun Suo" userId="41c30799-3a2b-4880-86a3-8488be07954a" providerId="ADAL" clId="{01B90814-4EBE-5562-8795-CE1E7277191D}" dt="2026-06-05T02:26:07.812" v="959" actId="1076"/>
        <pc:sldMkLst>
          <pc:docMk/>
          <pc:sldMk cId="2240075495" sldId="268"/>
        </pc:sldMkLst>
        <pc:spChg chg="mod">
          <ac:chgData name="Kun Suo" userId="41c30799-3a2b-4880-86a3-8488be07954a" providerId="ADAL" clId="{01B90814-4EBE-5562-8795-CE1E7277191D}" dt="2026-06-05T02:19:56.231" v="860" actId="20577"/>
          <ac:spMkLst>
            <pc:docMk/>
            <pc:sldMk cId="2240075495" sldId="268"/>
            <ac:spMk id="3" creationId="{E0FFC363-72B8-D0F7-8075-66855907B5BB}"/>
          </ac:spMkLst>
        </pc:spChg>
        <pc:spChg chg="mod">
          <ac:chgData name="Kun Suo" userId="41c30799-3a2b-4880-86a3-8488be07954a" providerId="ADAL" clId="{01B90814-4EBE-5562-8795-CE1E7277191D}" dt="2026-06-05T02:20:32.365" v="864" actId="14100"/>
          <ac:spMkLst>
            <pc:docMk/>
            <pc:sldMk cId="2240075495" sldId="268"/>
            <ac:spMk id="5" creationId="{268E9D57-14CB-5052-C6C3-FF781BAD8EF6}"/>
          </ac:spMkLst>
        </pc:spChg>
        <pc:spChg chg="add mod">
          <ac:chgData name="Kun Suo" userId="41c30799-3a2b-4880-86a3-8488be07954a" providerId="ADAL" clId="{01B90814-4EBE-5562-8795-CE1E7277191D}" dt="2026-06-05T02:24:24.833" v="922" actId="14100"/>
          <ac:spMkLst>
            <pc:docMk/>
            <pc:sldMk cId="2240075495" sldId="268"/>
            <ac:spMk id="9" creationId="{3CEF5EF0-C9E3-9392-C804-145CF7859285}"/>
          </ac:spMkLst>
        </pc:spChg>
        <pc:spChg chg="add mod">
          <ac:chgData name="Kun Suo" userId="41c30799-3a2b-4880-86a3-8488be07954a" providerId="ADAL" clId="{01B90814-4EBE-5562-8795-CE1E7277191D}" dt="2026-06-05T02:25:58.222" v="957" actId="1076"/>
          <ac:spMkLst>
            <pc:docMk/>
            <pc:sldMk cId="2240075495" sldId="268"/>
            <ac:spMk id="11" creationId="{C2B0EB33-8F6F-5DDC-1E5C-F991BEA3D8DF}"/>
          </ac:spMkLst>
        </pc:spChg>
        <pc:spChg chg="add mod">
          <ac:chgData name="Kun Suo" userId="41c30799-3a2b-4880-86a3-8488be07954a" providerId="ADAL" clId="{01B90814-4EBE-5562-8795-CE1E7277191D}" dt="2026-06-05T02:21:38.498" v="882"/>
          <ac:spMkLst>
            <pc:docMk/>
            <pc:sldMk cId="2240075495" sldId="268"/>
            <ac:spMk id="12" creationId="{9CD71A6C-9950-852E-CD50-ABDAA0272356}"/>
          </ac:spMkLst>
        </pc:spChg>
        <pc:spChg chg="add mod">
          <ac:chgData name="Kun Suo" userId="41c30799-3a2b-4880-86a3-8488be07954a" providerId="ADAL" clId="{01B90814-4EBE-5562-8795-CE1E7277191D}" dt="2026-06-05T02:25:58.222" v="957" actId="1076"/>
          <ac:spMkLst>
            <pc:docMk/>
            <pc:sldMk cId="2240075495" sldId="268"/>
            <ac:spMk id="13" creationId="{708F2318-0AC4-BE5B-98BE-49D24684096B}"/>
          </ac:spMkLst>
        </pc:spChg>
        <pc:spChg chg="add mod">
          <ac:chgData name="Kun Suo" userId="41c30799-3a2b-4880-86a3-8488be07954a" providerId="ADAL" clId="{01B90814-4EBE-5562-8795-CE1E7277191D}" dt="2026-06-05T02:24:53" v="931" actId="14100"/>
          <ac:spMkLst>
            <pc:docMk/>
            <pc:sldMk cId="2240075495" sldId="268"/>
            <ac:spMk id="14" creationId="{80E8B733-813A-AA70-B271-73F396292FC3}"/>
          </ac:spMkLst>
        </pc:spChg>
        <pc:spChg chg="add mod">
          <ac:chgData name="Kun Suo" userId="41c30799-3a2b-4880-86a3-8488be07954a" providerId="ADAL" clId="{01B90814-4EBE-5562-8795-CE1E7277191D}" dt="2026-06-05T02:26:04.357" v="958" actId="1076"/>
          <ac:spMkLst>
            <pc:docMk/>
            <pc:sldMk cId="2240075495" sldId="268"/>
            <ac:spMk id="15" creationId="{96EFED8A-C282-81A5-3932-ED55163FC79A}"/>
          </ac:spMkLst>
        </pc:spChg>
        <pc:spChg chg="add mod">
          <ac:chgData name="Kun Suo" userId="41c30799-3a2b-4880-86a3-8488be07954a" providerId="ADAL" clId="{01B90814-4EBE-5562-8795-CE1E7277191D}" dt="2026-06-05T02:26:07.812" v="959" actId="1076"/>
          <ac:spMkLst>
            <pc:docMk/>
            <pc:sldMk cId="2240075495" sldId="268"/>
            <ac:spMk id="16" creationId="{97D8F6CD-97DB-8CC0-1099-3B320D62EE82}"/>
          </ac:spMkLst>
        </pc:spChg>
        <pc:picChg chg="mod">
          <ac:chgData name="Kun Suo" userId="41c30799-3a2b-4880-86a3-8488be07954a" providerId="ADAL" clId="{01B90814-4EBE-5562-8795-CE1E7277191D}" dt="2026-06-05T02:20:43.003" v="872" actId="1035"/>
          <ac:picMkLst>
            <pc:docMk/>
            <pc:sldMk cId="2240075495" sldId="268"/>
            <ac:picMk id="4" creationId="{A23F5FCB-2FF4-4884-477B-63AD897DF7C5}"/>
          </ac:picMkLst>
        </pc:picChg>
        <pc:picChg chg="mod">
          <ac:chgData name="Kun Suo" userId="41c30799-3a2b-4880-86a3-8488be07954a" providerId="ADAL" clId="{01B90814-4EBE-5562-8795-CE1E7277191D}" dt="2026-06-05T02:20:43.003" v="872" actId="1035"/>
          <ac:picMkLst>
            <pc:docMk/>
            <pc:sldMk cId="2240075495" sldId="268"/>
            <ac:picMk id="6" creationId="{DD14F671-C7EC-6678-6D89-331DFF5ECEBF}"/>
          </ac:picMkLst>
        </pc:picChg>
        <pc:picChg chg="mod">
          <ac:chgData name="Kun Suo" userId="41c30799-3a2b-4880-86a3-8488be07954a" providerId="ADAL" clId="{01B90814-4EBE-5562-8795-CE1E7277191D}" dt="2026-06-05T02:20:47.505" v="873" actId="1036"/>
          <ac:picMkLst>
            <pc:docMk/>
            <pc:sldMk cId="2240075495" sldId="268"/>
            <ac:picMk id="7" creationId="{431F557A-5129-1BE8-7561-B80C4F47A5A8}"/>
          </ac:picMkLst>
        </pc:picChg>
        <pc:picChg chg="del">
          <ac:chgData name="Kun Suo" userId="41c30799-3a2b-4880-86a3-8488be07954a" providerId="ADAL" clId="{01B90814-4EBE-5562-8795-CE1E7277191D}" dt="2026-06-05T02:20:35.203" v="865" actId="478"/>
          <ac:picMkLst>
            <pc:docMk/>
            <pc:sldMk cId="2240075495" sldId="268"/>
            <ac:picMk id="8" creationId="{A55D2A56-C0E6-4C7D-637A-C9AE9D942554}"/>
          </ac:picMkLst>
        </pc:picChg>
      </pc:sldChg>
      <pc:sldChg chg="addSp delSp modSp add mod">
        <pc:chgData name="Kun Suo" userId="41c30799-3a2b-4880-86a3-8488be07954a" providerId="ADAL" clId="{01B90814-4EBE-5562-8795-CE1E7277191D}" dt="2026-06-05T02:35:14.865" v="1059" actId="1076"/>
        <pc:sldMkLst>
          <pc:docMk/>
          <pc:sldMk cId="3328247933" sldId="269"/>
        </pc:sldMkLst>
        <pc:spChg chg="mod">
          <ac:chgData name="Kun Suo" userId="41c30799-3a2b-4880-86a3-8488be07954a" providerId="ADAL" clId="{01B90814-4EBE-5562-8795-CE1E7277191D}" dt="2026-06-05T02:32:40.885" v="1016" actId="20577"/>
          <ac:spMkLst>
            <pc:docMk/>
            <pc:sldMk cId="3328247933" sldId="269"/>
            <ac:spMk id="3" creationId="{F8F84971-8A9C-D67D-D26E-3B90D5BCE8F9}"/>
          </ac:spMkLst>
        </pc:spChg>
        <pc:spChg chg="del">
          <ac:chgData name="Kun Suo" userId="41c30799-3a2b-4880-86a3-8488be07954a" providerId="ADAL" clId="{01B90814-4EBE-5562-8795-CE1E7277191D}" dt="2026-06-05T02:32:55.458" v="1017" actId="478"/>
          <ac:spMkLst>
            <pc:docMk/>
            <pc:sldMk cId="3328247933" sldId="269"/>
            <ac:spMk id="5" creationId="{A5985340-26E8-8005-346F-A5C63DCDF3D0}"/>
          </ac:spMkLst>
        </pc:spChg>
        <pc:spChg chg="add mod">
          <ac:chgData name="Kun Suo" userId="41c30799-3a2b-4880-86a3-8488be07954a" providerId="ADAL" clId="{01B90814-4EBE-5562-8795-CE1E7277191D}" dt="2026-06-05T02:35:14.865" v="1059" actId="1076"/>
          <ac:spMkLst>
            <pc:docMk/>
            <pc:sldMk cId="3328247933" sldId="269"/>
            <ac:spMk id="10" creationId="{B109076D-7413-E1F3-654C-D823D97C6D2A}"/>
          </ac:spMkLst>
        </pc:spChg>
        <pc:graphicFrameChg chg="add mod modGraphic">
          <ac:chgData name="Kun Suo" userId="41c30799-3a2b-4880-86a3-8488be07954a" providerId="ADAL" clId="{01B90814-4EBE-5562-8795-CE1E7277191D}" dt="2026-06-05T02:34:28.860" v="1050" actId="20577"/>
          <ac:graphicFrameMkLst>
            <pc:docMk/>
            <pc:sldMk cId="3328247933" sldId="269"/>
            <ac:graphicFrameMk id="9" creationId="{5D078214-E98A-479E-C999-F130C06FDAE4}"/>
          </ac:graphicFrameMkLst>
        </pc:graphicFrameChg>
        <pc:picChg chg="del">
          <ac:chgData name="Kun Suo" userId="41c30799-3a2b-4880-86a3-8488be07954a" providerId="ADAL" clId="{01B90814-4EBE-5562-8795-CE1E7277191D}" dt="2026-06-05T02:32:55.458" v="1017" actId="478"/>
          <ac:picMkLst>
            <pc:docMk/>
            <pc:sldMk cId="3328247933" sldId="269"/>
            <ac:picMk id="4" creationId="{40D21EE8-E565-B913-DD6F-49F52C75E1F7}"/>
          </ac:picMkLst>
        </pc:picChg>
        <pc:picChg chg="del">
          <ac:chgData name="Kun Suo" userId="41c30799-3a2b-4880-86a3-8488be07954a" providerId="ADAL" clId="{01B90814-4EBE-5562-8795-CE1E7277191D}" dt="2026-06-05T02:32:55.458" v="1017" actId="478"/>
          <ac:picMkLst>
            <pc:docMk/>
            <pc:sldMk cId="3328247933" sldId="269"/>
            <ac:picMk id="6" creationId="{810D21BB-BAA1-7782-341A-25E49A59CD5E}"/>
          </ac:picMkLst>
        </pc:picChg>
        <pc:picChg chg="del">
          <ac:chgData name="Kun Suo" userId="41c30799-3a2b-4880-86a3-8488be07954a" providerId="ADAL" clId="{01B90814-4EBE-5562-8795-CE1E7277191D}" dt="2026-06-05T02:32:55.458" v="1017" actId="478"/>
          <ac:picMkLst>
            <pc:docMk/>
            <pc:sldMk cId="3328247933" sldId="269"/>
            <ac:picMk id="7" creationId="{2E051625-5D23-F443-D07C-A28039A7CEED}"/>
          </ac:picMkLst>
        </pc:picChg>
        <pc:picChg chg="del">
          <ac:chgData name="Kun Suo" userId="41c30799-3a2b-4880-86a3-8488be07954a" providerId="ADAL" clId="{01B90814-4EBE-5562-8795-CE1E7277191D}" dt="2026-06-05T02:32:55.458" v="1017" actId="478"/>
          <ac:picMkLst>
            <pc:docMk/>
            <pc:sldMk cId="3328247933" sldId="269"/>
            <ac:picMk id="8" creationId="{B93FA88A-D649-C3D7-7871-7051B1425EC2}"/>
          </ac:picMkLst>
        </pc:picChg>
      </pc:sldChg>
      <pc:sldChg chg="addSp delSp modSp add mod">
        <pc:chgData name="Kun Suo" userId="41c30799-3a2b-4880-86a3-8488be07954a" providerId="ADAL" clId="{01B90814-4EBE-5562-8795-CE1E7277191D}" dt="2026-06-05T02:42:59.532" v="1137"/>
        <pc:sldMkLst>
          <pc:docMk/>
          <pc:sldMk cId="549327490" sldId="270"/>
        </pc:sldMkLst>
        <pc:spChg chg="mod">
          <ac:chgData name="Kun Suo" userId="41c30799-3a2b-4880-86a3-8488be07954a" providerId="ADAL" clId="{01B90814-4EBE-5562-8795-CE1E7277191D}" dt="2026-06-05T02:35:38.157" v="1062"/>
          <ac:spMkLst>
            <pc:docMk/>
            <pc:sldMk cId="549327490" sldId="270"/>
            <ac:spMk id="3" creationId="{67583578-E242-C4D7-0BA4-FB6C9923302C}"/>
          </ac:spMkLst>
        </pc:spChg>
        <pc:spChg chg="mod">
          <ac:chgData name="Kun Suo" userId="41c30799-3a2b-4880-86a3-8488be07954a" providerId="ADAL" clId="{01B90814-4EBE-5562-8795-CE1E7277191D}" dt="2026-06-05T02:42:59.532" v="1137"/>
          <ac:spMkLst>
            <pc:docMk/>
            <pc:sldMk cId="549327490" sldId="270"/>
            <ac:spMk id="5" creationId="{FC806B46-BCBF-ECFB-7AA4-0ED81C8B77A2}"/>
          </ac:spMkLst>
        </pc:spChg>
        <pc:spChg chg="add mod">
          <ac:chgData name="Kun Suo" userId="41c30799-3a2b-4880-86a3-8488be07954a" providerId="ADAL" clId="{01B90814-4EBE-5562-8795-CE1E7277191D}" dt="2026-06-05T02:38:24.212" v="1089" actId="1037"/>
          <ac:spMkLst>
            <pc:docMk/>
            <pc:sldMk cId="549327490" sldId="270"/>
            <ac:spMk id="9" creationId="{28082D60-6BC1-3135-5248-001A814E73BE}"/>
          </ac:spMkLst>
        </pc:spChg>
        <pc:spChg chg="add mod">
          <ac:chgData name="Kun Suo" userId="41c30799-3a2b-4880-86a3-8488be07954a" providerId="ADAL" clId="{01B90814-4EBE-5562-8795-CE1E7277191D}" dt="2026-06-05T02:38:24.212" v="1089" actId="1037"/>
          <ac:spMkLst>
            <pc:docMk/>
            <pc:sldMk cId="549327490" sldId="270"/>
            <ac:spMk id="10" creationId="{3B006B49-32F0-922E-8296-3538D52DBD90}"/>
          </ac:spMkLst>
        </pc:spChg>
        <pc:spChg chg="add mod">
          <ac:chgData name="Kun Suo" userId="41c30799-3a2b-4880-86a3-8488be07954a" providerId="ADAL" clId="{01B90814-4EBE-5562-8795-CE1E7277191D}" dt="2026-06-05T02:38:24.212" v="1089" actId="1037"/>
          <ac:spMkLst>
            <pc:docMk/>
            <pc:sldMk cId="549327490" sldId="270"/>
            <ac:spMk id="11" creationId="{D6584D37-AE6F-0F25-8E09-005CC7C06F80}"/>
          </ac:spMkLst>
        </pc:spChg>
        <pc:spChg chg="add mod">
          <ac:chgData name="Kun Suo" userId="41c30799-3a2b-4880-86a3-8488be07954a" providerId="ADAL" clId="{01B90814-4EBE-5562-8795-CE1E7277191D}" dt="2026-06-05T02:39:28.022" v="1103" actId="1076"/>
          <ac:spMkLst>
            <pc:docMk/>
            <pc:sldMk cId="549327490" sldId="270"/>
            <ac:spMk id="12" creationId="{17E1DF6E-5F9F-B930-183E-E4629B7FC9F0}"/>
          </ac:spMkLst>
        </pc:spChg>
        <pc:spChg chg="add mod">
          <ac:chgData name="Kun Suo" userId="41c30799-3a2b-4880-86a3-8488be07954a" providerId="ADAL" clId="{01B90814-4EBE-5562-8795-CE1E7277191D}" dt="2026-06-05T02:39:28.022" v="1103" actId="1076"/>
          <ac:spMkLst>
            <pc:docMk/>
            <pc:sldMk cId="549327490" sldId="270"/>
            <ac:spMk id="13" creationId="{5278D1C0-147B-0536-E7A3-FCAEBB4AE021}"/>
          </ac:spMkLst>
        </pc:spChg>
        <pc:spChg chg="add mod">
          <ac:chgData name="Kun Suo" userId="41c30799-3a2b-4880-86a3-8488be07954a" providerId="ADAL" clId="{01B90814-4EBE-5562-8795-CE1E7277191D}" dt="2026-06-05T02:39:17.748" v="1100" actId="1076"/>
          <ac:spMkLst>
            <pc:docMk/>
            <pc:sldMk cId="549327490" sldId="270"/>
            <ac:spMk id="14" creationId="{B2209A57-34A9-AAA4-B7D5-016628F2FBF6}"/>
          </ac:spMkLst>
        </pc:spChg>
        <pc:spChg chg="add mod">
          <ac:chgData name="Kun Suo" userId="41c30799-3a2b-4880-86a3-8488be07954a" providerId="ADAL" clId="{01B90814-4EBE-5562-8795-CE1E7277191D}" dt="2026-06-05T02:39:33.301" v="1104"/>
          <ac:spMkLst>
            <pc:docMk/>
            <pc:sldMk cId="549327490" sldId="270"/>
            <ac:spMk id="15" creationId="{C2AC1DF2-1283-FC3F-CE2A-CC4E34283513}"/>
          </ac:spMkLst>
        </pc:spChg>
        <pc:spChg chg="add mod">
          <ac:chgData name="Kun Suo" userId="41c30799-3a2b-4880-86a3-8488be07954a" providerId="ADAL" clId="{01B90814-4EBE-5562-8795-CE1E7277191D}" dt="2026-06-05T02:39:23.844" v="1102" actId="1076"/>
          <ac:spMkLst>
            <pc:docMk/>
            <pc:sldMk cId="549327490" sldId="270"/>
            <ac:spMk id="16" creationId="{ACADFCE7-1EA2-987C-0EA8-03704D6D6D4A}"/>
          </ac:spMkLst>
        </pc:spChg>
        <pc:spChg chg="add mod">
          <ac:chgData name="Kun Suo" userId="41c30799-3a2b-4880-86a3-8488be07954a" providerId="ADAL" clId="{01B90814-4EBE-5562-8795-CE1E7277191D}" dt="2026-06-05T02:39:40.379" v="1105"/>
          <ac:spMkLst>
            <pc:docMk/>
            <pc:sldMk cId="549327490" sldId="270"/>
            <ac:spMk id="17" creationId="{44183592-7F4D-4B05-1572-27046712B78E}"/>
          </ac:spMkLst>
        </pc:spChg>
        <pc:picChg chg="mod">
          <ac:chgData name="Kun Suo" userId="41c30799-3a2b-4880-86a3-8488be07954a" providerId="ADAL" clId="{01B90814-4EBE-5562-8795-CE1E7277191D}" dt="2026-06-05T02:37:03.672" v="1065" actId="1035"/>
          <ac:picMkLst>
            <pc:docMk/>
            <pc:sldMk cId="549327490" sldId="270"/>
            <ac:picMk id="4" creationId="{32A0FD9B-654F-73C9-EBAD-87217A9F9F6C}"/>
          </ac:picMkLst>
        </pc:picChg>
        <pc:picChg chg="del">
          <ac:chgData name="Kun Suo" userId="41c30799-3a2b-4880-86a3-8488be07954a" providerId="ADAL" clId="{01B90814-4EBE-5562-8795-CE1E7277191D}" dt="2026-06-05T02:37:02.120" v="1064" actId="478"/>
          <ac:picMkLst>
            <pc:docMk/>
            <pc:sldMk cId="549327490" sldId="270"/>
            <ac:picMk id="6" creationId="{7CC49005-210A-63CC-02B8-AEF0B215E307}"/>
          </ac:picMkLst>
        </pc:picChg>
        <pc:picChg chg="mod">
          <ac:chgData name="Kun Suo" userId="41c30799-3a2b-4880-86a3-8488be07954a" providerId="ADAL" clId="{01B90814-4EBE-5562-8795-CE1E7277191D}" dt="2026-06-05T02:37:21.543" v="1070" actId="1076"/>
          <ac:picMkLst>
            <pc:docMk/>
            <pc:sldMk cId="549327490" sldId="270"/>
            <ac:picMk id="7" creationId="{9FBC982F-F7BF-CE0A-E484-E09F51CBFEB0}"/>
          </ac:picMkLst>
        </pc:picChg>
        <pc:picChg chg="del">
          <ac:chgData name="Kun Suo" userId="41c30799-3a2b-4880-86a3-8488be07954a" providerId="ADAL" clId="{01B90814-4EBE-5562-8795-CE1E7277191D}" dt="2026-06-05T02:37:22.888" v="1071" actId="478"/>
          <ac:picMkLst>
            <pc:docMk/>
            <pc:sldMk cId="549327490" sldId="270"/>
            <ac:picMk id="8" creationId="{BF72C6D4-5134-044E-435C-F5B4776CE126}"/>
          </ac:picMkLst>
        </pc:picChg>
      </pc:sldChg>
      <pc:sldChg chg="addSp delSp modSp add mod">
        <pc:chgData name="Kun Suo" userId="41c30799-3a2b-4880-86a3-8488be07954a" providerId="ADAL" clId="{01B90814-4EBE-5562-8795-CE1E7277191D}" dt="2026-06-05T02:31:18.959" v="1013" actId="1076"/>
        <pc:sldMkLst>
          <pc:docMk/>
          <pc:sldMk cId="623897273" sldId="271"/>
        </pc:sldMkLst>
        <pc:spChg chg="mod">
          <ac:chgData name="Kun Suo" userId="41c30799-3a2b-4880-86a3-8488be07954a" providerId="ADAL" clId="{01B90814-4EBE-5562-8795-CE1E7277191D}" dt="2026-06-05T02:28:23.285" v="961" actId="20577"/>
          <ac:spMkLst>
            <pc:docMk/>
            <pc:sldMk cId="623897273" sldId="271"/>
            <ac:spMk id="3" creationId="{FA665004-A903-815A-52A6-B1982AB7C814}"/>
          </ac:spMkLst>
        </pc:spChg>
        <pc:spChg chg="mod">
          <ac:chgData name="Kun Suo" userId="41c30799-3a2b-4880-86a3-8488be07954a" providerId="ADAL" clId="{01B90814-4EBE-5562-8795-CE1E7277191D}" dt="2026-06-05T02:28:56.482" v="975" actId="20577"/>
          <ac:spMkLst>
            <pc:docMk/>
            <pc:sldMk cId="623897273" sldId="271"/>
            <ac:spMk id="5" creationId="{9F89BDDB-9699-F7F3-0095-C6C2C8F66D9F}"/>
          </ac:spMkLst>
        </pc:spChg>
        <pc:spChg chg="add mod">
          <ac:chgData name="Kun Suo" userId="41c30799-3a2b-4880-86a3-8488be07954a" providerId="ADAL" clId="{01B90814-4EBE-5562-8795-CE1E7277191D}" dt="2026-06-05T02:29:38.223" v="985" actId="14100"/>
          <ac:spMkLst>
            <pc:docMk/>
            <pc:sldMk cId="623897273" sldId="271"/>
            <ac:spMk id="9" creationId="{77A27071-7C10-BC02-21AA-1744DCF96348}"/>
          </ac:spMkLst>
        </pc:spChg>
        <pc:spChg chg="add mod">
          <ac:chgData name="Kun Suo" userId="41c30799-3a2b-4880-86a3-8488be07954a" providerId="ADAL" clId="{01B90814-4EBE-5562-8795-CE1E7277191D}" dt="2026-06-05T02:31:18.959" v="1013" actId="1076"/>
          <ac:spMkLst>
            <pc:docMk/>
            <pc:sldMk cId="623897273" sldId="271"/>
            <ac:spMk id="10" creationId="{DB0412D6-3189-CDC1-7B00-7E41F983D461}"/>
          </ac:spMkLst>
        </pc:spChg>
        <pc:spChg chg="add mod">
          <ac:chgData name="Kun Suo" userId="41c30799-3a2b-4880-86a3-8488be07954a" providerId="ADAL" clId="{01B90814-4EBE-5562-8795-CE1E7277191D}" dt="2026-06-05T02:31:16.195" v="1012" actId="1076"/>
          <ac:spMkLst>
            <pc:docMk/>
            <pc:sldMk cId="623897273" sldId="271"/>
            <ac:spMk id="11" creationId="{26A6176C-9E45-AEE5-6BB8-909F64A39CE5}"/>
          </ac:spMkLst>
        </pc:spChg>
        <pc:spChg chg="add mod">
          <ac:chgData name="Kun Suo" userId="41c30799-3a2b-4880-86a3-8488be07954a" providerId="ADAL" clId="{01B90814-4EBE-5562-8795-CE1E7277191D}" dt="2026-06-05T02:31:14.591" v="1011" actId="1076"/>
          <ac:spMkLst>
            <pc:docMk/>
            <pc:sldMk cId="623897273" sldId="271"/>
            <ac:spMk id="12" creationId="{7123CFF7-70AC-5C7C-DC2C-BA92103EF7C6}"/>
          </ac:spMkLst>
        </pc:spChg>
        <pc:picChg chg="mod">
          <ac:chgData name="Kun Suo" userId="41c30799-3a2b-4880-86a3-8488be07954a" providerId="ADAL" clId="{01B90814-4EBE-5562-8795-CE1E7277191D}" dt="2026-06-05T02:28:44.728" v="971" actId="1035"/>
          <ac:picMkLst>
            <pc:docMk/>
            <pc:sldMk cId="623897273" sldId="271"/>
            <ac:picMk id="4" creationId="{8655D16D-95DB-4A68-1AF3-0D8574648607}"/>
          </ac:picMkLst>
        </pc:picChg>
        <pc:picChg chg="del">
          <ac:chgData name="Kun Suo" userId="41c30799-3a2b-4880-86a3-8488be07954a" providerId="ADAL" clId="{01B90814-4EBE-5562-8795-CE1E7277191D}" dt="2026-06-05T02:28:39.978" v="966" actId="478"/>
          <ac:picMkLst>
            <pc:docMk/>
            <pc:sldMk cId="623897273" sldId="271"/>
            <ac:picMk id="6" creationId="{18C5754B-9121-8ABE-CE4E-11730031A3FF}"/>
          </ac:picMkLst>
        </pc:picChg>
        <pc:picChg chg="del">
          <ac:chgData name="Kun Suo" userId="41c30799-3a2b-4880-86a3-8488be07954a" providerId="ADAL" clId="{01B90814-4EBE-5562-8795-CE1E7277191D}" dt="2026-06-05T02:28:51.121" v="972" actId="478"/>
          <ac:picMkLst>
            <pc:docMk/>
            <pc:sldMk cId="623897273" sldId="271"/>
            <ac:picMk id="7" creationId="{26E592AD-BCEF-DB96-1B5F-032DD10BD2AF}"/>
          </ac:picMkLst>
        </pc:picChg>
        <pc:picChg chg="del">
          <ac:chgData name="Kun Suo" userId="41c30799-3a2b-4880-86a3-8488be07954a" providerId="ADAL" clId="{01B90814-4EBE-5562-8795-CE1E7277191D}" dt="2026-06-05T02:28:51.121" v="972" actId="478"/>
          <ac:picMkLst>
            <pc:docMk/>
            <pc:sldMk cId="623897273" sldId="271"/>
            <ac:picMk id="8" creationId="{C5C5E587-961A-1DB0-F231-B648BCE9796F}"/>
          </ac:picMkLst>
        </pc:picChg>
      </pc:sldChg>
      <pc:sldChg chg="addSp delSp modSp add mod">
        <pc:chgData name="Kun Suo" userId="41c30799-3a2b-4880-86a3-8488be07954a" providerId="ADAL" clId="{01B90814-4EBE-5562-8795-CE1E7277191D}" dt="2026-06-05T02:45:55.510" v="1173" actId="114"/>
        <pc:sldMkLst>
          <pc:docMk/>
          <pc:sldMk cId="503111776" sldId="272"/>
        </pc:sldMkLst>
        <pc:spChg chg="mod">
          <ac:chgData name="Kun Suo" userId="41c30799-3a2b-4880-86a3-8488be07954a" providerId="ADAL" clId="{01B90814-4EBE-5562-8795-CE1E7277191D}" dt="2026-06-05T02:41:12.774" v="1110" actId="20577"/>
          <ac:spMkLst>
            <pc:docMk/>
            <pc:sldMk cId="503111776" sldId="272"/>
            <ac:spMk id="3" creationId="{CF325744-C99D-A8D3-369C-61A5ED0C0F73}"/>
          </ac:spMkLst>
        </pc:spChg>
        <pc:spChg chg="mod">
          <ac:chgData name="Kun Suo" userId="41c30799-3a2b-4880-86a3-8488be07954a" providerId="ADAL" clId="{01B90814-4EBE-5562-8795-CE1E7277191D}" dt="2026-06-05T02:42:38.703" v="1136" actId="14100"/>
          <ac:spMkLst>
            <pc:docMk/>
            <pc:sldMk cId="503111776" sldId="272"/>
            <ac:spMk id="5" creationId="{FD15EA18-ABA5-31AE-F8EB-E3BE665D48B9}"/>
          </ac:spMkLst>
        </pc:spChg>
        <pc:spChg chg="add del mod">
          <ac:chgData name="Kun Suo" userId="41c30799-3a2b-4880-86a3-8488be07954a" providerId="ADAL" clId="{01B90814-4EBE-5562-8795-CE1E7277191D}" dt="2026-06-05T02:42:23.507" v="1134"/>
          <ac:spMkLst>
            <pc:docMk/>
            <pc:sldMk cId="503111776" sldId="272"/>
            <ac:spMk id="10" creationId="{D9189A0E-A78B-9635-A0DE-2F43FA10E71C}"/>
          </ac:spMkLst>
        </pc:spChg>
        <pc:spChg chg="add mod">
          <ac:chgData name="Kun Suo" userId="41c30799-3a2b-4880-86a3-8488be07954a" providerId="ADAL" clId="{01B90814-4EBE-5562-8795-CE1E7277191D}" dt="2026-06-05T02:43:12.146" v="1138"/>
          <ac:spMkLst>
            <pc:docMk/>
            <pc:sldMk cId="503111776" sldId="272"/>
            <ac:spMk id="11" creationId="{540FB7E4-6816-34F8-C1FA-6C9399821645}"/>
          </ac:spMkLst>
        </pc:spChg>
        <pc:spChg chg="add mod">
          <ac:chgData name="Kun Suo" userId="41c30799-3a2b-4880-86a3-8488be07954a" providerId="ADAL" clId="{01B90814-4EBE-5562-8795-CE1E7277191D}" dt="2026-06-05T02:45:00.803" v="1159" actId="1076"/>
          <ac:spMkLst>
            <pc:docMk/>
            <pc:sldMk cId="503111776" sldId="272"/>
            <ac:spMk id="12" creationId="{FD27A688-C5E4-C118-9021-7D799BA55901}"/>
          </ac:spMkLst>
        </pc:spChg>
        <pc:spChg chg="add mod">
          <ac:chgData name="Kun Suo" userId="41c30799-3a2b-4880-86a3-8488be07954a" providerId="ADAL" clId="{01B90814-4EBE-5562-8795-CE1E7277191D}" dt="2026-06-05T02:45:00.803" v="1159" actId="1076"/>
          <ac:spMkLst>
            <pc:docMk/>
            <pc:sldMk cId="503111776" sldId="272"/>
            <ac:spMk id="13" creationId="{C5B43045-5F24-0B4D-3199-D9FE6AC58D5F}"/>
          </ac:spMkLst>
        </pc:spChg>
        <pc:spChg chg="add mod">
          <ac:chgData name="Kun Suo" userId="41c30799-3a2b-4880-86a3-8488be07954a" providerId="ADAL" clId="{01B90814-4EBE-5562-8795-CE1E7277191D}" dt="2026-06-05T02:45:55.510" v="1173" actId="114"/>
          <ac:spMkLst>
            <pc:docMk/>
            <pc:sldMk cId="503111776" sldId="272"/>
            <ac:spMk id="14" creationId="{9C5D8018-E227-A45E-979A-967AC67A3D77}"/>
          </ac:spMkLst>
        </pc:spChg>
        <pc:picChg chg="del">
          <ac:chgData name="Kun Suo" userId="41c30799-3a2b-4880-86a3-8488be07954a" providerId="ADAL" clId="{01B90814-4EBE-5562-8795-CE1E7277191D}" dt="2026-06-05T02:41:31.006" v="1126" actId="478"/>
          <ac:picMkLst>
            <pc:docMk/>
            <pc:sldMk cId="503111776" sldId="272"/>
            <ac:picMk id="6" creationId="{795A3255-79B9-89A8-9894-50B63224D1C1}"/>
          </ac:picMkLst>
        </pc:picChg>
        <pc:picChg chg="mod">
          <ac:chgData name="Kun Suo" userId="41c30799-3a2b-4880-86a3-8488be07954a" providerId="ADAL" clId="{01B90814-4EBE-5562-8795-CE1E7277191D}" dt="2026-06-05T02:42:18.725" v="1130" actId="1076"/>
          <ac:picMkLst>
            <pc:docMk/>
            <pc:sldMk cId="503111776" sldId="272"/>
            <ac:picMk id="8" creationId="{6BA7AD32-F68A-A3BA-DACC-46B8A9C9D6B9}"/>
          </ac:picMkLst>
        </pc:picChg>
        <pc:picChg chg="add mod">
          <ac:chgData name="Kun Suo" userId="41c30799-3a2b-4880-86a3-8488be07954a" providerId="ADAL" clId="{01B90814-4EBE-5562-8795-CE1E7277191D}" dt="2026-06-05T02:42:26.887" v="1135" actId="1076"/>
          <ac:picMkLst>
            <pc:docMk/>
            <pc:sldMk cId="503111776" sldId="272"/>
            <ac:picMk id="9" creationId="{1B9E324E-D5BB-A095-9689-9970E2D04B01}"/>
          </ac:picMkLst>
        </pc:picChg>
      </pc:sldChg>
      <pc:sldChg chg="addSp delSp modSp add mod">
        <pc:chgData name="Kun Suo" userId="41c30799-3a2b-4880-86a3-8488be07954a" providerId="ADAL" clId="{01B90814-4EBE-5562-8795-CE1E7277191D}" dt="2026-06-05T02:49:39.605" v="1213" actId="1076"/>
        <pc:sldMkLst>
          <pc:docMk/>
          <pc:sldMk cId="1973776024" sldId="273"/>
        </pc:sldMkLst>
        <pc:spChg chg="mod">
          <ac:chgData name="Kun Suo" userId="41c30799-3a2b-4880-86a3-8488be07954a" providerId="ADAL" clId="{01B90814-4EBE-5562-8795-CE1E7277191D}" dt="2026-06-05T02:47:08.795" v="1179" actId="20577"/>
          <ac:spMkLst>
            <pc:docMk/>
            <pc:sldMk cId="1973776024" sldId="273"/>
            <ac:spMk id="3" creationId="{4E1490B7-195C-823B-BA2F-8DEC2234FDD5}"/>
          </ac:spMkLst>
        </pc:spChg>
        <pc:spChg chg="mod">
          <ac:chgData name="Kun Suo" userId="41c30799-3a2b-4880-86a3-8488be07954a" providerId="ADAL" clId="{01B90814-4EBE-5562-8795-CE1E7277191D}" dt="2026-06-05T02:48:07.513" v="1185"/>
          <ac:spMkLst>
            <pc:docMk/>
            <pc:sldMk cId="1973776024" sldId="273"/>
            <ac:spMk id="5" creationId="{BDFAD7C1-D07C-9F88-AFCA-21DC4668BE53}"/>
          </ac:spMkLst>
        </pc:spChg>
        <pc:spChg chg="add mod">
          <ac:chgData name="Kun Suo" userId="41c30799-3a2b-4880-86a3-8488be07954a" providerId="ADAL" clId="{01B90814-4EBE-5562-8795-CE1E7277191D}" dt="2026-06-05T02:48:28.900" v="1189" actId="20577"/>
          <ac:spMkLst>
            <pc:docMk/>
            <pc:sldMk cId="1973776024" sldId="273"/>
            <ac:spMk id="9" creationId="{7585CE64-F2FD-475E-03C4-C102EE06184D}"/>
          </ac:spMkLst>
        </pc:spChg>
        <pc:spChg chg="add mod">
          <ac:chgData name="Kun Suo" userId="41c30799-3a2b-4880-86a3-8488be07954a" providerId="ADAL" clId="{01B90814-4EBE-5562-8795-CE1E7277191D}" dt="2026-06-05T02:48:51.235" v="1194" actId="1076"/>
          <ac:spMkLst>
            <pc:docMk/>
            <pc:sldMk cId="1973776024" sldId="273"/>
            <ac:spMk id="10" creationId="{82DE8231-D879-5907-6F9E-785B38E0337F}"/>
          </ac:spMkLst>
        </pc:spChg>
        <pc:spChg chg="add mod">
          <ac:chgData name="Kun Suo" userId="41c30799-3a2b-4880-86a3-8488be07954a" providerId="ADAL" clId="{01B90814-4EBE-5562-8795-CE1E7277191D}" dt="2026-06-05T02:49:26.497" v="1201" actId="1076"/>
          <ac:spMkLst>
            <pc:docMk/>
            <pc:sldMk cId="1973776024" sldId="273"/>
            <ac:spMk id="11" creationId="{737DFAB8-BF6D-5DA0-BEB9-3EFF62A588A6}"/>
          </ac:spMkLst>
        </pc:spChg>
        <pc:spChg chg="add mod">
          <ac:chgData name="Kun Suo" userId="41c30799-3a2b-4880-86a3-8488be07954a" providerId="ADAL" clId="{01B90814-4EBE-5562-8795-CE1E7277191D}" dt="2026-06-05T02:49:26.497" v="1201" actId="1076"/>
          <ac:spMkLst>
            <pc:docMk/>
            <pc:sldMk cId="1973776024" sldId="273"/>
            <ac:spMk id="12" creationId="{41DCC9C1-72D2-AE0C-A6B0-EFCA6FADEAA8}"/>
          </ac:spMkLst>
        </pc:spChg>
        <pc:spChg chg="add mod">
          <ac:chgData name="Kun Suo" userId="41c30799-3a2b-4880-86a3-8488be07954a" providerId="ADAL" clId="{01B90814-4EBE-5562-8795-CE1E7277191D}" dt="2026-06-05T02:49:39.605" v="1213" actId="1076"/>
          <ac:spMkLst>
            <pc:docMk/>
            <pc:sldMk cId="1973776024" sldId="273"/>
            <ac:spMk id="13" creationId="{3131DD64-6F18-04DF-9C88-92C68AD86B97}"/>
          </ac:spMkLst>
        </pc:spChg>
        <pc:picChg chg="del">
          <ac:chgData name="Kun Suo" userId="41c30799-3a2b-4880-86a3-8488be07954a" providerId="ADAL" clId="{01B90814-4EBE-5562-8795-CE1E7277191D}" dt="2026-06-05T02:47:35.698" v="1180" actId="478"/>
          <ac:picMkLst>
            <pc:docMk/>
            <pc:sldMk cId="1973776024" sldId="273"/>
            <ac:picMk id="6" creationId="{00DCB29B-AD36-A578-D772-9AA57D090B90}"/>
          </ac:picMkLst>
        </pc:picChg>
        <pc:picChg chg="del">
          <ac:chgData name="Kun Suo" userId="41c30799-3a2b-4880-86a3-8488be07954a" providerId="ADAL" clId="{01B90814-4EBE-5562-8795-CE1E7277191D}" dt="2026-06-05T02:48:10.474" v="1186" actId="478"/>
          <ac:picMkLst>
            <pc:docMk/>
            <pc:sldMk cId="1973776024" sldId="273"/>
            <ac:picMk id="8" creationId="{D52989E9-AC1E-80EE-93E5-77776D383C6F}"/>
          </ac:picMkLst>
        </pc:picChg>
      </pc:sldChg>
      <pc:sldChg chg="addSp delSp modSp add mod">
        <pc:chgData name="Kun Suo" userId="41c30799-3a2b-4880-86a3-8488be07954a" providerId="ADAL" clId="{01B90814-4EBE-5562-8795-CE1E7277191D}" dt="2026-06-05T02:58:57.602" v="1264"/>
        <pc:sldMkLst>
          <pc:docMk/>
          <pc:sldMk cId="3426632272" sldId="274"/>
        </pc:sldMkLst>
        <pc:spChg chg="mod">
          <ac:chgData name="Kun Suo" userId="41c30799-3a2b-4880-86a3-8488be07954a" providerId="ADAL" clId="{01B90814-4EBE-5562-8795-CE1E7277191D}" dt="2026-06-05T02:51:09.810" v="1215"/>
          <ac:spMkLst>
            <pc:docMk/>
            <pc:sldMk cId="3426632272" sldId="274"/>
            <ac:spMk id="3" creationId="{E77F6A2F-08E3-B92E-2673-03E8C0F7665F}"/>
          </ac:spMkLst>
        </pc:spChg>
        <pc:spChg chg="mod">
          <ac:chgData name="Kun Suo" userId="41c30799-3a2b-4880-86a3-8488be07954a" providerId="ADAL" clId="{01B90814-4EBE-5562-8795-CE1E7277191D}" dt="2026-06-05T02:52:20.018" v="1221" actId="20577"/>
          <ac:spMkLst>
            <pc:docMk/>
            <pc:sldMk cId="3426632272" sldId="274"/>
            <ac:spMk id="5" creationId="{E2CADA7B-B7B3-46D5-2711-FB74D3858942}"/>
          </ac:spMkLst>
        </pc:spChg>
        <pc:spChg chg="add mod">
          <ac:chgData name="Kun Suo" userId="41c30799-3a2b-4880-86a3-8488be07954a" providerId="ADAL" clId="{01B90814-4EBE-5562-8795-CE1E7277191D}" dt="2026-06-05T02:58:26.720" v="1256" actId="1076"/>
          <ac:spMkLst>
            <pc:docMk/>
            <pc:sldMk cId="3426632272" sldId="274"/>
            <ac:spMk id="9" creationId="{9A027F5C-DC46-1457-5C44-D1E81E15C712}"/>
          </ac:spMkLst>
        </pc:spChg>
        <pc:spChg chg="add mod">
          <ac:chgData name="Kun Suo" userId="41c30799-3a2b-4880-86a3-8488be07954a" providerId="ADAL" clId="{01B90814-4EBE-5562-8795-CE1E7277191D}" dt="2026-06-05T02:58:26.720" v="1256" actId="1076"/>
          <ac:spMkLst>
            <pc:docMk/>
            <pc:sldMk cId="3426632272" sldId="274"/>
            <ac:spMk id="10" creationId="{03DAFBA0-7279-6967-75FD-1BAE322D6A01}"/>
          </ac:spMkLst>
        </pc:spChg>
        <pc:spChg chg="add mod">
          <ac:chgData name="Kun Suo" userId="41c30799-3a2b-4880-86a3-8488be07954a" providerId="ADAL" clId="{01B90814-4EBE-5562-8795-CE1E7277191D}" dt="2026-06-05T02:58:08.567" v="1251" actId="20577"/>
          <ac:spMkLst>
            <pc:docMk/>
            <pc:sldMk cId="3426632272" sldId="274"/>
            <ac:spMk id="11" creationId="{3A4B769A-929D-F6BB-E336-E8116DF82935}"/>
          </ac:spMkLst>
        </pc:spChg>
        <pc:spChg chg="add mod">
          <ac:chgData name="Kun Suo" userId="41c30799-3a2b-4880-86a3-8488be07954a" providerId="ADAL" clId="{01B90814-4EBE-5562-8795-CE1E7277191D}" dt="2026-06-05T02:58:45.099" v="1261" actId="14100"/>
          <ac:spMkLst>
            <pc:docMk/>
            <pc:sldMk cId="3426632272" sldId="274"/>
            <ac:spMk id="12" creationId="{CEF296A6-C274-CA9E-2C07-46F604CA6DE2}"/>
          </ac:spMkLst>
        </pc:spChg>
        <pc:spChg chg="add mod">
          <ac:chgData name="Kun Suo" userId="41c30799-3a2b-4880-86a3-8488be07954a" providerId="ADAL" clId="{01B90814-4EBE-5562-8795-CE1E7277191D}" dt="2026-06-05T02:58:40.928" v="1259"/>
          <ac:spMkLst>
            <pc:docMk/>
            <pc:sldMk cId="3426632272" sldId="274"/>
            <ac:spMk id="13" creationId="{FC1C8136-BAC1-305D-41CB-2F8E8AF63177}"/>
          </ac:spMkLst>
        </pc:spChg>
        <pc:spChg chg="add mod">
          <ac:chgData name="Kun Suo" userId="41c30799-3a2b-4880-86a3-8488be07954a" providerId="ADAL" clId="{01B90814-4EBE-5562-8795-CE1E7277191D}" dt="2026-06-05T02:58:57.602" v="1264"/>
          <ac:spMkLst>
            <pc:docMk/>
            <pc:sldMk cId="3426632272" sldId="274"/>
            <ac:spMk id="14" creationId="{573E9402-CDF7-E767-61B6-62484689D143}"/>
          </ac:spMkLst>
        </pc:spChg>
        <pc:picChg chg="mod">
          <ac:chgData name="Kun Suo" userId="41c30799-3a2b-4880-86a3-8488be07954a" providerId="ADAL" clId="{01B90814-4EBE-5562-8795-CE1E7277191D}" dt="2026-06-05T02:52:01.884" v="1217" actId="1035"/>
          <ac:picMkLst>
            <pc:docMk/>
            <pc:sldMk cId="3426632272" sldId="274"/>
            <ac:picMk id="4" creationId="{C01D83E9-010C-D3C5-D29A-4FC8073EE79F}"/>
          </ac:picMkLst>
        </pc:picChg>
        <pc:picChg chg="del">
          <ac:chgData name="Kun Suo" userId="41c30799-3a2b-4880-86a3-8488be07954a" providerId="ADAL" clId="{01B90814-4EBE-5562-8795-CE1E7277191D}" dt="2026-06-05T02:52:16.891" v="1220" actId="478"/>
          <ac:picMkLst>
            <pc:docMk/>
            <pc:sldMk cId="3426632272" sldId="274"/>
            <ac:picMk id="6" creationId="{7896F080-8442-A317-10A7-11048B5FC41F}"/>
          </ac:picMkLst>
        </pc:picChg>
        <pc:picChg chg="del">
          <ac:chgData name="Kun Suo" userId="41c30799-3a2b-4880-86a3-8488be07954a" providerId="ADAL" clId="{01B90814-4EBE-5562-8795-CE1E7277191D}" dt="2026-06-05T02:52:16.891" v="1220" actId="478"/>
          <ac:picMkLst>
            <pc:docMk/>
            <pc:sldMk cId="3426632272" sldId="274"/>
            <ac:picMk id="7" creationId="{205FBAA7-9144-50F2-0BD3-C45F56C4D5F8}"/>
          </ac:picMkLst>
        </pc:picChg>
        <pc:picChg chg="mod">
          <ac:chgData name="Kun Suo" userId="41c30799-3a2b-4880-86a3-8488be07954a" providerId="ADAL" clId="{01B90814-4EBE-5562-8795-CE1E7277191D}" dt="2026-06-05T02:52:22.657" v="1222" actId="1076"/>
          <ac:picMkLst>
            <pc:docMk/>
            <pc:sldMk cId="3426632272" sldId="274"/>
            <ac:picMk id="8" creationId="{52458C9B-9EC9-A09C-F3C8-D70F9087D1A4}"/>
          </ac:picMkLst>
        </pc:picChg>
      </pc:sldChg>
      <pc:sldChg chg="addSp delSp modSp add mod">
        <pc:chgData name="Kun Suo" userId="41c30799-3a2b-4880-86a3-8488be07954a" providerId="ADAL" clId="{01B90814-4EBE-5562-8795-CE1E7277191D}" dt="2026-06-05T03:03:15.164" v="1323" actId="14100"/>
        <pc:sldMkLst>
          <pc:docMk/>
          <pc:sldMk cId="3749832535" sldId="275"/>
        </pc:sldMkLst>
        <pc:spChg chg="mod">
          <ac:chgData name="Kun Suo" userId="41c30799-3a2b-4880-86a3-8488be07954a" providerId="ADAL" clId="{01B90814-4EBE-5562-8795-CE1E7277191D}" dt="2026-06-05T03:00:19.280" v="1271" actId="20577"/>
          <ac:spMkLst>
            <pc:docMk/>
            <pc:sldMk cId="3749832535" sldId="275"/>
            <ac:spMk id="3" creationId="{AC63398E-BB0F-0E5A-FDA8-8EEE58B07883}"/>
          </ac:spMkLst>
        </pc:spChg>
        <pc:spChg chg="del">
          <ac:chgData name="Kun Suo" userId="41c30799-3a2b-4880-86a3-8488be07954a" providerId="ADAL" clId="{01B90814-4EBE-5562-8795-CE1E7277191D}" dt="2026-06-05T03:01:05.883" v="1272" actId="478"/>
          <ac:spMkLst>
            <pc:docMk/>
            <pc:sldMk cId="3749832535" sldId="275"/>
            <ac:spMk id="5" creationId="{8BACB60C-F161-BD7D-0179-2157D095BCD6}"/>
          </ac:spMkLst>
        </pc:spChg>
        <pc:spChg chg="add mod">
          <ac:chgData name="Kun Suo" userId="41c30799-3a2b-4880-86a3-8488be07954a" providerId="ADAL" clId="{01B90814-4EBE-5562-8795-CE1E7277191D}" dt="2026-06-05T03:03:15.164" v="1323" actId="14100"/>
          <ac:spMkLst>
            <pc:docMk/>
            <pc:sldMk cId="3749832535" sldId="275"/>
            <ac:spMk id="10" creationId="{E1B4E6B2-17A0-B124-2752-7CF32CFB7B6A}"/>
          </ac:spMkLst>
        </pc:spChg>
        <pc:graphicFrameChg chg="add mod modGraphic">
          <ac:chgData name="Kun Suo" userId="41c30799-3a2b-4880-86a3-8488be07954a" providerId="ADAL" clId="{01B90814-4EBE-5562-8795-CE1E7277191D}" dt="2026-06-05T03:02:15.665" v="1308" actId="14734"/>
          <ac:graphicFrameMkLst>
            <pc:docMk/>
            <pc:sldMk cId="3749832535" sldId="275"/>
            <ac:graphicFrameMk id="9" creationId="{CDC5D14A-A006-BE88-A56F-CCFA18D6ECC2}"/>
          </ac:graphicFrameMkLst>
        </pc:graphicFrameChg>
        <pc:picChg chg="del">
          <ac:chgData name="Kun Suo" userId="41c30799-3a2b-4880-86a3-8488be07954a" providerId="ADAL" clId="{01B90814-4EBE-5562-8795-CE1E7277191D}" dt="2026-06-05T03:01:05.883" v="1272" actId="478"/>
          <ac:picMkLst>
            <pc:docMk/>
            <pc:sldMk cId="3749832535" sldId="275"/>
            <ac:picMk id="4" creationId="{D7B2F9AF-38E1-D060-47A5-D3FB40AF82E5}"/>
          </ac:picMkLst>
        </pc:picChg>
        <pc:picChg chg="del">
          <ac:chgData name="Kun Suo" userId="41c30799-3a2b-4880-86a3-8488be07954a" providerId="ADAL" clId="{01B90814-4EBE-5562-8795-CE1E7277191D}" dt="2026-06-05T03:01:05.883" v="1272" actId="478"/>
          <ac:picMkLst>
            <pc:docMk/>
            <pc:sldMk cId="3749832535" sldId="275"/>
            <ac:picMk id="6" creationId="{B48031B7-E4C8-2FF8-03A8-91267EE11AC0}"/>
          </ac:picMkLst>
        </pc:picChg>
        <pc:picChg chg="del">
          <ac:chgData name="Kun Suo" userId="41c30799-3a2b-4880-86a3-8488be07954a" providerId="ADAL" clId="{01B90814-4EBE-5562-8795-CE1E7277191D}" dt="2026-06-05T03:01:05.883" v="1272" actId="478"/>
          <ac:picMkLst>
            <pc:docMk/>
            <pc:sldMk cId="3749832535" sldId="275"/>
            <ac:picMk id="7" creationId="{11A4915C-DB6E-8337-D179-194C4EEBF4F9}"/>
          </ac:picMkLst>
        </pc:picChg>
        <pc:picChg chg="del">
          <ac:chgData name="Kun Suo" userId="41c30799-3a2b-4880-86a3-8488be07954a" providerId="ADAL" clId="{01B90814-4EBE-5562-8795-CE1E7277191D}" dt="2026-06-05T03:01:05.883" v="1272" actId="478"/>
          <ac:picMkLst>
            <pc:docMk/>
            <pc:sldMk cId="3749832535" sldId="275"/>
            <ac:picMk id="8" creationId="{180BB637-D8D5-8604-DB1E-EB156060C20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1997075" cy="173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611438" y="0"/>
            <a:ext cx="1997075" cy="173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5434A6-721E-8B46-8226-4B207A2DE40C}" type="datetimeFigureOut">
              <a:rPr lang="en-US" smtClean="0"/>
              <a:t>6/4/26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527175" y="433388"/>
            <a:ext cx="1555750" cy="11668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60375" y="1665288"/>
            <a:ext cx="3689350" cy="13636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3287713"/>
            <a:ext cx="1997075" cy="173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611438" y="3287713"/>
            <a:ext cx="1997075" cy="173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1473EE-AF0F-8541-A3FA-B715EDFA03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0258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公理语义学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473EE-AF0F-8541-A3FA-B715EDFA03B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6589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循环不变量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473EE-AF0F-8541-A3FA-B715EDFA03B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4547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45757" y="1072832"/>
            <a:ext cx="3918585" cy="72675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rgbClr val="CC0000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691515" y="1938020"/>
            <a:ext cx="3227070" cy="8651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chemeClr val="tx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F2F2F2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ts val="675"/>
              </a:lnSpc>
            </a:pPr>
            <a:r>
              <a:rPr spc="-75" dirty="0"/>
              <a:t>Jos´e</a:t>
            </a:r>
            <a:r>
              <a:rPr spc="25" dirty="0"/>
              <a:t> </a:t>
            </a:r>
            <a:r>
              <a:rPr dirty="0"/>
              <a:t>Garrido</a:t>
            </a:r>
            <a:r>
              <a:rPr spc="245" dirty="0"/>
              <a:t> </a:t>
            </a:r>
            <a:r>
              <a:rPr spc="-10" dirty="0"/>
              <a:t>(KSU)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7A0000"/>
                </a:solidFill>
                <a:latin typeface="Tahoma"/>
                <a:cs typeface="Tahoma"/>
              </a:defRPr>
            </a:lvl1pPr>
          </a:lstStyle>
          <a:p>
            <a:pPr marL="52705">
              <a:lnSpc>
                <a:spcPts val="675"/>
              </a:lnSpc>
            </a:pPr>
            <a:r>
              <a:rPr dirty="0"/>
              <a:t>Nov.</a:t>
            </a:r>
            <a:r>
              <a:rPr spc="100" dirty="0"/>
              <a:t> </a:t>
            </a:r>
            <a:r>
              <a:rPr spc="-20" dirty="0"/>
              <a:t>2021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7A0000"/>
                </a:solidFill>
                <a:latin typeface="Tahoma"/>
                <a:cs typeface="Tahoma"/>
              </a:defRPr>
            </a:lvl1pPr>
          </a:lstStyle>
          <a:p>
            <a:pPr marL="52705">
              <a:lnSpc>
                <a:spcPts val="675"/>
              </a:lnSpc>
            </a:pPr>
            <a:fld id="{81D60167-4931-47E6-BA6A-407CBD079E47}" type="slidenum">
              <a:rPr spc="-10" dirty="0"/>
              <a:t>‹#›</a:t>
            </a:fld>
            <a:r>
              <a:rPr spc="-85" dirty="0"/>
              <a:t> </a:t>
            </a:r>
            <a:r>
              <a:rPr spc="90" dirty="0"/>
              <a:t>/</a:t>
            </a:r>
            <a:r>
              <a:rPr spc="-85" dirty="0"/>
              <a:t> </a:t>
            </a:r>
            <a:r>
              <a:rPr spc="-25" dirty="0"/>
              <a:t>11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rgbClr val="CC0000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F2F2F2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ts val="675"/>
              </a:lnSpc>
            </a:pPr>
            <a:r>
              <a:rPr spc="-75" dirty="0"/>
              <a:t>Jos´e</a:t>
            </a:r>
            <a:r>
              <a:rPr spc="25" dirty="0"/>
              <a:t> </a:t>
            </a:r>
            <a:r>
              <a:rPr dirty="0"/>
              <a:t>Garrido</a:t>
            </a:r>
            <a:r>
              <a:rPr spc="245" dirty="0"/>
              <a:t> </a:t>
            </a:r>
            <a:r>
              <a:rPr spc="-10" dirty="0"/>
              <a:t>(KSU)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7A0000"/>
                </a:solidFill>
                <a:latin typeface="Tahoma"/>
                <a:cs typeface="Tahoma"/>
              </a:defRPr>
            </a:lvl1pPr>
          </a:lstStyle>
          <a:p>
            <a:pPr marL="52705">
              <a:lnSpc>
                <a:spcPts val="675"/>
              </a:lnSpc>
            </a:pPr>
            <a:r>
              <a:rPr dirty="0"/>
              <a:t>Nov.</a:t>
            </a:r>
            <a:r>
              <a:rPr spc="100" dirty="0"/>
              <a:t> </a:t>
            </a:r>
            <a:r>
              <a:rPr spc="-20" dirty="0"/>
              <a:t>2021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7A0000"/>
                </a:solidFill>
                <a:latin typeface="Tahoma"/>
                <a:cs typeface="Tahoma"/>
              </a:defRPr>
            </a:lvl1pPr>
          </a:lstStyle>
          <a:p>
            <a:pPr marL="52705">
              <a:lnSpc>
                <a:spcPts val="675"/>
              </a:lnSpc>
            </a:pPr>
            <a:fld id="{81D60167-4931-47E6-BA6A-407CBD079E47}" type="slidenum">
              <a:rPr spc="-10" dirty="0"/>
              <a:t>‹#›</a:t>
            </a:fld>
            <a:r>
              <a:rPr spc="-85" dirty="0"/>
              <a:t> </a:t>
            </a:r>
            <a:r>
              <a:rPr spc="90" dirty="0"/>
              <a:t>/</a:t>
            </a:r>
            <a:r>
              <a:rPr spc="-85" dirty="0"/>
              <a:t> </a:t>
            </a:r>
            <a:r>
              <a:rPr spc="-25" dirty="0"/>
              <a:t>11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rgbClr val="CC0000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30505" y="795972"/>
            <a:ext cx="2005393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374201" y="795972"/>
            <a:ext cx="2005393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F2F2F2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ts val="675"/>
              </a:lnSpc>
            </a:pPr>
            <a:r>
              <a:rPr spc="-75" dirty="0"/>
              <a:t>Jos´e</a:t>
            </a:r>
            <a:r>
              <a:rPr spc="25" dirty="0"/>
              <a:t> </a:t>
            </a:r>
            <a:r>
              <a:rPr dirty="0"/>
              <a:t>Garrido</a:t>
            </a:r>
            <a:r>
              <a:rPr spc="245" dirty="0"/>
              <a:t> </a:t>
            </a:r>
            <a:r>
              <a:rPr spc="-10" dirty="0"/>
              <a:t>(KSU)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7A0000"/>
                </a:solidFill>
                <a:latin typeface="Tahoma"/>
                <a:cs typeface="Tahoma"/>
              </a:defRPr>
            </a:lvl1pPr>
          </a:lstStyle>
          <a:p>
            <a:pPr marL="52705">
              <a:lnSpc>
                <a:spcPts val="675"/>
              </a:lnSpc>
            </a:pPr>
            <a:r>
              <a:rPr dirty="0"/>
              <a:t>Nov.</a:t>
            </a:r>
            <a:r>
              <a:rPr spc="100" dirty="0"/>
              <a:t> </a:t>
            </a:r>
            <a:r>
              <a:rPr spc="-20" dirty="0"/>
              <a:t>2021</a:t>
            </a: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7A0000"/>
                </a:solidFill>
                <a:latin typeface="Tahoma"/>
                <a:cs typeface="Tahoma"/>
              </a:defRPr>
            </a:lvl1pPr>
          </a:lstStyle>
          <a:p>
            <a:pPr marL="52705">
              <a:lnSpc>
                <a:spcPts val="675"/>
              </a:lnSpc>
            </a:pPr>
            <a:fld id="{81D60167-4931-47E6-BA6A-407CBD079E47}" type="slidenum">
              <a:rPr spc="-10" dirty="0"/>
              <a:t>‹#›</a:t>
            </a:fld>
            <a:r>
              <a:rPr spc="-85" dirty="0"/>
              <a:t> </a:t>
            </a:r>
            <a:r>
              <a:rPr spc="90" dirty="0"/>
              <a:t>/</a:t>
            </a:r>
            <a:r>
              <a:rPr spc="-85" dirty="0"/>
              <a:t> </a:t>
            </a:r>
            <a:r>
              <a:rPr spc="-25" dirty="0"/>
              <a:t>11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rgbClr val="CC0000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F2F2F2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ts val="675"/>
              </a:lnSpc>
            </a:pPr>
            <a:r>
              <a:rPr spc="-75" dirty="0"/>
              <a:t>Jos´e</a:t>
            </a:r>
            <a:r>
              <a:rPr spc="25" dirty="0"/>
              <a:t> </a:t>
            </a:r>
            <a:r>
              <a:rPr dirty="0"/>
              <a:t>Garrido</a:t>
            </a:r>
            <a:r>
              <a:rPr spc="245" dirty="0"/>
              <a:t> </a:t>
            </a:r>
            <a:r>
              <a:rPr spc="-10" dirty="0"/>
              <a:t>(KSU)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7A0000"/>
                </a:solidFill>
                <a:latin typeface="Tahoma"/>
                <a:cs typeface="Tahoma"/>
              </a:defRPr>
            </a:lvl1pPr>
          </a:lstStyle>
          <a:p>
            <a:pPr marL="52705">
              <a:lnSpc>
                <a:spcPts val="675"/>
              </a:lnSpc>
            </a:pPr>
            <a:r>
              <a:rPr dirty="0"/>
              <a:t>Nov.</a:t>
            </a:r>
            <a:r>
              <a:rPr spc="100" dirty="0"/>
              <a:t> </a:t>
            </a:r>
            <a:r>
              <a:rPr spc="-20" dirty="0"/>
              <a:t>2021</a:t>
            </a: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7A0000"/>
                </a:solidFill>
                <a:latin typeface="Tahoma"/>
                <a:cs typeface="Tahoma"/>
              </a:defRPr>
            </a:lvl1pPr>
          </a:lstStyle>
          <a:p>
            <a:pPr marL="52705">
              <a:lnSpc>
                <a:spcPts val="675"/>
              </a:lnSpc>
            </a:pPr>
            <a:fld id="{81D60167-4931-47E6-BA6A-407CBD079E47}" type="slidenum">
              <a:rPr spc="-10" dirty="0"/>
              <a:t>‹#›</a:t>
            </a:fld>
            <a:r>
              <a:rPr spc="-85" dirty="0"/>
              <a:t> </a:t>
            </a:r>
            <a:r>
              <a:rPr spc="90" dirty="0"/>
              <a:t>/</a:t>
            </a:r>
            <a:r>
              <a:rPr spc="-85" dirty="0"/>
              <a:t> </a:t>
            </a:r>
            <a:r>
              <a:rPr spc="-25" dirty="0"/>
              <a:t>11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F2F2F2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ts val="675"/>
              </a:lnSpc>
            </a:pPr>
            <a:r>
              <a:rPr spc="-75" dirty="0"/>
              <a:t>Jos´e</a:t>
            </a:r>
            <a:r>
              <a:rPr spc="25" dirty="0"/>
              <a:t> </a:t>
            </a:r>
            <a:r>
              <a:rPr dirty="0"/>
              <a:t>Garrido</a:t>
            </a:r>
            <a:r>
              <a:rPr spc="245" dirty="0"/>
              <a:t> </a:t>
            </a:r>
            <a:r>
              <a:rPr spc="-10" dirty="0"/>
              <a:t>(KSU)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7A0000"/>
                </a:solidFill>
                <a:latin typeface="Tahoma"/>
                <a:cs typeface="Tahoma"/>
              </a:defRPr>
            </a:lvl1pPr>
          </a:lstStyle>
          <a:p>
            <a:pPr marL="52705">
              <a:lnSpc>
                <a:spcPts val="675"/>
              </a:lnSpc>
            </a:pPr>
            <a:r>
              <a:rPr dirty="0"/>
              <a:t>Nov.</a:t>
            </a:r>
            <a:r>
              <a:rPr spc="100" dirty="0"/>
              <a:t> </a:t>
            </a:r>
            <a:r>
              <a:rPr spc="-20" dirty="0"/>
              <a:t>2021</a:t>
            </a: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7A0000"/>
                </a:solidFill>
                <a:latin typeface="Tahoma"/>
                <a:cs typeface="Tahoma"/>
              </a:defRPr>
            </a:lvl1pPr>
          </a:lstStyle>
          <a:p>
            <a:pPr marL="52705">
              <a:lnSpc>
                <a:spcPts val="675"/>
              </a:lnSpc>
            </a:pPr>
            <a:fld id="{81D60167-4931-47E6-BA6A-407CBD079E47}" type="slidenum">
              <a:rPr spc="-10" dirty="0"/>
              <a:t>‹#›</a:t>
            </a:fld>
            <a:r>
              <a:rPr spc="-85" dirty="0"/>
              <a:t> </a:t>
            </a:r>
            <a:r>
              <a:rPr spc="90" dirty="0"/>
              <a:t>/</a:t>
            </a:r>
            <a:r>
              <a:rPr spc="-85" dirty="0"/>
              <a:t> </a:t>
            </a:r>
            <a:r>
              <a:rPr spc="-25" dirty="0"/>
              <a:t>11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3069083" y="3261575"/>
            <a:ext cx="43180" cy="30480"/>
          </a:xfrm>
          <a:custGeom>
            <a:avLst/>
            <a:gdLst/>
            <a:ahLst/>
            <a:cxnLst/>
            <a:rect l="l" t="t" r="r" b="b"/>
            <a:pathLst>
              <a:path w="43180" h="30479">
                <a:moveTo>
                  <a:pt x="0" y="30366"/>
                </a:moveTo>
                <a:lnTo>
                  <a:pt x="43019" y="30366"/>
                </a:lnTo>
                <a:lnTo>
                  <a:pt x="43019" y="0"/>
                </a:lnTo>
                <a:lnTo>
                  <a:pt x="0" y="0"/>
                </a:lnTo>
                <a:lnTo>
                  <a:pt x="0" y="30366"/>
                </a:lnTo>
                <a:close/>
              </a:path>
            </a:pathLst>
          </a:custGeom>
          <a:ln w="5060">
            <a:solidFill>
              <a:srgbClr val="ADAD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2989465" y="3257613"/>
            <a:ext cx="25400" cy="38100"/>
          </a:xfrm>
          <a:custGeom>
            <a:avLst/>
            <a:gdLst/>
            <a:ahLst/>
            <a:cxnLst/>
            <a:rect l="l" t="t" r="r" b="b"/>
            <a:pathLst>
              <a:path w="254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</a:pathLst>
          </a:custGeom>
          <a:solidFill>
            <a:srgbClr val="D6D6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3167268" y="3257613"/>
            <a:ext cx="25400" cy="38100"/>
          </a:xfrm>
          <a:custGeom>
            <a:avLst/>
            <a:gdLst/>
            <a:ahLst/>
            <a:cxnLst/>
            <a:rect l="l" t="t" r="r" b="b"/>
            <a:pathLst>
              <a:path w="25400" h="38100">
                <a:moveTo>
                  <a:pt x="0" y="0"/>
                </a:moveTo>
                <a:lnTo>
                  <a:pt x="0" y="38100"/>
                </a:lnTo>
                <a:lnTo>
                  <a:pt x="2540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6D6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3323614" y="3251262"/>
            <a:ext cx="64135" cy="50800"/>
          </a:xfrm>
          <a:custGeom>
            <a:avLst/>
            <a:gdLst/>
            <a:ahLst/>
            <a:cxnLst/>
            <a:rect l="l" t="t" r="r" b="b"/>
            <a:pathLst>
              <a:path w="64135" h="50800">
                <a:moveTo>
                  <a:pt x="0" y="50800"/>
                </a:moveTo>
                <a:lnTo>
                  <a:pt x="43019" y="50800"/>
                </a:lnTo>
                <a:lnTo>
                  <a:pt x="43019" y="20434"/>
                </a:lnTo>
                <a:lnTo>
                  <a:pt x="0" y="20434"/>
                </a:lnTo>
                <a:lnTo>
                  <a:pt x="0" y="50800"/>
                </a:lnTo>
                <a:close/>
              </a:path>
              <a:path w="64135" h="50800">
                <a:moveTo>
                  <a:pt x="10491" y="20320"/>
                </a:moveTo>
                <a:lnTo>
                  <a:pt x="10491" y="10160"/>
                </a:lnTo>
                <a:lnTo>
                  <a:pt x="53672" y="10160"/>
                </a:lnTo>
                <a:lnTo>
                  <a:pt x="53672" y="40640"/>
                </a:lnTo>
                <a:lnTo>
                  <a:pt x="43512" y="40640"/>
                </a:lnTo>
              </a:path>
              <a:path w="64135" h="50800">
                <a:moveTo>
                  <a:pt x="20652" y="10160"/>
                </a:moveTo>
                <a:lnTo>
                  <a:pt x="20652" y="0"/>
                </a:lnTo>
                <a:lnTo>
                  <a:pt x="63832" y="0"/>
                </a:lnTo>
                <a:lnTo>
                  <a:pt x="63832" y="30480"/>
                </a:lnTo>
                <a:lnTo>
                  <a:pt x="53672" y="30480"/>
                </a:lnTo>
              </a:path>
            </a:pathLst>
          </a:custGeom>
          <a:ln w="5060">
            <a:solidFill>
              <a:srgbClr val="ADAD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3260445" y="3257613"/>
            <a:ext cx="203200" cy="38100"/>
          </a:xfrm>
          <a:custGeom>
            <a:avLst/>
            <a:gdLst/>
            <a:ahLst/>
            <a:cxnLst/>
            <a:rect l="l" t="t" r="r" b="b"/>
            <a:pathLst>
              <a:path w="2032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w="203200" h="381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6D6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3620326" y="3263963"/>
            <a:ext cx="38100" cy="0"/>
          </a:xfrm>
          <a:custGeom>
            <a:avLst/>
            <a:gdLst/>
            <a:ahLst/>
            <a:cxnLst/>
            <a:rect l="l" t="t" r="r" b="b"/>
            <a:pathLst>
              <a:path w="38100">
                <a:moveTo>
                  <a:pt x="0" y="0"/>
                </a:moveTo>
                <a:lnTo>
                  <a:pt x="38100" y="0"/>
                </a:lnTo>
              </a:path>
            </a:pathLst>
          </a:custGeom>
          <a:ln w="7591">
            <a:solidFill>
              <a:srgbClr val="ADAD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bg object 22"/>
          <p:cNvSpPr/>
          <p:nvPr/>
        </p:nvSpPr>
        <p:spPr>
          <a:xfrm>
            <a:off x="3531425" y="3257613"/>
            <a:ext cx="203200" cy="38100"/>
          </a:xfrm>
          <a:custGeom>
            <a:avLst/>
            <a:gdLst/>
            <a:ahLst/>
            <a:cxnLst/>
            <a:rect l="l" t="t" r="r" b="b"/>
            <a:pathLst>
              <a:path w="2032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w="203200" h="381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6D6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bg object 23"/>
          <p:cNvSpPr/>
          <p:nvPr/>
        </p:nvSpPr>
        <p:spPr>
          <a:xfrm>
            <a:off x="3607626" y="3251262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0" y="0"/>
                </a:moveTo>
                <a:lnTo>
                  <a:pt x="38100" y="0"/>
                </a:lnTo>
              </a:path>
              <a:path w="50800" h="50800">
                <a:moveTo>
                  <a:pt x="12700" y="25400"/>
                </a:moveTo>
                <a:lnTo>
                  <a:pt x="50800" y="25400"/>
                </a:lnTo>
              </a:path>
              <a:path w="50800" h="50800">
                <a:moveTo>
                  <a:pt x="0" y="38100"/>
                </a:moveTo>
                <a:lnTo>
                  <a:pt x="38100" y="38100"/>
                </a:lnTo>
              </a:path>
              <a:path w="50800" h="50800">
                <a:moveTo>
                  <a:pt x="12700" y="50800"/>
                </a:moveTo>
                <a:lnTo>
                  <a:pt x="50800" y="50800"/>
                </a:lnTo>
              </a:path>
            </a:pathLst>
          </a:custGeom>
          <a:ln w="7591">
            <a:solidFill>
              <a:srgbClr val="D6D6E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bg object 24"/>
          <p:cNvSpPr/>
          <p:nvPr/>
        </p:nvSpPr>
        <p:spPr>
          <a:xfrm>
            <a:off x="3878593" y="3251262"/>
            <a:ext cx="50800" cy="25400"/>
          </a:xfrm>
          <a:custGeom>
            <a:avLst/>
            <a:gdLst/>
            <a:ahLst/>
            <a:cxnLst/>
            <a:rect l="l" t="t" r="r" b="b"/>
            <a:pathLst>
              <a:path w="50800" h="25400">
                <a:moveTo>
                  <a:pt x="0" y="0"/>
                </a:moveTo>
                <a:lnTo>
                  <a:pt x="38100" y="0"/>
                </a:lnTo>
              </a:path>
              <a:path w="50800" h="25400">
                <a:moveTo>
                  <a:pt x="12700" y="12700"/>
                </a:moveTo>
                <a:lnTo>
                  <a:pt x="50800" y="12700"/>
                </a:lnTo>
              </a:path>
              <a:path w="50800" h="25400">
                <a:moveTo>
                  <a:pt x="12700" y="25400"/>
                </a:moveTo>
                <a:lnTo>
                  <a:pt x="50800" y="25400"/>
                </a:lnTo>
              </a:path>
            </a:pathLst>
          </a:custGeom>
          <a:ln w="7591">
            <a:solidFill>
              <a:srgbClr val="ADAD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bg object 25"/>
          <p:cNvSpPr/>
          <p:nvPr/>
        </p:nvSpPr>
        <p:spPr>
          <a:xfrm>
            <a:off x="3802393" y="3257613"/>
            <a:ext cx="203200" cy="38100"/>
          </a:xfrm>
          <a:custGeom>
            <a:avLst/>
            <a:gdLst/>
            <a:ahLst/>
            <a:cxnLst/>
            <a:rect l="l" t="t" r="r" b="b"/>
            <a:pathLst>
              <a:path w="2032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w="203200" h="381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6D6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bg object 26"/>
          <p:cNvSpPr/>
          <p:nvPr/>
        </p:nvSpPr>
        <p:spPr>
          <a:xfrm>
            <a:off x="3878593" y="3289363"/>
            <a:ext cx="50800" cy="12700"/>
          </a:xfrm>
          <a:custGeom>
            <a:avLst/>
            <a:gdLst/>
            <a:ahLst/>
            <a:cxnLst/>
            <a:rect l="l" t="t" r="r" b="b"/>
            <a:pathLst>
              <a:path w="50800" h="12700">
                <a:moveTo>
                  <a:pt x="0" y="0"/>
                </a:moveTo>
                <a:lnTo>
                  <a:pt x="38100" y="0"/>
                </a:lnTo>
              </a:path>
              <a:path w="50800" h="12700">
                <a:moveTo>
                  <a:pt x="12700" y="12699"/>
                </a:moveTo>
                <a:lnTo>
                  <a:pt x="50800" y="12699"/>
                </a:lnTo>
              </a:path>
            </a:pathLst>
          </a:custGeom>
          <a:ln w="7591">
            <a:solidFill>
              <a:srgbClr val="D6D6E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bg object 27"/>
          <p:cNvSpPr/>
          <p:nvPr/>
        </p:nvSpPr>
        <p:spPr>
          <a:xfrm>
            <a:off x="4149573" y="3251262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0" y="0"/>
                </a:moveTo>
                <a:lnTo>
                  <a:pt x="38100" y="0"/>
                </a:lnTo>
              </a:path>
              <a:path w="50800" h="50800">
                <a:moveTo>
                  <a:pt x="12700" y="12700"/>
                </a:moveTo>
                <a:lnTo>
                  <a:pt x="50800" y="12700"/>
                </a:lnTo>
              </a:path>
              <a:path w="50800" h="50800">
                <a:moveTo>
                  <a:pt x="12700" y="25400"/>
                </a:moveTo>
                <a:lnTo>
                  <a:pt x="50800" y="25400"/>
                </a:lnTo>
              </a:path>
              <a:path w="50800" h="50800">
                <a:moveTo>
                  <a:pt x="0" y="38100"/>
                </a:moveTo>
                <a:lnTo>
                  <a:pt x="38100" y="38100"/>
                </a:lnTo>
              </a:path>
              <a:path w="50800" h="50800">
                <a:moveTo>
                  <a:pt x="12700" y="50800"/>
                </a:moveTo>
                <a:lnTo>
                  <a:pt x="50800" y="50800"/>
                </a:lnTo>
              </a:path>
            </a:pathLst>
          </a:custGeom>
          <a:ln w="7591">
            <a:solidFill>
              <a:srgbClr val="ADAD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bg object 28"/>
          <p:cNvSpPr/>
          <p:nvPr/>
        </p:nvSpPr>
        <p:spPr>
          <a:xfrm>
            <a:off x="4451033" y="3281743"/>
            <a:ext cx="20320" cy="20320"/>
          </a:xfrm>
          <a:custGeom>
            <a:avLst/>
            <a:gdLst/>
            <a:ahLst/>
            <a:cxnLst/>
            <a:rect l="l" t="t" r="r" b="b"/>
            <a:pathLst>
              <a:path w="20320" h="20320">
                <a:moveTo>
                  <a:pt x="0" y="0"/>
                </a:moveTo>
                <a:lnTo>
                  <a:pt x="20320" y="20320"/>
                </a:lnTo>
              </a:path>
            </a:pathLst>
          </a:custGeom>
          <a:ln w="7591">
            <a:solidFill>
              <a:srgbClr val="ADAD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bg object 29"/>
          <p:cNvSpPr/>
          <p:nvPr/>
        </p:nvSpPr>
        <p:spPr>
          <a:xfrm>
            <a:off x="4423969" y="3255248"/>
            <a:ext cx="30480" cy="30480"/>
          </a:xfrm>
          <a:custGeom>
            <a:avLst/>
            <a:gdLst/>
            <a:ahLst/>
            <a:cxnLst/>
            <a:rect l="l" t="t" r="r" b="b"/>
            <a:pathLst>
              <a:path w="30479" h="30479">
                <a:moveTo>
                  <a:pt x="30366" y="15183"/>
                </a:moveTo>
                <a:lnTo>
                  <a:pt x="30366" y="6797"/>
                </a:lnTo>
                <a:lnTo>
                  <a:pt x="23568" y="0"/>
                </a:lnTo>
                <a:lnTo>
                  <a:pt x="15183" y="0"/>
                </a:lnTo>
                <a:lnTo>
                  <a:pt x="6797" y="0"/>
                </a:lnTo>
                <a:lnTo>
                  <a:pt x="0" y="6797"/>
                </a:lnTo>
                <a:lnTo>
                  <a:pt x="0" y="15183"/>
                </a:lnTo>
                <a:lnTo>
                  <a:pt x="0" y="23568"/>
                </a:lnTo>
                <a:lnTo>
                  <a:pt x="6797" y="30366"/>
                </a:lnTo>
                <a:lnTo>
                  <a:pt x="15183" y="30366"/>
                </a:lnTo>
                <a:lnTo>
                  <a:pt x="23568" y="30366"/>
                </a:lnTo>
                <a:lnTo>
                  <a:pt x="30366" y="23568"/>
                </a:lnTo>
                <a:lnTo>
                  <a:pt x="30366" y="15183"/>
                </a:lnTo>
                <a:close/>
              </a:path>
            </a:pathLst>
          </a:custGeom>
          <a:ln w="5060">
            <a:solidFill>
              <a:srgbClr val="ADAD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bg object 30"/>
          <p:cNvSpPr/>
          <p:nvPr/>
        </p:nvSpPr>
        <p:spPr>
          <a:xfrm>
            <a:off x="4329112" y="3251262"/>
            <a:ext cx="233679" cy="50800"/>
          </a:xfrm>
          <a:custGeom>
            <a:avLst/>
            <a:gdLst/>
            <a:ahLst/>
            <a:cxnLst/>
            <a:rect l="l" t="t" r="r" b="b"/>
            <a:pathLst>
              <a:path w="233679" h="50800">
                <a:moveTo>
                  <a:pt x="40640" y="50800"/>
                </a:moveTo>
                <a:lnTo>
                  <a:pt x="50400" y="48796"/>
                </a:lnTo>
                <a:lnTo>
                  <a:pt x="58488" y="43339"/>
                </a:lnTo>
                <a:lnTo>
                  <a:pt x="64002" y="35262"/>
                </a:lnTo>
                <a:lnTo>
                  <a:pt x="66040" y="25400"/>
                </a:lnTo>
                <a:lnTo>
                  <a:pt x="64036" y="15537"/>
                </a:lnTo>
                <a:lnTo>
                  <a:pt x="58579" y="7461"/>
                </a:lnTo>
                <a:lnTo>
                  <a:pt x="50502" y="2004"/>
                </a:lnTo>
                <a:lnTo>
                  <a:pt x="40640" y="0"/>
                </a:lnTo>
                <a:lnTo>
                  <a:pt x="30778" y="2004"/>
                </a:lnTo>
                <a:lnTo>
                  <a:pt x="22701" y="7461"/>
                </a:lnTo>
                <a:lnTo>
                  <a:pt x="17244" y="15537"/>
                </a:lnTo>
                <a:lnTo>
                  <a:pt x="15240" y="25400"/>
                </a:lnTo>
              </a:path>
              <a:path w="233679" h="50800">
                <a:moveTo>
                  <a:pt x="30480" y="17780"/>
                </a:moveTo>
                <a:lnTo>
                  <a:pt x="15240" y="30480"/>
                </a:lnTo>
                <a:lnTo>
                  <a:pt x="0" y="17780"/>
                </a:lnTo>
              </a:path>
              <a:path w="233679" h="50800">
                <a:moveTo>
                  <a:pt x="193042" y="50800"/>
                </a:moveTo>
                <a:lnTo>
                  <a:pt x="183179" y="48796"/>
                </a:lnTo>
                <a:lnTo>
                  <a:pt x="175103" y="43339"/>
                </a:lnTo>
                <a:lnTo>
                  <a:pt x="169646" y="35262"/>
                </a:lnTo>
                <a:lnTo>
                  <a:pt x="167642" y="25400"/>
                </a:lnTo>
                <a:lnTo>
                  <a:pt x="169646" y="15537"/>
                </a:lnTo>
                <a:lnTo>
                  <a:pt x="175103" y="7461"/>
                </a:lnTo>
                <a:lnTo>
                  <a:pt x="183179" y="2004"/>
                </a:lnTo>
                <a:lnTo>
                  <a:pt x="193042" y="0"/>
                </a:lnTo>
                <a:lnTo>
                  <a:pt x="202904" y="2004"/>
                </a:lnTo>
                <a:lnTo>
                  <a:pt x="210981" y="7461"/>
                </a:lnTo>
                <a:lnTo>
                  <a:pt x="216438" y="15537"/>
                </a:lnTo>
                <a:lnTo>
                  <a:pt x="218442" y="25400"/>
                </a:lnTo>
              </a:path>
              <a:path w="233679" h="50800">
                <a:moveTo>
                  <a:pt x="233682" y="17780"/>
                </a:moveTo>
                <a:lnTo>
                  <a:pt x="218442" y="30480"/>
                </a:lnTo>
                <a:lnTo>
                  <a:pt x="203202" y="17780"/>
                </a:lnTo>
              </a:path>
            </a:pathLst>
          </a:custGeom>
          <a:ln w="5060">
            <a:solidFill>
              <a:srgbClr val="ADAD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5300" y="59878"/>
            <a:ext cx="2536190" cy="2444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rgbClr val="CC0000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02932" y="799501"/>
            <a:ext cx="4079240" cy="1930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chemeClr val="tx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09600" y="3351784"/>
            <a:ext cx="716915" cy="1022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rgbClr val="F2F2F2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ts val="675"/>
              </a:lnSpc>
            </a:pPr>
            <a:r>
              <a:rPr spc="-75" dirty="0"/>
              <a:t>Jos´e</a:t>
            </a:r>
            <a:r>
              <a:rPr spc="25" dirty="0"/>
              <a:t> </a:t>
            </a:r>
            <a:r>
              <a:rPr dirty="0"/>
              <a:t>Garrido</a:t>
            </a:r>
            <a:r>
              <a:rPr spc="245" dirty="0"/>
              <a:t> </a:t>
            </a:r>
            <a:r>
              <a:rPr spc="-10" dirty="0"/>
              <a:t>(KSU)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56977" y="3351784"/>
            <a:ext cx="420065" cy="1022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rgbClr val="7A0000"/>
                </a:solidFill>
                <a:latin typeface="Tahoma"/>
                <a:cs typeface="Tahoma"/>
              </a:defRPr>
            </a:lvl1pPr>
          </a:lstStyle>
          <a:p>
            <a:pPr marL="52705">
              <a:lnSpc>
                <a:spcPts val="675"/>
              </a:lnSpc>
            </a:pPr>
            <a:r>
              <a:rPr dirty="0"/>
              <a:t>Nov.</a:t>
            </a:r>
            <a:r>
              <a:rPr spc="100" dirty="0"/>
              <a:t> </a:t>
            </a:r>
            <a:r>
              <a:rPr spc="-20" dirty="0"/>
              <a:t>2021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299135" y="3351784"/>
            <a:ext cx="254330" cy="1022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rgbClr val="7A0000"/>
                </a:solidFill>
                <a:latin typeface="Tahoma"/>
                <a:cs typeface="Tahoma"/>
              </a:defRPr>
            </a:lvl1pPr>
          </a:lstStyle>
          <a:p>
            <a:pPr marL="52705">
              <a:lnSpc>
                <a:spcPts val="675"/>
              </a:lnSpc>
            </a:pPr>
            <a:fld id="{81D60167-4931-47E6-BA6A-407CBD079E47}" type="slidenum">
              <a:rPr spc="-10" dirty="0"/>
              <a:t>‹#›</a:t>
            </a:fld>
            <a:r>
              <a:rPr spc="-85" dirty="0"/>
              <a:t> </a:t>
            </a:r>
            <a:r>
              <a:rPr spc="90" dirty="0"/>
              <a:t>/</a:t>
            </a:r>
            <a:r>
              <a:rPr spc="-85" dirty="0"/>
              <a:t> </a:t>
            </a:r>
            <a:r>
              <a:rPr spc="-25" dirty="0"/>
              <a:t>11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hyperlink" Target="mailto:jgarrido@kennesaw.edu" TargetMode="Externa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7743" y="476059"/>
            <a:ext cx="4432935" cy="82550"/>
          </a:xfrm>
          <a:custGeom>
            <a:avLst/>
            <a:gdLst/>
            <a:ahLst/>
            <a:cxnLst/>
            <a:rect l="l" t="t" r="r" b="b"/>
            <a:pathLst>
              <a:path w="4432935" h="82550">
                <a:moveTo>
                  <a:pt x="4381765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82384"/>
                </a:lnTo>
                <a:lnTo>
                  <a:pt x="4432566" y="82384"/>
                </a:lnTo>
                <a:lnTo>
                  <a:pt x="4432566" y="50800"/>
                </a:lnTo>
                <a:lnTo>
                  <a:pt x="4428558" y="31075"/>
                </a:lnTo>
                <a:lnTo>
                  <a:pt x="4417643" y="14922"/>
                </a:lnTo>
                <a:lnTo>
                  <a:pt x="4401490" y="4008"/>
                </a:lnTo>
                <a:lnTo>
                  <a:pt x="4381765" y="0"/>
                </a:lnTo>
                <a:close/>
              </a:path>
            </a:pathLst>
          </a:custGeom>
          <a:solidFill>
            <a:srgbClr val="D8D8D8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7743" y="520485"/>
            <a:ext cx="4483735" cy="677545"/>
            <a:chOff x="87743" y="520485"/>
            <a:chExt cx="4483735" cy="67754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8544" y="1096137"/>
              <a:ext cx="101600" cy="101600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89344" y="1083436"/>
              <a:ext cx="4381765" cy="114301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520310" y="526630"/>
              <a:ext cx="50800" cy="569506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87743" y="520485"/>
              <a:ext cx="4432935" cy="626745"/>
            </a:xfrm>
            <a:custGeom>
              <a:avLst/>
              <a:gdLst/>
              <a:ahLst/>
              <a:cxnLst/>
              <a:rect l="l" t="t" r="r" b="b"/>
              <a:pathLst>
                <a:path w="4432935" h="626744">
                  <a:moveTo>
                    <a:pt x="4432566" y="0"/>
                  </a:moveTo>
                  <a:lnTo>
                    <a:pt x="0" y="0"/>
                  </a:lnTo>
                  <a:lnTo>
                    <a:pt x="0" y="575651"/>
                  </a:lnTo>
                  <a:lnTo>
                    <a:pt x="4008" y="595375"/>
                  </a:lnTo>
                  <a:lnTo>
                    <a:pt x="14922" y="611528"/>
                  </a:lnTo>
                  <a:lnTo>
                    <a:pt x="31075" y="622443"/>
                  </a:lnTo>
                  <a:lnTo>
                    <a:pt x="50800" y="626451"/>
                  </a:lnTo>
                  <a:lnTo>
                    <a:pt x="4381765" y="626451"/>
                  </a:lnTo>
                  <a:lnTo>
                    <a:pt x="4401490" y="622443"/>
                  </a:lnTo>
                  <a:lnTo>
                    <a:pt x="4417643" y="611528"/>
                  </a:lnTo>
                  <a:lnTo>
                    <a:pt x="4428558" y="595375"/>
                  </a:lnTo>
                  <a:lnTo>
                    <a:pt x="4432566" y="575651"/>
                  </a:lnTo>
                  <a:lnTo>
                    <a:pt x="4432566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520310" y="564723"/>
              <a:ext cx="0" cy="550545"/>
            </a:xfrm>
            <a:custGeom>
              <a:avLst/>
              <a:gdLst/>
              <a:ahLst/>
              <a:cxnLst/>
              <a:rect l="l" t="t" r="r" b="b"/>
              <a:pathLst>
                <a:path h="550544">
                  <a:moveTo>
                    <a:pt x="0" y="550463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4520310" y="552023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520310" y="539323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CECE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520310" y="526623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EFEFE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 descr="$PPTXTitle"/>
          <p:cNvSpPr txBox="1">
            <a:spLocks noGrp="1"/>
          </p:cNvSpPr>
          <p:nvPr>
            <p:ph type="title"/>
          </p:nvPr>
        </p:nvSpPr>
        <p:spPr>
          <a:xfrm>
            <a:off x="230250" y="578647"/>
            <a:ext cx="4147820" cy="891911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35"/>
              </a:spcBef>
            </a:pPr>
            <a:r>
              <a:rPr lang="en" spc="-10" dirty="0">
                <a:solidFill>
                  <a:srgbClr val="B30000"/>
                </a:solidFill>
              </a:rPr>
              <a:t>CS5070</a:t>
            </a:r>
            <a:r>
              <a:rPr spc="-70" dirty="0"/>
              <a:t> </a:t>
            </a:r>
            <a:r>
              <a:rPr lang="en" spc="-10" dirty="0">
                <a:solidFill>
                  <a:srgbClr val="B30000"/>
                </a:solidFill>
              </a:rPr>
              <a:t>Mathematical</a:t>
            </a:r>
            <a:r>
              <a:rPr spc="-70" dirty="0"/>
              <a:t> </a:t>
            </a:r>
            <a:r>
              <a:rPr lang="en" spc="-25" dirty="0">
                <a:solidFill>
                  <a:srgbClr val="B30000"/>
                </a:solidFill>
              </a:rPr>
              <a:t>Structures</a:t>
            </a:r>
            <a:r>
              <a:rPr spc="-70" dirty="0"/>
              <a:t> </a:t>
            </a:r>
            <a:r>
              <a:rPr lang="en" spc="-10" dirty="0">
                <a:solidFill>
                  <a:srgbClr val="B30000"/>
                </a:solidFill>
              </a:rPr>
              <a:t>for</a:t>
            </a:r>
            <a:r>
              <a:rPr spc="-70" dirty="0"/>
              <a:t> </a:t>
            </a:r>
            <a:r>
              <a:rPr lang="en" spc="-30" dirty="0">
                <a:solidFill>
                  <a:srgbClr val="B30000"/>
                </a:solidFill>
              </a:rPr>
              <a:t>Computer</a:t>
            </a:r>
            <a:r>
              <a:rPr spc="-70" dirty="0"/>
              <a:t> </a:t>
            </a:r>
            <a:r>
              <a:rPr lang="en" spc="-10" dirty="0">
                <a:solidFill>
                  <a:srgbClr val="B30000"/>
                </a:solidFill>
              </a:rPr>
              <a:t>Science</a:t>
            </a:r>
          </a:p>
          <a:p>
            <a:pPr algn="ctr">
              <a:lnSpc>
                <a:spcPct val="100000"/>
              </a:lnSpc>
              <a:spcBef>
                <a:spcPts val="110"/>
              </a:spcBef>
            </a:pPr>
            <a:r>
              <a:rPr lang="en-US" spc="-10" dirty="0">
                <a:solidFill>
                  <a:srgbClr val="B30000"/>
                </a:solidFill>
              </a:rPr>
              <a:t>Formal Language</a:t>
            </a:r>
            <a:br>
              <a:rPr lang="en-US" spc="-10" dirty="0">
                <a:solidFill>
                  <a:srgbClr val="B30000"/>
                </a:solidFill>
              </a:rPr>
            </a:br>
            <a:br>
              <a:rPr lang="en-US" spc="-10" dirty="0">
                <a:solidFill>
                  <a:srgbClr val="B30000"/>
                </a:solidFill>
              </a:rPr>
            </a:br>
            <a:endParaRPr lang="en" spc="-50" dirty="0">
              <a:solidFill>
                <a:srgbClr val="B30000"/>
              </a:solidFill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07935" y="1357019"/>
            <a:ext cx="2992755" cy="1134926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lang="en-US" sz="1100" spc="-40" dirty="0">
                <a:latin typeface="Tahoma"/>
                <a:cs typeface="Tahoma"/>
              </a:rPr>
              <a:t>Kun Suo</a:t>
            </a:r>
            <a:endParaRPr lang="en-US" sz="1100" dirty="0">
              <a:latin typeface="Tahoma"/>
              <a:cs typeface="Tahoma"/>
            </a:endParaRPr>
          </a:p>
          <a:p>
            <a:pPr marL="12700" marR="5080" indent="447675">
              <a:lnSpc>
                <a:spcPts val="1390"/>
              </a:lnSpc>
              <a:spcBef>
                <a:spcPts val="1190"/>
              </a:spcBef>
            </a:pPr>
            <a:r>
              <a:rPr lang="en" sz="1200" spc="-50" dirty="0">
                <a:latin typeface="Tahoma"/>
                <a:cs typeface="Tahoma"/>
              </a:rPr>
              <a:t>Department</a:t>
            </a:r>
            <a:r>
              <a:rPr sz="1200" spc="-45" dirty="0">
                <a:latin typeface="Tahoma"/>
                <a:cs typeface="Tahoma"/>
              </a:rPr>
              <a:t> </a:t>
            </a:r>
            <a:r>
              <a:rPr lang="en" sz="1200" dirty="0">
                <a:latin typeface="Tahoma"/>
                <a:cs typeface="Tahoma"/>
              </a:rPr>
              <a:t>of</a:t>
            </a:r>
            <a:r>
              <a:rPr sz="1200" spc="-60" dirty="0">
                <a:latin typeface="Tahoma"/>
                <a:cs typeface="Tahoma"/>
              </a:rPr>
              <a:t> </a:t>
            </a:r>
            <a:r>
              <a:rPr lang="en" sz="1200" spc="-45" dirty="0">
                <a:latin typeface="Tahoma"/>
                <a:cs typeface="Tahoma"/>
              </a:rPr>
              <a:t>Computer</a:t>
            </a:r>
            <a:r>
              <a:rPr sz="1200" spc="-50" dirty="0">
                <a:latin typeface="Tahoma"/>
                <a:cs typeface="Tahoma"/>
              </a:rPr>
              <a:t> </a:t>
            </a:r>
            <a:r>
              <a:rPr lang="en" sz="1200" spc="-10" dirty="0">
                <a:latin typeface="Tahoma"/>
                <a:cs typeface="Tahoma"/>
              </a:rPr>
              <a:t>Science </a:t>
            </a:r>
            <a:r>
              <a:rPr lang="en" sz="1200" spc="-55" dirty="0">
                <a:latin typeface="Tahoma"/>
                <a:cs typeface="Tahoma"/>
              </a:rPr>
              <a:t>College</a:t>
            </a:r>
            <a:r>
              <a:rPr sz="1200" spc="-20" dirty="0">
                <a:latin typeface="Tahoma"/>
                <a:cs typeface="Tahoma"/>
              </a:rPr>
              <a:t> </a:t>
            </a:r>
            <a:r>
              <a:rPr lang="en" sz="1200" dirty="0">
                <a:latin typeface="Tahoma"/>
                <a:cs typeface="Tahoma"/>
              </a:rPr>
              <a:t>of</a:t>
            </a:r>
            <a:r>
              <a:rPr sz="1200" spc="-20" dirty="0">
                <a:latin typeface="Tahoma"/>
                <a:cs typeface="Tahoma"/>
              </a:rPr>
              <a:t> </a:t>
            </a:r>
            <a:r>
              <a:rPr lang="en" sz="1200" spc="-40" dirty="0">
                <a:latin typeface="Tahoma"/>
                <a:cs typeface="Tahoma"/>
              </a:rPr>
              <a:t>Computing</a:t>
            </a:r>
            <a:r>
              <a:rPr sz="1200" spc="-25" dirty="0">
                <a:latin typeface="Tahoma"/>
                <a:cs typeface="Tahoma"/>
              </a:rPr>
              <a:t> </a:t>
            </a:r>
            <a:r>
              <a:rPr lang="en" sz="1200" spc="-55" dirty="0">
                <a:latin typeface="Tahoma"/>
                <a:cs typeface="Tahoma"/>
              </a:rPr>
              <a:t>and</a:t>
            </a:r>
            <a:r>
              <a:rPr sz="1200" spc="-20" dirty="0">
                <a:latin typeface="Tahoma"/>
                <a:cs typeface="Tahoma"/>
              </a:rPr>
              <a:t> </a:t>
            </a:r>
            <a:r>
              <a:rPr lang="en" sz="1200" spc="-70" dirty="0">
                <a:latin typeface="Tahoma"/>
                <a:cs typeface="Tahoma"/>
              </a:rPr>
              <a:t>Software</a:t>
            </a:r>
            <a:r>
              <a:rPr sz="1200" spc="-20" dirty="0">
                <a:latin typeface="Tahoma"/>
                <a:cs typeface="Tahoma"/>
              </a:rPr>
              <a:t> </a:t>
            </a:r>
            <a:r>
              <a:rPr lang="en" sz="1200" spc="-60" dirty="0">
                <a:latin typeface="Tahoma"/>
                <a:cs typeface="Tahoma"/>
              </a:rPr>
              <a:t>Engineering</a:t>
            </a:r>
            <a:endParaRPr sz="1200" dirty="0">
              <a:latin typeface="Tahoma"/>
              <a:cs typeface="Tahoma"/>
            </a:endParaRPr>
          </a:p>
          <a:p>
            <a:pPr marL="673100">
              <a:lnSpc>
                <a:spcPts val="1360"/>
              </a:lnSpc>
            </a:pPr>
            <a:r>
              <a:rPr lang="en" sz="1200" spc="-75" dirty="0">
                <a:latin typeface="Tahoma"/>
                <a:cs typeface="Tahoma"/>
              </a:rPr>
              <a:t>Kennesaw</a:t>
            </a:r>
            <a:r>
              <a:rPr sz="1200" spc="-10" dirty="0">
                <a:latin typeface="Tahoma"/>
                <a:cs typeface="Tahoma"/>
              </a:rPr>
              <a:t> </a:t>
            </a:r>
            <a:r>
              <a:rPr lang="en" sz="1200" spc="-20" dirty="0">
                <a:latin typeface="Tahoma"/>
                <a:cs typeface="Tahoma"/>
              </a:rPr>
              <a:t>State</a:t>
            </a:r>
            <a:r>
              <a:rPr sz="1200" spc="-5" dirty="0">
                <a:latin typeface="Tahoma"/>
                <a:cs typeface="Tahoma"/>
              </a:rPr>
              <a:t> </a:t>
            </a:r>
            <a:r>
              <a:rPr lang="en" sz="1200" spc="-10" dirty="0">
                <a:latin typeface="Tahoma"/>
                <a:cs typeface="Tahoma"/>
              </a:rPr>
              <a:t>University</a:t>
            </a:r>
            <a:endParaRPr sz="1200" dirty="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  <a:spcBef>
                <a:spcPts val="555"/>
              </a:spcBef>
            </a:pPr>
            <a:r>
              <a:rPr lang="en" sz="1200" i="1" spc="-50" dirty="0">
                <a:latin typeface="Trebuchet MS"/>
                <a:cs typeface="Trebuchet MS"/>
                <a:hlinkClick r:id="rId5"/>
              </a:rPr>
              <a:t>ksuo@kennesaw.edu</a:t>
            </a:r>
            <a:endParaRPr sz="1200" dirty="0">
              <a:latin typeface="Trebuchet MS"/>
              <a:cs typeface="Trebuchet MS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-12"/>
            <a:ext cx="4608195" cy="350520"/>
          </a:xfrm>
          <a:custGeom>
            <a:avLst/>
            <a:gdLst/>
            <a:ahLst/>
            <a:cxnLst/>
            <a:rect l="l" t="t" r="r" b="b"/>
            <a:pathLst>
              <a:path w="4608195" h="350520">
                <a:moveTo>
                  <a:pt x="4608004" y="0"/>
                </a:moveTo>
                <a:lnTo>
                  <a:pt x="0" y="0"/>
                </a:lnTo>
                <a:lnTo>
                  <a:pt x="0" y="350126"/>
                </a:lnTo>
                <a:lnTo>
                  <a:pt x="4608004" y="350126"/>
                </a:lnTo>
                <a:lnTo>
                  <a:pt x="4608004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95299" y="59878"/>
            <a:ext cx="4320197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dirty="0"/>
              <a:t>How This Lecture Connects to Previous Topics</a:t>
            </a:r>
            <a:endParaRPr spc="-25" dirty="0"/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DB046037-568A-3569-6952-00B7C4BA3C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0047674"/>
              </p:ext>
            </p:extLst>
          </p:nvPr>
        </p:nvGraphicFramePr>
        <p:xfrm>
          <a:off x="171450" y="587375"/>
          <a:ext cx="4244046" cy="2482715"/>
        </p:xfrm>
        <a:graphic>
          <a:graphicData uri="http://schemas.openxmlformats.org/drawingml/2006/table">
            <a:tbl>
              <a:tblPr/>
              <a:tblGrid>
                <a:gridCol w="1121069">
                  <a:extLst>
                    <a:ext uri="{9D8B030D-6E8A-4147-A177-3AD203B41FA5}">
                      <a16:colId xmlns:a16="http://schemas.microsoft.com/office/drawing/2014/main" val="2252414519"/>
                    </a:ext>
                  </a:extLst>
                </a:gridCol>
                <a:gridCol w="3122977">
                  <a:extLst>
                    <a:ext uri="{9D8B030D-6E8A-4147-A177-3AD203B41FA5}">
                      <a16:colId xmlns:a16="http://schemas.microsoft.com/office/drawing/2014/main" val="2563065402"/>
                    </a:ext>
                  </a:extLst>
                </a:gridCol>
              </a:tblGrid>
              <a:tr h="3019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 dirty="0"/>
                        <a:t>Previous Topics</a:t>
                      </a:r>
                    </a:p>
                  </a:txBody>
                  <a:tcPr marL="23258" marR="23258" marT="11629" marB="116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 dirty="0"/>
                        <a:t>Application in Programming Languages</a:t>
                      </a:r>
                    </a:p>
                  </a:txBody>
                  <a:tcPr marL="23258" marR="23258" marT="11629" marB="116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600699"/>
                  </a:ext>
                </a:extLst>
              </a:tr>
              <a:tr h="3838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/>
                        <a:t>Logic &amp; Proofs</a:t>
                      </a:r>
                    </a:p>
                  </a:txBody>
                  <a:tcPr marL="23258" marR="23258" marT="11629" marB="116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Program correctness, assertions, axiomatic semantics</a:t>
                      </a:r>
                    </a:p>
                  </a:txBody>
                  <a:tcPr marL="23258" marR="23258" marT="11629" marB="116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554396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dirty="0"/>
                        <a:t>Sets</a:t>
                      </a:r>
                    </a:p>
                  </a:txBody>
                  <a:tcPr marL="23258" marR="23258" marT="11629" marB="116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Languages as sets of valid strings</a:t>
                      </a:r>
                    </a:p>
                  </a:txBody>
                  <a:tcPr marL="23258" marR="23258" marT="11629" marB="116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693991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/>
                        <a:t>Relations &amp; Functions</a:t>
                      </a:r>
                    </a:p>
                  </a:txBody>
                  <a:tcPr marL="23258" marR="23258" marT="11629" marB="116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Semantic mappings, variable lookup, denotational semantics</a:t>
                      </a:r>
                    </a:p>
                  </a:txBody>
                  <a:tcPr marL="23258" marR="23258" marT="11629" marB="116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7566804"/>
                  </a:ext>
                </a:extLst>
              </a:tr>
              <a:tr h="3863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/>
                        <a:t>Sequences &amp; Recursion</a:t>
                      </a:r>
                    </a:p>
                  </a:txBody>
                  <a:tcPr marL="23258" marR="23258" marT="11629" marB="116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Recursive grammar rules and derivations</a:t>
                      </a:r>
                    </a:p>
                  </a:txBody>
                  <a:tcPr marL="23258" marR="23258" marT="11629" marB="116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7423658"/>
                  </a:ext>
                </a:extLst>
              </a:tr>
              <a:tr h="2113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/>
                        <a:t>Induction</a:t>
                      </a:r>
                    </a:p>
                  </a:txBody>
                  <a:tcPr marL="23258" marR="23258" marT="11629" marB="116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Loop invariants and correctness proofs</a:t>
                      </a:r>
                    </a:p>
                  </a:txBody>
                  <a:tcPr marL="23258" marR="23258" marT="11629" marB="116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4253646"/>
                  </a:ext>
                </a:extLst>
              </a:tr>
              <a:tr h="2113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/>
                        <a:t>Graphs &amp; Trees</a:t>
                      </a:r>
                    </a:p>
                  </a:txBody>
                  <a:tcPr marL="23258" marR="23258" marT="11629" marB="116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Parse trees and syntax trees</a:t>
                      </a:r>
                    </a:p>
                  </a:txBody>
                  <a:tcPr marL="23258" marR="23258" marT="11629" marB="116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8695353"/>
                  </a:ext>
                </a:extLst>
              </a:tr>
              <a:tr h="3019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dirty="0"/>
                        <a:t>Counting</a:t>
                      </a:r>
                    </a:p>
                  </a:txBody>
                  <a:tcPr marL="23258" marR="23258" marT="11629" marB="116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Number of possible strings and grammar structures</a:t>
                      </a:r>
                    </a:p>
                  </a:txBody>
                  <a:tcPr marL="23258" marR="23258" marT="11629" marB="116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593584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FE904-9842-2018-AA7B-11A43F9B7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BBFA92C2-6002-66E9-6D07-AF4558C5DC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-12"/>
            <a:ext cx="4608195" cy="350520"/>
          </a:xfrm>
          <a:custGeom>
            <a:avLst/>
            <a:gdLst/>
            <a:ahLst/>
            <a:cxnLst/>
            <a:rect l="l" t="t" r="r" b="b"/>
            <a:pathLst>
              <a:path w="4608195" h="350520">
                <a:moveTo>
                  <a:pt x="4608004" y="0"/>
                </a:moveTo>
                <a:lnTo>
                  <a:pt x="0" y="0"/>
                </a:lnTo>
                <a:lnTo>
                  <a:pt x="0" y="350126"/>
                </a:lnTo>
                <a:lnTo>
                  <a:pt x="4608004" y="350126"/>
                </a:lnTo>
                <a:lnTo>
                  <a:pt x="4608004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>
            <a:extLst>
              <a:ext uri="{FF2B5EF4-FFF2-40B4-BE49-F238E27FC236}">
                <a16:creationId xmlns:a16="http://schemas.microsoft.com/office/drawing/2014/main" id="{6DF5FC8A-FD35-342A-3A69-F211C0A22C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5300" y="59878"/>
            <a:ext cx="2536190" cy="44820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pc="-40" dirty="0"/>
              <a:t>Syntax vs. Semantics</a:t>
            </a:r>
            <a:br>
              <a:rPr lang="en-US" spc="-40" dirty="0"/>
            </a:br>
            <a:endParaRPr lang="en-US" spc="-40" dirty="0"/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7AA2800C-A29D-7BC8-B437-D580AF9958E1}"/>
              </a:ext>
            </a:extLst>
          </p:cNvPr>
          <p:cNvSpPr/>
          <p:nvPr/>
        </p:nvSpPr>
        <p:spPr>
          <a:xfrm>
            <a:off x="400050" y="739775"/>
            <a:ext cx="1600200" cy="914400"/>
          </a:xfrm>
          <a:prstGeom prst="roundRect">
            <a:avLst/>
          </a:prstGeom>
          <a:solidFill>
            <a:srgbClr val="E8F1FF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ysClr val="windowText" lastClr="000000"/>
                </a:solidFill>
              </a:rPr>
              <a:t>Syntax</a:t>
            </a:r>
          </a:p>
          <a:p>
            <a:pPr algn="ctr"/>
            <a:endParaRPr lang="en-US" sz="1000" dirty="0">
              <a:solidFill>
                <a:sysClr val="windowText" lastClr="000000"/>
              </a:solidFill>
            </a:endParaRPr>
          </a:p>
          <a:p>
            <a:pPr algn="ctr"/>
            <a:r>
              <a:rPr lang="en-US" sz="1000" dirty="0">
                <a:solidFill>
                  <a:sysClr val="windowText" lastClr="000000"/>
                </a:solidFill>
              </a:rPr>
              <a:t>Form / structure of expressions, statements, and programs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0B3A0A5C-FED4-6578-A1A0-8EBED8482FE9}"/>
              </a:ext>
            </a:extLst>
          </p:cNvPr>
          <p:cNvSpPr/>
          <p:nvPr/>
        </p:nvSpPr>
        <p:spPr>
          <a:xfrm>
            <a:off x="2457450" y="739775"/>
            <a:ext cx="1600200" cy="914400"/>
          </a:xfrm>
          <a:prstGeom prst="roundRect">
            <a:avLst/>
          </a:prstGeom>
          <a:solidFill>
            <a:srgbClr val="E7FAF9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ysClr val="windowText" lastClr="000000"/>
                </a:solidFill>
              </a:rPr>
              <a:t>Semantics</a:t>
            </a:r>
          </a:p>
          <a:p>
            <a:pPr algn="ctr"/>
            <a:endParaRPr lang="en-US" sz="1000" dirty="0">
              <a:solidFill>
                <a:sysClr val="windowText" lastClr="000000"/>
              </a:solidFill>
            </a:endParaRPr>
          </a:p>
          <a:p>
            <a:pPr algn="ctr"/>
            <a:r>
              <a:rPr lang="en-US" sz="1000" dirty="0">
                <a:solidFill>
                  <a:sysClr val="windowText" lastClr="000000"/>
                </a:solidFill>
              </a:rPr>
              <a:t>Meaning of expressions, statements, and programs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054DEA1-2DF3-4D7E-015C-5C3BB75952DF}"/>
              </a:ext>
            </a:extLst>
          </p:cNvPr>
          <p:cNvSpPr txBox="1"/>
          <p:nvPr/>
        </p:nvSpPr>
        <p:spPr>
          <a:xfrm>
            <a:off x="247650" y="1958975"/>
            <a:ext cx="1942390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Example: </a:t>
            </a:r>
          </a:p>
          <a:p>
            <a:r>
              <a:rPr lang="en-US" sz="1050" dirty="0"/>
              <a:t>whether </a:t>
            </a:r>
            <a:r>
              <a:rPr lang="en-US" sz="1050" dirty="0">
                <a:latin typeface="Courier New" panose="02070309020205020404" pitchFamily="49" charset="0"/>
              </a:rPr>
              <a:t>a = b + const</a:t>
            </a:r>
            <a:r>
              <a:rPr lang="en-US" sz="1050" dirty="0"/>
              <a:t> is written correctly.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4378181-EF13-D6A8-DA49-23A9FBE47B57}"/>
              </a:ext>
            </a:extLst>
          </p:cNvPr>
          <p:cNvSpPr txBox="1"/>
          <p:nvPr/>
        </p:nvSpPr>
        <p:spPr>
          <a:xfrm>
            <a:off x="2381250" y="1958974"/>
            <a:ext cx="2133600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Example: </a:t>
            </a:r>
          </a:p>
          <a:p>
            <a:r>
              <a:rPr lang="en-US" sz="1050" dirty="0"/>
              <a:t>what happens after </a:t>
            </a:r>
            <a:r>
              <a:rPr lang="en-US" sz="1050" dirty="0">
                <a:latin typeface="Courier New" panose="02070309020205020404" pitchFamily="49" charset="0"/>
              </a:rPr>
              <a:t>a = b + 1 </a:t>
            </a:r>
            <a:r>
              <a:rPr lang="en-US" sz="1050" dirty="0"/>
              <a:t>executes.</a:t>
            </a:r>
          </a:p>
        </p:txBody>
      </p:sp>
      <p:sp>
        <p:nvSpPr>
          <p:cNvPr id="37" name="Text 10">
            <a:extLst>
              <a:ext uri="{FF2B5EF4-FFF2-40B4-BE49-F238E27FC236}">
                <a16:creationId xmlns:a16="http://schemas.microsoft.com/office/drawing/2014/main" id="{B104A074-1370-32C9-E687-B1D33342B6DC}"/>
              </a:ext>
            </a:extLst>
          </p:cNvPr>
          <p:cNvSpPr/>
          <p:nvPr/>
        </p:nvSpPr>
        <p:spPr>
          <a:xfrm>
            <a:off x="309749" y="2840856"/>
            <a:ext cx="1645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85000" lnSpcReduction="10000"/>
          </a:bodyPr>
          <a:lstStyle/>
          <a:p>
            <a:r>
              <a:rPr lang="en-US" sz="1600" b="1" dirty="0">
                <a:solidFill>
                  <a:srgbClr val="1F6FEB"/>
                </a:solidFill>
              </a:rPr>
              <a:t>Correct structure?</a:t>
            </a:r>
            <a:endParaRPr lang="en-US" sz="1600" dirty="0"/>
          </a:p>
        </p:txBody>
      </p:sp>
      <p:sp>
        <p:nvSpPr>
          <p:cNvPr id="38" name="Text 13">
            <a:extLst>
              <a:ext uri="{FF2B5EF4-FFF2-40B4-BE49-F238E27FC236}">
                <a16:creationId xmlns:a16="http://schemas.microsoft.com/office/drawing/2014/main" id="{38784D25-8880-56AF-C507-DA0503521333}"/>
              </a:ext>
            </a:extLst>
          </p:cNvPr>
          <p:cNvSpPr/>
          <p:nvPr/>
        </p:nvSpPr>
        <p:spPr>
          <a:xfrm>
            <a:off x="2474929" y="2840856"/>
            <a:ext cx="14630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77500" lnSpcReduction="20000"/>
          </a:bodyPr>
          <a:lstStyle/>
          <a:p>
            <a:r>
              <a:rPr lang="en-US" sz="1600" b="1" dirty="0">
                <a:solidFill>
                  <a:srgbClr val="19A7A5"/>
                </a:solidFill>
              </a:rPr>
              <a:t>Meaning as effect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746091037"/>
      </p:ext>
    </p:extLst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8CFD0-5799-3132-745D-5CFD7BB99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856BBCC4-C79B-3E65-5781-46A7060734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-12"/>
            <a:ext cx="4608195" cy="350520"/>
          </a:xfrm>
          <a:custGeom>
            <a:avLst/>
            <a:gdLst/>
            <a:ahLst/>
            <a:cxnLst/>
            <a:rect l="l" t="t" r="r" b="b"/>
            <a:pathLst>
              <a:path w="4608195" h="350520">
                <a:moveTo>
                  <a:pt x="4608004" y="0"/>
                </a:moveTo>
                <a:lnTo>
                  <a:pt x="0" y="0"/>
                </a:lnTo>
                <a:lnTo>
                  <a:pt x="0" y="350126"/>
                </a:lnTo>
                <a:lnTo>
                  <a:pt x="4608004" y="350126"/>
                </a:lnTo>
                <a:lnTo>
                  <a:pt x="4608004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>
            <a:extLst>
              <a:ext uri="{FF2B5EF4-FFF2-40B4-BE49-F238E27FC236}">
                <a16:creationId xmlns:a16="http://schemas.microsoft.com/office/drawing/2014/main" id="{C7118FF0-184C-81AE-DDF0-9ADAE6EDD84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5300" y="59878"/>
            <a:ext cx="4419550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pc="-40" dirty="0"/>
              <a:t>Language description terminology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CB3809D-FBFB-D3A6-3A32-E4D106BD8B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7042348"/>
              </p:ext>
            </p:extLst>
          </p:nvPr>
        </p:nvGraphicFramePr>
        <p:xfrm>
          <a:off x="400050" y="587375"/>
          <a:ext cx="3886200" cy="2519707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1671154949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142466198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193282566"/>
                    </a:ext>
                  </a:extLst>
                </a:gridCol>
              </a:tblGrid>
              <a:tr h="1650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/>
                        <a:t>Term</a:t>
                      </a:r>
                    </a:p>
                  </a:txBody>
                  <a:tcPr marL="17710" marR="17710" marT="8855" marB="88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/>
                        <a:t>Meaning</a:t>
                      </a:r>
                    </a:p>
                  </a:txBody>
                  <a:tcPr marL="17710" marR="17710" marT="8855" marB="88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 dirty="0"/>
                        <a:t>Example</a:t>
                      </a:r>
                    </a:p>
                  </a:txBody>
                  <a:tcPr marL="17710" marR="17710" marT="8855" marB="88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594575"/>
                  </a:ext>
                </a:extLst>
              </a:tr>
              <a:tr h="2909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/>
                        <a:t>Sentence</a:t>
                      </a:r>
                    </a:p>
                  </a:txBody>
                  <a:tcPr marL="17710" marR="17710" marT="8855" marB="88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/>
                        <a:t>A string of characters in a language</a:t>
                      </a:r>
                    </a:p>
                  </a:txBody>
                  <a:tcPr marL="17710" marR="17710" marT="8855" marB="88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>
                          <a:latin typeface="Courier New" panose="02070309020205020404" pitchFamily="49" charset="0"/>
                        </a:rPr>
                        <a:t>x = sum * 3;</a:t>
                      </a:r>
                      <a:endParaRPr lang="en-US" sz="800" dirty="0"/>
                    </a:p>
                  </a:txBody>
                  <a:tcPr marL="17710" marR="17710" marT="8855" marB="88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6952452"/>
                  </a:ext>
                </a:extLst>
              </a:tr>
              <a:tr h="3580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/>
                        <a:t>Language</a:t>
                      </a:r>
                    </a:p>
                  </a:txBody>
                  <a:tcPr marL="17710" marR="17710" marT="8855" marB="88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/>
                        <a:t>A set of valid sentences</a:t>
                      </a:r>
                    </a:p>
                  </a:txBody>
                  <a:tcPr marL="17710" marR="17710" marT="8855" marB="88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/>
                        <a:t>All valid Python programs, all valid Java statements</a:t>
                      </a:r>
                    </a:p>
                  </a:txBody>
                  <a:tcPr marL="17710" marR="17710" marT="8855" marB="88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9329583"/>
                  </a:ext>
                </a:extLst>
              </a:tr>
              <a:tr h="2909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/>
                        <a:t>Lexeme</a:t>
                      </a:r>
                    </a:p>
                  </a:txBody>
                  <a:tcPr marL="17710" marR="17710" marT="8855" marB="88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/>
                        <a:t>Lowest-level unit, such as </a:t>
                      </a:r>
                      <a:r>
                        <a:rPr lang="en-US" sz="800">
                          <a:latin typeface="Courier New" panose="02070309020205020404" pitchFamily="49" charset="0"/>
                        </a:rPr>
                        <a:t>sum</a:t>
                      </a:r>
                      <a:r>
                        <a:rPr lang="en-US" sz="800"/>
                        <a:t>, </a:t>
                      </a:r>
                      <a:r>
                        <a:rPr lang="en-US" sz="800">
                          <a:latin typeface="Courier New" panose="02070309020205020404" pitchFamily="49" charset="0"/>
                        </a:rPr>
                        <a:t>*</a:t>
                      </a:r>
                      <a:r>
                        <a:rPr lang="en-US" sz="800"/>
                        <a:t>, </a:t>
                      </a:r>
                      <a:r>
                        <a:rPr lang="en-US" sz="800">
                          <a:latin typeface="Courier New" panose="02070309020205020404" pitchFamily="49" charset="0"/>
                        </a:rPr>
                        <a:t>begin</a:t>
                      </a:r>
                      <a:endParaRPr lang="en-US" sz="800"/>
                    </a:p>
                  </a:txBody>
                  <a:tcPr marL="17710" marR="17710" marT="8855" marB="88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latin typeface="Courier New" panose="02070309020205020404" pitchFamily="49" charset="0"/>
                        </a:rPr>
                        <a:t>sum</a:t>
                      </a:r>
                      <a:r>
                        <a:rPr lang="en-US" sz="800"/>
                        <a:t>, </a:t>
                      </a:r>
                      <a:r>
                        <a:rPr lang="en-US" sz="800">
                          <a:latin typeface="Courier New" panose="02070309020205020404" pitchFamily="49" charset="0"/>
                        </a:rPr>
                        <a:t>*</a:t>
                      </a:r>
                      <a:r>
                        <a:rPr lang="en-US" sz="800"/>
                        <a:t>, </a:t>
                      </a:r>
                      <a:r>
                        <a:rPr lang="en-US" sz="800">
                          <a:latin typeface="Courier New" panose="02070309020205020404" pitchFamily="49" charset="0"/>
                        </a:rPr>
                        <a:t>begin</a:t>
                      </a:r>
                      <a:r>
                        <a:rPr lang="en-US" sz="800"/>
                        <a:t>, </a:t>
                      </a:r>
                      <a:r>
                        <a:rPr lang="en-US" sz="800">
                          <a:latin typeface="Courier New" panose="02070309020205020404" pitchFamily="49" charset="0"/>
                        </a:rPr>
                        <a:t>x</a:t>
                      </a:r>
                      <a:r>
                        <a:rPr lang="en-US" sz="800"/>
                        <a:t>, </a:t>
                      </a:r>
                      <a:r>
                        <a:rPr lang="en-US" sz="800">
                          <a:latin typeface="Courier New" panose="02070309020205020404" pitchFamily="49" charset="0"/>
                        </a:rPr>
                        <a:t>100</a:t>
                      </a:r>
                      <a:endParaRPr lang="en-US" sz="800"/>
                    </a:p>
                  </a:txBody>
                  <a:tcPr marL="17710" marR="17710" marT="8855" marB="88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4147698"/>
                  </a:ext>
                </a:extLst>
              </a:tr>
              <a:tr h="4251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/>
                        <a:t>Token</a:t>
                      </a:r>
                    </a:p>
                  </a:txBody>
                  <a:tcPr marL="17710" marR="17710" marT="8855" marB="88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/>
                        <a:t>Category of lexemes, such as identifier, operator</a:t>
                      </a:r>
                    </a:p>
                  </a:txBody>
                  <a:tcPr marL="17710" marR="17710" marT="8855" marB="88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latin typeface="Courier New" panose="02070309020205020404" pitchFamily="49" charset="0"/>
                        </a:rPr>
                        <a:t>sum</a:t>
                      </a:r>
                      <a:r>
                        <a:rPr lang="en-US" sz="800"/>
                        <a:t> → identifier; </a:t>
                      </a:r>
                      <a:r>
                        <a:rPr lang="en-US" sz="800">
                          <a:latin typeface="Courier New" panose="02070309020205020404" pitchFamily="49" charset="0"/>
                        </a:rPr>
                        <a:t>*</a:t>
                      </a:r>
                      <a:r>
                        <a:rPr lang="en-US" sz="800"/>
                        <a:t> → operator; </a:t>
                      </a:r>
                      <a:r>
                        <a:rPr lang="en-US" sz="800">
                          <a:latin typeface="Courier New" panose="02070309020205020404" pitchFamily="49" charset="0"/>
                        </a:rPr>
                        <a:t>100</a:t>
                      </a:r>
                      <a:r>
                        <a:rPr lang="en-US" sz="800"/>
                        <a:t> → integer literal</a:t>
                      </a:r>
                    </a:p>
                  </a:txBody>
                  <a:tcPr marL="17710" marR="17710" marT="8855" marB="88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5294692"/>
                  </a:ext>
                </a:extLst>
              </a:tr>
              <a:tr h="4922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/>
                        <a:t>Recognizer</a:t>
                      </a:r>
                    </a:p>
                  </a:txBody>
                  <a:tcPr marL="17710" marR="17710" marT="8855" marB="88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/>
                        <a:t>Determines whether a string belongs to a language</a:t>
                      </a:r>
                    </a:p>
                  </a:txBody>
                  <a:tcPr marL="17710" marR="17710" marT="8855" marB="88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/>
                        <a:t>A compiler/parser checks whether </a:t>
                      </a:r>
                      <a:r>
                        <a:rPr lang="en-US" sz="800" dirty="0">
                          <a:highlight>
                            <a:srgbClr val="C0C0C0"/>
                          </a:highlight>
                          <a:latin typeface="Courier New" panose="02070309020205020404" pitchFamily="49" charset="0"/>
                        </a:rPr>
                        <a:t>x = 3 + 5;</a:t>
                      </a:r>
                      <a:r>
                        <a:rPr lang="en-US" sz="800" dirty="0"/>
                        <a:t> is valid syntax</a:t>
                      </a:r>
                    </a:p>
                  </a:txBody>
                  <a:tcPr marL="17710" marR="17710" marT="8855" marB="88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7744369"/>
                  </a:ext>
                </a:extLst>
              </a:tr>
              <a:tr h="4922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/>
                        <a:t>Generator</a:t>
                      </a:r>
                    </a:p>
                  </a:txBody>
                  <a:tcPr marL="17710" marR="17710" marT="8855" marB="88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/>
                        <a:t>Produces valid sentences of a language</a:t>
                      </a:r>
                    </a:p>
                  </a:txBody>
                  <a:tcPr marL="17710" marR="17710" marT="8855" marB="88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/>
                        <a:t>A grammar rule generates valid expressions like </a:t>
                      </a:r>
                      <a:r>
                        <a:rPr lang="en-US" sz="800" dirty="0">
                          <a:highlight>
                            <a:srgbClr val="C0C0C0"/>
                          </a:highlight>
                          <a:latin typeface="Courier New" panose="02070309020205020404" pitchFamily="49" charset="0"/>
                        </a:rPr>
                        <a:t>x + y</a:t>
                      </a:r>
                      <a:r>
                        <a:rPr lang="en-US" sz="800" dirty="0"/>
                        <a:t> or </a:t>
                      </a:r>
                      <a:r>
                        <a:rPr lang="en-US" sz="800" dirty="0">
                          <a:highlight>
                            <a:srgbClr val="C0C0C0"/>
                          </a:highlight>
                          <a:latin typeface="Courier New" panose="02070309020205020404" pitchFamily="49" charset="0"/>
                        </a:rPr>
                        <a:t>a * b</a:t>
                      </a:r>
                      <a:endParaRPr lang="en-US" sz="800" dirty="0">
                        <a:highlight>
                          <a:srgbClr val="C0C0C0"/>
                        </a:highlight>
                      </a:endParaRPr>
                    </a:p>
                  </a:txBody>
                  <a:tcPr marL="17710" marR="17710" marT="8855" marB="88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89761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7322455"/>
      </p:ext>
    </p:extLst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29A9D-5A99-3132-767A-AF70906A4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1A33E9D-4928-D8A8-D04E-AD5B124145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-12"/>
            <a:ext cx="4608195" cy="350520"/>
          </a:xfrm>
          <a:custGeom>
            <a:avLst/>
            <a:gdLst/>
            <a:ahLst/>
            <a:cxnLst/>
            <a:rect l="l" t="t" r="r" b="b"/>
            <a:pathLst>
              <a:path w="4608195" h="350520">
                <a:moveTo>
                  <a:pt x="4608004" y="0"/>
                </a:moveTo>
                <a:lnTo>
                  <a:pt x="0" y="0"/>
                </a:lnTo>
                <a:lnTo>
                  <a:pt x="0" y="350126"/>
                </a:lnTo>
                <a:lnTo>
                  <a:pt x="4608004" y="350126"/>
                </a:lnTo>
                <a:lnTo>
                  <a:pt x="4608004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>
            <a:extLst>
              <a:ext uri="{FF2B5EF4-FFF2-40B4-BE49-F238E27FC236}">
                <a16:creationId xmlns:a16="http://schemas.microsoft.com/office/drawing/2014/main" id="{D5B31607-96D5-0E50-9371-B98DA3EE60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5300" y="59878"/>
            <a:ext cx="2536190" cy="44820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pc="-40" dirty="0"/>
              <a:t>Recognizers and generators</a:t>
            </a:r>
            <a:br>
              <a:rPr lang="en-US" spc="-40" dirty="0"/>
            </a:br>
            <a:endParaRPr lang="en-US" spc="-40" dirty="0"/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B9E077DB-44AA-8A3F-AF78-4010B25506B3}"/>
              </a:ext>
            </a:extLst>
          </p:cNvPr>
          <p:cNvSpPr/>
          <p:nvPr/>
        </p:nvSpPr>
        <p:spPr>
          <a:xfrm>
            <a:off x="400050" y="567968"/>
            <a:ext cx="1600200" cy="1619607"/>
          </a:xfrm>
          <a:prstGeom prst="roundRect">
            <a:avLst>
              <a:gd name="adj" fmla="val 11319"/>
            </a:avLst>
          </a:prstGeom>
          <a:solidFill>
            <a:srgbClr val="E8F1FF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ysClr val="windowText" lastClr="000000"/>
                </a:solidFill>
              </a:rPr>
              <a:t>Recognizer</a:t>
            </a:r>
            <a:endParaRPr lang="en-US" sz="1000" dirty="0">
              <a:solidFill>
                <a:sysClr val="windowText" lastClr="000000"/>
              </a:solidFill>
            </a:endParaRPr>
          </a:p>
          <a:p>
            <a:pPr algn="ctr"/>
            <a:endParaRPr lang="en-US" sz="1000" dirty="0">
              <a:solidFill>
                <a:sysClr val="windowText" lastClr="000000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ysClr val="windowText" lastClr="000000"/>
                </a:solidFill>
              </a:rPr>
              <a:t>Reads an input string.</a:t>
            </a:r>
          </a:p>
          <a:p>
            <a:pPr algn="l"/>
            <a:endParaRPr lang="en-US" sz="1000" dirty="0">
              <a:solidFill>
                <a:sysClr val="windowText" lastClr="000000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ysClr val="windowText" lastClr="000000"/>
                </a:solidFill>
              </a:rPr>
              <a:t>Answers: belongs to the language or not.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000" dirty="0">
              <a:solidFill>
                <a:sysClr val="windowText" lastClr="000000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ysClr val="windowText" lastClr="000000"/>
                </a:solidFill>
              </a:rPr>
              <a:t>Compiler parser is a recognizer.</a:t>
            </a:r>
          </a:p>
          <a:p>
            <a:pPr algn="ctr"/>
            <a:endParaRPr 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1B4B1251-E226-B967-5A38-03B34197A798}"/>
              </a:ext>
            </a:extLst>
          </p:cNvPr>
          <p:cNvSpPr/>
          <p:nvPr/>
        </p:nvSpPr>
        <p:spPr>
          <a:xfrm>
            <a:off x="2533650" y="567967"/>
            <a:ext cx="1600200" cy="1619607"/>
          </a:xfrm>
          <a:prstGeom prst="roundRect">
            <a:avLst>
              <a:gd name="adj" fmla="val 12445"/>
            </a:avLst>
          </a:prstGeom>
          <a:solidFill>
            <a:srgbClr val="E7FAF9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ysClr val="windowText" lastClr="000000"/>
                </a:solidFill>
              </a:rPr>
              <a:t>Generator</a:t>
            </a:r>
          </a:p>
          <a:p>
            <a:pPr algn="ctr"/>
            <a:endParaRPr lang="en-US" sz="1000" dirty="0">
              <a:solidFill>
                <a:sysClr val="windowText" lastClr="000000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ysClr val="windowText" lastClr="000000"/>
                </a:solidFill>
              </a:rPr>
              <a:t>Produces valid sentences.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000" dirty="0">
              <a:solidFill>
                <a:sysClr val="windowText" lastClr="000000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ysClr val="windowText" lastClr="000000"/>
                </a:solidFill>
              </a:rPr>
              <a:t>Grammar rules generate structure.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000" dirty="0">
              <a:solidFill>
                <a:sysClr val="windowText" lastClr="000000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ysClr val="windowText" lastClr="000000"/>
                </a:solidFill>
              </a:rPr>
              <a:t>Useful for defining syntax.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211D8C7-72E4-D48D-CE79-03C327958DC4}"/>
              </a:ext>
            </a:extLst>
          </p:cNvPr>
          <p:cNvSpPr txBox="1"/>
          <p:nvPr/>
        </p:nvSpPr>
        <p:spPr>
          <a:xfrm>
            <a:off x="257020" y="2405708"/>
            <a:ext cx="1942390" cy="900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Example: </a:t>
            </a:r>
          </a:p>
          <a:p>
            <a:r>
              <a:rPr lang="en-US" sz="1050" dirty="0"/>
              <a:t>input: </a:t>
            </a:r>
            <a:r>
              <a:rPr lang="en-US" sz="800" dirty="0">
                <a:solidFill>
                  <a:schemeClr val="tx1"/>
                </a:solidFill>
                <a:latin typeface="Courier New" panose="02070309020205020404" pitchFamily="49" charset="0"/>
                <a:ea typeface="+mn-ea"/>
                <a:cs typeface="+mn-cs"/>
              </a:rPr>
              <a:t>a = b + const</a:t>
            </a:r>
          </a:p>
          <a:p>
            <a:endParaRPr lang="en-US" sz="1050" dirty="0"/>
          </a:p>
          <a:p>
            <a:r>
              <a:rPr lang="en-US" sz="1050" dirty="0"/>
              <a:t>output: valid?</a:t>
            </a:r>
          </a:p>
          <a:p>
            <a:endParaRPr lang="en-US" sz="105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4EC4AEB-369D-DFC2-05B0-7B650776DEDC}"/>
              </a:ext>
            </a:extLst>
          </p:cNvPr>
          <p:cNvSpPr txBox="1"/>
          <p:nvPr/>
        </p:nvSpPr>
        <p:spPr>
          <a:xfrm>
            <a:off x="2381250" y="2405708"/>
            <a:ext cx="21336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Example: </a:t>
            </a:r>
          </a:p>
          <a:p>
            <a:r>
              <a:rPr lang="en-US" sz="800" dirty="0">
                <a:solidFill>
                  <a:schemeClr val="tx1"/>
                </a:solidFill>
                <a:latin typeface="Courier New" panose="02070309020205020404" pitchFamily="49" charset="0"/>
                <a:ea typeface="+mn-ea"/>
                <a:cs typeface="+mn-cs"/>
              </a:rPr>
              <a:t>&lt;</a:t>
            </a:r>
            <a:r>
              <a:rPr lang="en-US" sz="800" dirty="0" err="1">
                <a:solidFill>
                  <a:schemeClr val="tx1"/>
                </a:solidFill>
                <a:latin typeface="Courier New" panose="02070309020205020404" pitchFamily="49" charset="0"/>
                <a:ea typeface="+mn-ea"/>
                <a:cs typeface="+mn-cs"/>
              </a:rPr>
              <a:t>stmt</a:t>
            </a:r>
            <a:r>
              <a:rPr lang="en-US" sz="800" dirty="0">
                <a:solidFill>
                  <a:schemeClr val="tx1"/>
                </a:solidFill>
                <a:latin typeface="Courier New" panose="02070309020205020404" pitchFamily="49" charset="0"/>
                <a:ea typeface="+mn-ea"/>
                <a:cs typeface="+mn-cs"/>
              </a:rPr>
              <a:t>&gt; → &lt;var&gt; = &lt;expr&gt;</a:t>
            </a:r>
          </a:p>
          <a:p>
            <a:endParaRPr lang="en-US" sz="1050" dirty="0"/>
          </a:p>
          <a:p>
            <a:r>
              <a:rPr lang="en-US" sz="1050" dirty="0"/>
              <a:t>produces: a = b + const</a:t>
            </a:r>
          </a:p>
          <a:p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4220046724"/>
      </p:ext>
    </p:extLst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97B00-3D5E-1E63-EDAC-CF45B1AE1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749A4F6-7CCB-7648-E45C-75D7C94478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-12"/>
            <a:ext cx="4608195" cy="350520"/>
          </a:xfrm>
          <a:custGeom>
            <a:avLst/>
            <a:gdLst/>
            <a:ahLst/>
            <a:cxnLst/>
            <a:rect l="l" t="t" r="r" b="b"/>
            <a:pathLst>
              <a:path w="4608195" h="350520">
                <a:moveTo>
                  <a:pt x="4608004" y="0"/>
                </a:moveTo>
                <a:lnTo>
                  <a:pt x="0" y="0"/>
                </a:lnTo>
                <a:lnTo>
                  <a:pt x="0" y="350126"/>
                </a:lnTo>
                <a:lnTo>
                  <a:pt x="4608004" y="350126"/>
                </a:lnTo>
                <a:lnTo>
                  <a:pt x="4608004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>
            <a:extLst>
              <a:ext uri="{FF2B5EF4-FFF2-40B4-BE49-F238E27FC236}">
                <a16:creationId xmlns:a16="http://schemas.microsoft.com/office/drawing/2014/main" id="{58C8ACDB-86C5-1F67-842D-E7D5AD972F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5300" y="59878"/>
            <a:ext cx="2536190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pc="-40" dirty="0"/>
              <a:t>BNF and Context-Free Grammars</a:t>
            </a:r>
            <a:endParaRPr spc="-25" dirty="0"/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0A82A184-31A2-4B3E-DEBB-82BF1E346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663575"/>
            <a:ext cx="65265" cy="65265"/>
          </a:xfrm>
          <a:prstGeom prst="rect">
            <a:avLst/>
          </a:prstGeom>
        </p:spPr>
      </p:pic>
      <p:sp>
        <p:nvSpPr>
          <p:cNvPr id="5" name="object 5">
            <a:extLst>
              <a:ext uri="{FF2B5EF4-FFF2-40B4-BE49-F238E27FC236}">
                <a16:creationId xmlns:a16="http://schemas.microsoft.com/office/drawing/2014/main" id="{E979642E-709F-5D90-B196-47468F9CBD3C}"/>
              </a:ext>
            </a:extLst>
          </p:cNvPr>
          <p:cNvSpPr txBox="1"/>
          <p:nvPr/>
        </p:nvSpPr>
        <p:spPr>
          <a:xfrm>
            <a:off x="377532" y="557578"/>
            <a:ext cx="4037965" cy="220739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100" spc="55" dirty="0">
                <a:latin typeface="Tahoma"/>
                <a:cs typeface="Tahoma"/>
              </a:rPr>
              <a:t>BNF(Backus-Naur Form) is a notation for describing programming language syntax.</a:t>
            </a: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100" spc="55" dirty="0">
                <a:latin typeface="Tahoma"/>
                <a:cs typeface="Tahoma"/>
              </a:rPr>
              <a:t>BNF is equivalent to context-free grammars.</a:t>
            </a: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100" spc="55" dirty="0">
                <a:latin typeface="Tahoma"/>
                <a:cs typeface="Tahoma"/>
              </a:rPr>
              <a:t>A grammar is a finite, non-empty set of rules.</a:t>
            </a: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100" spc="55" dirty="0">
                <a:latin typeface="Tahoma"/>
                <a:cs typeface="Tahoma"/>
              </a:rPr>
              <a:t>Rules have:</a:t>
            </a:r>
          </a:p>
          <a:p>
            <a:pPr marL="209550" marR="446405" indent="-171450">
              <a:lnSpc>
                <a:spcPct val="125299"/>
              </a:lnSpc>
              <a:spcBef>
                <a:spcPts val="100"/>
              </a:spcBef>
              <a:buFont typeface="Wingdings" pitchFamily="2" charset="2"/>
              <a:buChar char="ü"/>
            </a:pPr>
            <a:r>
              <a:rPr lang="en-US" sz="1100" spc="55" dirty="0" err="1">
                <a:latin typeface="Tahoma"/>
                <a:cs typeface="Tahoma"/>
              </a:rPr>
              <a:t>nonterminals</a:t>
            </a:r>
            <a:r>
              <a:rPr lang="en-US" sz="1100" spc="55" dirty="0">
                <a:latin typeface="Tahoma"/>
                <a:cs typeface="Tahoma"/>
              </a:rPr>
              <a:t>, such as </a:t>
            </a:r>
            <a:r>
              <a:rPr lang="en-US" sz="800" dirty="0">
                <a:solidFill>
                  <a:schemeClr val="tx1"/>
                </a:solidFill>
                <a:latin typeface="Courier New" panose="02070309020205020404" pitchFamily="49" charset="0"/>
                <a:ea typeface="+mn-ea"/>
                <a:cs typeface="+mn-cs"/>
              </a:rPr>
              <a:t>&lt;expr&gt;</a:t>
            </a:r>
          </a:p>
          <a:p>
            <a:pPr marL="209550" marR="446405" indent="-171450">
              <a:lnSpc>
                <a:spcPct val="125299"/>
              </a:lnSpc>
              <a:spcBef>
                <a:spcPts val="100"/>
              </a:spcBef>
              <a:buFont typeface="Wingdings" pitchFamily="2" charset="2"/>
              <a:buChar char="ü"/>
            </a:pPr>
            <a:r>
              <a:rPr lang="en-US" sz="1100" spc="55" dirty="0">
                <a:latin typeface="Tahoma"/>
                <a:cs typeface="Tahoma"/>
              </a:rPr>
              <a:t>terminals, such as </a:t>
            </a:r>
            <a:r>
              <a:rPr lang="en-US" sz="800" dirty="0">
                <a:solidFill>
                  <a:schemeClr val="tx1"/>
                </a:solidFill>
                <a:latin typeface="Courier New" panose="02070309020205020404" pitchFamily="49" charset="0"/>
                <a:ea typeface="+mn-ea"/>
                <a:cs typeface="+mn-cs"/>
              </a:rPr>
              <a:t>+</a:t>
            </a:r>
            <a:r>
              <a:rPr lang="en-US" sz="1100" spc="55" dirty="0">
                <a:latin typeface="Tahoma"/>
                <a:cs typeface="Tahoma"/>
              </a:rPr>
              <a:t>, </a:t>
            </a:r>
            <a:r>
              <a:rPr lang="en-US" sz="800" dirty="0">
                <a:solidFill>
                  <a:schemeClr val="tx1"/>
                </a:solidFill>
                <a:latin typeface="Courier New" panose="02070309020205020404" pitchFamily="49" charset="0"/>
                <a:ea typeface="+mn-ea"/>
                <a:cs typeface="+mn-cs"/>
              </a:rPr>
              <a:t>if</a:t>
            </a:r>
            <a:r>
              <a:rPr lang="en-US" sz="1100" spc="55" dirty="0">
                <a:latin typeface="Tahoma"/>
                <a:cs typeface="Tahoma"/>
              </a:rPr>
              <a:t>, identifier</a:t>
            </a:r>
          </a:p>
          <a:p>
            <a:pPr marL="209550" marR="446405" indent="-171450">
              <a:lnSpc>
                <a:spcPct val="125299"/>
              </a:lnSpc>
              <a:spcBef>
                <a:spcPts val="100"/>
              </a:spcBef>
              <a:buFont typeface="Wingdings" pitchFamily="2" charset="2"/>
              <a:buChar char="ü"/>
            </a:pPr>
            <a:r>
              <a:rPr lang="en-US" sz="1100" spc="55" dirty="0">
                <a:latin typeface="Tahoma"/>
                <a:cs typeface="Tahoma"/>
              </a:rPr>
              <a:t>a start symbol</a:t>
            </a: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endParaRPr lang="en-US" sz="1100" spc="55" dirty="0">
              <a:latin typeface="Tahoma"/>
              <a:cs typeface="Tahoma"/>
            </a:endParaRP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endParaRPr lang="en-US" sz="1100" spc="55" dirty="0">
              <a:latin typeface="Tahoma"/>
              <a:cs typeface="Tahoma"/>
            </a:endParaRPr>
          </a:p>
        </p:txBody>
      </p:sp>
      <p:pic>
        <p:nvPicPr>
          <p:cNvPr id="7" name="object 7">
            <a:extLst>
              <a:ext uri="{FF2B5EF4-FFF2-40B4-BE49-F238E27FC236}">
                <a16:creationId xmlns:a16="http://schemas.microsoft.com/office/drawing/2014/main" id="{79C6EC03-A5CC-1C7D-AC4A-FAE40E5C2F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1055510"/>
            <a:ext cx="65265" cy="65265"/>
          </a:xfrm>
          <a:prstGeom prst="rect">
            <a:avLst/>
          </a:prstGeom>
        </p:spPr>
      </p:pic>
      <p:pic>
        <p:nvPicPr>
          <p:cNvPr id="8" name="object 8">
            <a:extLst>
              <a:ext uri="{FF2B5EF4-FFF2-40B4-BE49-F238E27FC236}">
                <a16:creationId xmlns:a16="http://schemas.microsoft.com/office/drawing/2014/main" id="{B79B8925-9198-DBAD-1736-AE070288FD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77784" y="1279441"/>
            <a:ext cx="65265" cy="65265"/>
          </a:xfrm>
          <a:prstGeom prst="rect">
            <a:avLst/>
          </a:prstGeom>
        </p:spPr>
      </p:pic>
      <p:pic>
        <p:nvPicPr>
          <p:cNvPr id="15" name="object 8">
            <a:extLst>
              <a:ext uri="{FF2B5EF4-FFF2-40B4-BE49-F238E27FC236}">
                <a16:creationId xmlns:a16="http://schemas.microsoft.com/office/drawing/2014/main" id="{C51396FA-30C7-9A5C-91DA-6D576B479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77785" y="1536716"/>
            <a:ext cx="65265" cy="6526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0BA8ABF-B033-7A6E-D301-F5038A9F39E5}"/>
              </a:ext>
            </a:extLst>
          </p:cNvPr>
          <p:cNvSpPr txBox="1"/>
          <p:nvPr/>
        </p:nvSpPr>
        <p:spPr>
          <a:xfrm>
            <a:off x="326206" y="2451895"/>
            <a:ext cx="230555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100" spc="55" dirty="0">
                <a:latin typeface="Tahoma"/>
                <a:cs typeface="Tahoma"/>
              </a:rPr>
              <a:t>Example: 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2FFEE57-C2B6-ACF6-494D-CF27EE3AC979}"/>
              </a:ext>
            </a:extLst>
          </p:cNvPr>
          <p:cNvSpPr txBox="1"/>
          <p:nvPr/>
        </p:nvSpPr>
        <p:spPr>
          <a:xfrm>
            <a:off x="718098" y="2700552"/>
            <a:ext cx="3514470" cy="405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800" dirty="0">
                <a:solidFill>
                  <a:schemeClr val="tx1"/>
                </a:solidFill>
                <a:latin typeface="Courier New" panose="02070309020205020404" pitchFamily="49" charset="0"/>
                <a:ea typeface="+mn-ea"/>
                <a:cs typeface="+mn-cs"/>
              </a:rPr>
              <a:t>&lt;expr&gt; → &lt;term&gt; + &lt;term&gt; | &lt;term&gt;</a:t>
            </a: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800" dirty="0">
                <a:solidFill>
                  <a:schemeClr val="tx1"/>
                </a:solidFill>
                <a:latin typeface="Courier New" panose="02070309020205020404" pitchFamily="49" charset="0"/>
                <a:ea typeface="+mn-ea"/>
                <a:cs typeface="+mn-cs"/>
              </a:rPr>
              <a:t>&lt;term&gt; → &lt;var&gt; | const</a:t>
            </a:r>
          </a:p>
        </p:txBody>
      </p:sp>
    </p:spTree>
    <p:extLst>
      <p:ext uri="{BB962C8B-B14F-4D97-AF65-F5344CB8AC3E}">
        <p14:creationId xmlns:p14="http://schemas.microsoft.com/office/powerpoint/2010/main" val="1270976543"/>
      </p:ext>
    </p:extLst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C1CFA-1D8C-59E1-C4B2-AF25C19BA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F095B54-87F3-9299-453A-FE66513854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-12"/>
            <a:ext cx="4608195" cy="350520"/>
          </a:xfrm>
          <a:custGeom>
            <a:avLst/>
            <a:gdLst/>
            <a:ahLst/>
            <a:cxnLst/>
            <a:rect l="l" t="t" r="r" b="b"/>
            <a:pathLst>
              <a:path w="4608195" h="350520">
                <a:moveTo>
                  <a:pt x="4608004" y="0"/>
                </a:moveTo>
                <a:lnTo>
                  <a:pt x="0" y="0"/>
                </a:lnTo>
                <a:lnTo>
                  <a:pt x="0" y="350126"/>
                </a:lnTo>
                <a:lnTo>
                  <a:pt x="4608004" y="350126"/>
                </a:lnTo>
                <a:lnTo>
                  <a:pt x="4608004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>
            <a:extLst>
              <a:ext uri="{FF2B5EF4-FFF2-40B4-BE49-F238E27FC236}">
                <a16:creationId xmlns:a16="http://schemas.microsoft.com/office/drawing/2014/main" id="{A049F428-ADE6-3CC9-A9DA-BB26938CEF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5300" y="59878"/>
            <a:ext cx="2536190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dirty="0"/>
              <a:t>Derivations</a:t>
            </a:r>
            <a:endParaRPr spc="-25" dirty="0"/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5B1A4CFC-D940-1DDF-3BFE-A43875696F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663575"/>
            <a:ext cx="65265" cy="65265"/>
          </a:xfrm>
          <a:prstGeom prst="rect">
            <a:avLst/>
          </a:prstGeom>
        </p:spPr>
      </p:pic>
      <p:sp>
        <p:nvSpPr>
          <p:cNvPr id="5" name="object 5">
            <a:extLst>
              <a:ext uri="{FF2B5EF4-FFF2-40B4-BE49-F238E27FC236}">
                <a16:creationId xmlns:a16="http://schemas.microsoft.com/office/drawing/2014/main" id="{695C13A3-3DEB-014E-5654-B38B4B9279C2}"/>
              </a:ext>
            </a:extLst>
          </p:cNvPr>
          <p:cNvSpPr txBox="1"/>
          <p:nvPr/>
        </p:nvSpPr>
        <p:spPr>
          <a:xfrm>
            <a:off x="377532" y="557578"/>
            <a:ext cx="4037965" cy="84805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100" spc="55" dirty="0">
                <a:latin typeface="Tahoma"/>
                <a:cs typeface="Tahoma"/>
              </a:rPr>
              <a:t>A derivation is a repeated application of rules, starting with the start symbol and ending with a sentence (all terminal symbols)</a:t>
            </a: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endParaRPr lang="en-US" sz="1100" spc="55" dirty="0">
              <a:latin typeface="Tahoma"/>
              <a:cs typeface="Tahoma"/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DBDC48DD-1D05-D543-6173-ACFE6719A41E}"/>
              </a:ext>
            </a:extLst>
          </p:cNvPr>
          <p:cNvSpPr/>
          <p:nvPr/>
        </p:nvSpPr>
        <p:spPr>
          <a:xfrm>
            <a:off x="194602" y="1408139"/>
            <a:ext cx="4220895" cy="609599"/>
          </a:xfrm>
          <a:prstGeom prst="roundRect">
            <a:avLst>
              <a:gd name="adj" fmla="val 1667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13E32254-1424-E2B3-EAB8-E2DB363F3D3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23328" y="1445182"/>
            <a:ext cx="2817759" cy="553998"/>
          </a:xfrm>
        </p:spPr>
        <p:txBody>
          <a:bodyPr/>
          <a:lstStyle/>
          <a:p>
            <a:pPr algn="l" eaLnBrk="1" hangingPunct="1">
              <a:buFontTx/>
              <a:buNone/>
            </a:pPr>
            <a:r>
              <a:rPr lang="en-US" altLang="en-US" sz="600" dirty="0">
                <a:solidFill>
                  <a:schemeClr val="bg1"/>
                </a:solidFill>
                <a:latin typeface="Courier New" panose="02070309020205020404" pitchFamily="49" charset="0"/>
              </a:rPr>
              <a:t>   &lt;program&gt; </a:t>
            </a:r>
            <a:r>
              <a:rPr lang="en-US" altLang="en-US" sz="600" dirty="0">
                <a:solidFill>
                  <a:schemeClr val="bg1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</a:t>
            </a:r>
            <a:r>
              <a:rPr lang="en-US" altLang="en-US" sz="600" dirty="0">
                <a:solidFill>
                  <a:schemeClr val="bg1"/>
                </a:solidFill>
                <a:latin typeface="Courier New" panose="02070309020205020404" pitchFamily="49" charset="0"/>
              </a:rPr>
              <a:t> &lt;</a:t>
            </a:r>
            <a:r>
              <a:rPr lang="en-US" altLang="en-US" sz="600" dirty="0" err="1">
                <a:solidFill>
                  <a:schemeClr val="bg1"/>
                </a:solidFill>
                <a:latin typeface="Courier New" panose="02070309020205020404" pitchFamily="49" charset="0"/>
              </a:rPr>
              <a:t>stmts</a:t>
            </a:r>
            <a:r>
              <a:rPr lang="en-US" altLang="en-US" sz="600" dirty="0">
                <a:solidFill>
                  <a:schemeClr val="bg1"/>
                </a:solidFill>
                <a:latin typeface="Courier New" panose="02070309020205020404" pitchFamily="49" charset="0"/>
              </a:rPr>
              <a:t>&gt;</a:t>
            </a:r>
          </a:p>
          <a:p>
            <a:pPr eaLnBrk="1" hangingPunct="1">
              <a:buFontTx/>
              <a:buNone/>
            </a:pPr>
            <a:r>
              <a:rPr lang="en-US" altLang="en-US" sz="600" dirty="0">
                <a:solidFill>
                  <a:schemeClr val="bg1"/>
                </a:solidFill>
                <a:latin typeface="Courier New" panose="02070309020205020404" pitchFamily="49" charset="0"/>
              </a:rPr>
              <a:t>   &lt;</a:t>
            </a:r>
            <a:r>
              <a:rPr lang="en-US" altLang="en-US" sz="600" dirty="0" err="1">
                <a:solidFill>
                  <a:schemeClr val="bg1"/>
                </a:solidFill>
                <a:latin typeface="Courier New" panose="02070309020205020404" pitchFamily="49" charset="0"/>
              </a:rPr>
              <a:t>stmts</a:t>
            </a:r>
            <a:r>
              <a:rPr lang="en-US" altLang="en-US" sz="600" dirty="0">
                <a:solidFill>
                  <a:schemeClr val="bg1"/>
                </a:solidFill>
                <a:latin typeface="Courier New" panose="02070309020205020404" pitchFamily="49" charset="0"/>
              </a:rPr>
              <a:t>&gt; </a:t>
            </a:r>
            <a:r>
              <a:rPr lang="en-US" altLang="en-US" sz="600" dirty="0">
                <a:solidFill>
                  <a:schemeClr val="bg1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</a:t>
            </a:r>
            <a:r>
              <a:rPr lang="en-US" altLang="en-US" sz="600" dirty="0">
                <a:solidFill>
                  <a:schemeClr val="bg1"/>
                </a:solidFill>
                <a:latin typeface="Courier New" panose="02070309020205020404" pitchFamily="49" charset="0"/>
              </a:rPr>
              <a:t> &lt;</a:t>
            </a:r>
            <a:r>
              <a:rPr lang="en-US" altLang="en-US" sz="600" dirty="0" err="1">
                <a:solidFill>
                  <a:schemeClr val="bg1"/>
                </a:solidFill>
                <a:latin typeface="Courier New" panose="02070309020205020404" pitchFamily="49" charset="0"/>
              </a:rPr>
              <a:t>stmt</a:t>
            </a:r>
            <a:r>
              <a:rPr lang="en-US" altLang="en-US" sz="600" dirty="0">
                <a:solidFill>
                  <a:schemeClr val="bg1"/>
                </a:solidFill>
                <a:latin typeface="Courier New" panose="02070309020205020404" pitchFamily="49" charset="0"/>
              </a:rPr>
              <a:t>&gt; | &lt;</a:t>
            </a:r>
            <a:r>
              <a:rPr lang="en-US" altLang="en-US" sz="600" dirty="0" err="1">
                <a:solidFill>
                  <a:schemeClr val="bg1"/>
                </a:solidFill>
                <a:latin typeface="Courier New" panose="02070309020205020404" pitchFamily="49" charset="0"/>
              </a:rPr>
              <a:t>stmt</a:t>
            </a:r>
            <a:r>
              <a:rPr lang="en-US" altLang="en-US" sz="600" dirty="0">
                <a:solidFill>
                  <a:schemeClr val="bg1"/>
                </a:solidFill>
                <a:latin typeface="Courier New" panose="02070309020205020404" pitchFamily="49" charset="0"/>
              </a:rPr>
              <a:t>&gt; ; &lt;</a:t>
            </a:r>
            <a:r>
              <a:rPr lang="en-US" altLang="en-US" sz="600" dirty="0" err="1">
                <a:solidFill>
                  <a:schemeClr val="bg1"/>
                </a:solidFill>
                <a:latin typeface="Courier New" panose="02070309020205020404" pitchFamily="49" charset="0"/>
              </a:rPr>
              <a:t>stmts</a:t>
            </a:r>
            <a:r>
              <a:rPr lang="en-US" altLang="en-US" sz="600" dirty="0">
                <a:solidFill>
                  <a:schemeClr val="bg1"/>
                </a:solidFill>
                <a:latin typeface="Courier New" panose="02070309020205020404" pitchFamily="49" charset="0"/>
              </a:rPr>
              <a:t>&gt;</a:t>
            </a:r>
          </a:p>
          <a:p>
            <a:pPr eaLnBrk="1" hangingPunct="1">
              <a:buFontTx/>
              <a:buNone/>
            </a:pPr>
            <a:r>
              <a:rPr lang="en-US" altLang="en-US" sz="600" dirty="0">
                <a:solidFill>
                  <a:schemeClr val="bg1"/>
                </a:solidFill>
                <a:latin typeface="Courier New" panose="02070309020205020404" pitchFamily="49" charset="0"/>
              </a:rPr>
              <a:t>   &lt;</a:t>
            </a:r>
            <a:r>
              <a:rPr lang="en-US" altLang="en-US" sz="600" dirty="0" err="1">
                <a:solidFill>
                  <a:schemeClr val="bg1"/>
                </a:solidFill>
                <a:latin typeface="Courier New" panose="02070309020205020404" pitchFamily="49" charset="0"/>
              </a:rPr>
              <a:t>stmt</a:t>
            </a:r>
            <a:r>
              <a:rPr lang="en-US" altLang="en-US" sz="600" dirty="0">
                <a:solidFill>
                  <a:schemeClr val="bg1"/>
                </a:solidFill>
                <a:latin typeface="Courier New" panose="02070309020205020404" pitchFamily="49" charset="0"/>
              </a:rPr>
              <a:t>&gt; </a:t>
            </a:r>
            <a:r>
              <a:rPr lang="en-US" altLang="en-US" sz="600" dirty="0">
                <a:solidFill>
                  <a:schemeClr val="bg1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</a:t>
            </a:r>
            <a:r>
              <a:rPr lang="en-US" altLang="en-US" sz="600" dirty="0">
                <a:solidFill>
                  <a:schemeClr val="bg1"/>
                </a:solidFill>
                <a:latin typeface="Courier New" panose="02070309020205020404" pitchFamily="49" charset="0"/>
              </a:rPr>
              <a:t> &lt;var&gt; = &lt;expr&gt;</a:t>
            </a:r>
          </a:p>
          <a:p>
            <a:pPr eaLnBrk="1" hangingPunct="1">
              <a:buFontTx/>
              <a:buNone/>
            </a:pPr>
            <a:r>
              <a:rPr lang="en-US" altLang="en-US" sz="600" dirty="0">
                <a:solidFill>
                  <a:schemeClr val="bg1"/>
                </a:solidFill>
                <a:latin typeface="Courier New" panose="02070309020205020404" pitchFamily="49" charset="0"/>
              </a:rPr>
              <a:t>   &lt;var&gt; </a:t>
            </a:r>
            <a:r>
              <a:rPr lang="en-US" altLang="en-US" sz="600" dirty="0">
                <a:solidFill>
                  <a:schemeClr val="bg1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</a:t>
            </a:r>
            <a:r>
              <a:rPr lang="en-US" altLang="en-US" sz="600" dirty="0">
                <a:solidFill>
                  <a:schemeClr val="bg1"/>
                </a:solidFill>
                <a:latin typeface="Courier New" panose="02070309020205020404" pitchFamily="49" charset="0"/>
              </a:rPr>
              <a:t> a | b | c | d</a:t>
            </a:r>
          </a:p>
          <a:p>
            <a:pPr eaLnBrk="1" hangingPunct="1">
              <a:buFontTx/>
              <a:buNone/>
            </a:pPr>
            <a:r>
              <a:rPr lang="en-US" altLang="en-US" sz="600" dirty="0">
                <a:solidFill>
                  <a:schemeClr val="bg1"/>
                </a:solidFill>
                <a:latin typeface="Courier New" panose="02070309020205020404" pitchFamily="49" charset="0"/>
              </a:rPr>
              <a:t>   &lt;expr&gt; </a:t>
            </a:r>
            <a:r>
              <a:rPr lang="en-US" altLang="en-US" sz="600" dirty="0">
                <a:solidFill>
                  <a:schemeClr val="bg1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</a:t>
            </a:r>
            <a:r>
              <a:rPr lang="en-US" altLang="en-US" sz="600" dirty="0">
                <a:solidFill>
                  <a:schemeClr val="bg1"/>
                </a:solidFill>
                <a:latin typeface="Courier New" panose="02070309020205020404" pitchFamily="49" charset="0"/>
              </a:rPr>
              <a:t> &lt;term&gt; + &lt;term&gt; | &lt;term&gt; - &lt;term&gt;</a:t>
            </a:r>
          </a:p>
          <a:p>
            <a:pPr eaLnBrk="1" hangingPunct="1">
              <a:buFontTx/>
              <a:buNone/>
            </a:pPr>
            <a:r>
              <a:rPr lang="en-US" altLang="en-US" sz="600" dirty="0">
                <a:solidFill>
                  <a:schemeClr val="bg1"/>
                </a:solidFill>
                <a:latin typeface="Courier New" panose="02070309020205020404" pitchFamily="49" charset="0"/>
              </a:rPr>
              <a:t>   &lt;term&gt; </a:t>
            </a:r>
            <a:r>
              <a:rPr lang="en-US" altLang="en-US" sz="600" dirty="0">
                <a:solidFill>
                  <a:schemeClr val="bg1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</a:t>
            </a:r>
            <a:r>
              <a:rPr lang="en-US" altLang="en-US" sz="600" dirty="0">
                <a:solidFill>
                  <a:schemeClr val="bg1"/>
                </a:solidFill>
                <a:latin typeface="Courier New" panose="02070309020205020404" pitchFamily="49" charset="0"/>
              </a:rPr>
              <a:t> &lt;var&gt; | const</a:t>
            </a:r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D4A395CB-0403-6047-4C88-CBBEB4191394}"/>
              </a:ext>
            </a:extLst>
          </p:cNvPr>
          <p:cNvSpPr/>
          <p:nvPr/>
        </p:nvSpPr>
        <p:spPr>
          <a:xfrm>
            <a:off x="194602" y="2152716"/>
            <a:ext cx="4220895" cy="863890"/>
          </a:xfrm>
          <a:prstGeom prst="roundRect">
            <a:avLst>
              <a:gd name="adj" fmla="val 1667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3">
            <a:extLst>
              <a:ext uri="{FF2B5EF4-FFF2-40B4-BE49-F238E27FC236}">
                <a16:creationId xmlns:a16="http://schemas.microsoft.com/office/drawing/2014/main" id="{7EB8C662-0E8C-4E76-B40B-D97130C9AE24}"/>
              </a:ext>
            </a:extLst>
          </p:cNvPr>
          <p:cNvSpPr txBox="1">
            <a:spLocks noChangeArrowheads="1"/>
          </p:cNvSpPr>
          <p:nvPr/>
        </p:nvSpPr>
        <p:spPr>
          <a:xfrm>
            <a:off x="346354" y="2217028"/>
            <a:ext cx="2034896" cy="83099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sz="1100" b="0" i="0">
                <a:solidFill>
                  <a:schemeClr val="tx1"/>
                </a:solidFill>
                <a:latin typeface="Tahoma"/>
                <a:ea typeface="+mn-ea"/>
                <a:cs typeface="Tahoma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en-US" sz="600" dirty="0">
                <a:solidFill>
                  <a:schemeClr val="bg1"/>
                </a:solidFill>
                <a:latin typeface="Courier New" panose="02070309020205020404" pitchFamily="49" charset="0"/>
              </a:rPr>
              <a:t>&lt;program&gt;</a:t>
            </a:r>
          </a:p>
          <a:p>
            <a:pPr algn="l"/>
            <a:r>
              <a:rPr lang="en-US" altLang="en-US" sz="600" dirty="0">
                <a:solidFill>
                  <a:schemeClr val="bg1"/>
                </a:solidFill>
                <a:latin typeface="Courier New" panose="02070309020205020404" pitchFamily="49" charset="0"/>
              </a:rPr>
              <a:t>⇒ &lt;</a:t>
            </a:r>
            <a:r>
              <a:rPr lang="en-US" altLang="en-US" sz="600" dirty="0" err="1">
                <a:solidFill>
                  <a:schemeClr val="bg1"/>
                </a:solidFill>
                <a:latin typeface="Courier New" panose="02070309020205020404" pitchFamily="49" charset="0"/>
              </a:rPr>
              <a:t>stmts</a:t>
            </a:r>
            <a:r>
              <a:rPr lang="en-US" altLang="en-US" sz="600" dirty="0">
                <a:solidFill>
                  <a:schemeClr val="bg1"/>
                </a:solidFill>
                <a:latin typeface="Courier New" panose="02070309020205020404" pitchFamily="49" charset="0"/>
              </a:rPr>
              <a:t>&gt;</a:t>
            </a:r>
          </a:p>
          <a:p>
            <a:pPr algn="l"/>
            <a:r>
              <a:rPr lang="en-US" altLang="en-US" sz="600" dirty="0">
                <a:solidFill>
                  <a:schemeClr val="bg1"/>
                </a:solidFill>
                <a:latin typeface="Courier New" panose="02070309020205020404" pitchFamily="49" charset="0"/>
              </a:rPr>
              <a:t>⇒ &lt;</a:t>
            </a:r>
            <a:r>
              <a:rPr lang="en-US" altLang="en-US" sz="600" dirty="0" err="1">
                <a:solidFill>
                  <a:schemeClr val="bg1"/>
                </a:solidFill>
                <a:latin typeface="Courier New" panose="02070309020205020404" pitchFamily="49" charset="0"/>
              </a:rPr>
              <a:t>stmt</a:t>
            </a:r>
            <a:r>
              <a:rPr lang="en-US" altLang="en-US" sz="600" dirty="0">
                <a:solidFill>
                  <a:schemeClr val="bg1"/>
                </a:solidFill>
                <a:latin typeface="Courier New" panose="02070309020205020404" pitchFamily="49" charset="0"/>
              </a:rPr>
              <a:t>&gt;</a:t>
            </a:r>
          </a:p>
          <a:p>
            <a:pPr algn="l"/>
            <a:r>
              <a:rPr lang="en-US" altLang="en-US" sz="600" dirty="0">
                <a:solidFill>
                  <a:schemeClr val="bg1"/>
                </a:solidFill>
                <a:latin typeface="Courier New" panose="02070309020205020404" pitchFamily="49" charset="0"/>
              </a:rPr>
              <a:t>⇒ &lt;var&gt; = &lt;expr&gt;</a:t>
            </a:r>
          </a:p>
          <a:p>
            <a:pPr algn="l"/>
            <a:r>
              <a:rPr lang="en-US" altLang="en-US" sz="600" dirty="0">
                <a:solidFill>
                  <a:schemeClr val="bg1"/>
                </a:solidFill>
                <a:latin typeface="Courier New" panose="02070309020205020404" pitchFamily="49" charset="0"/>
              </a:rPr>
              <a:t>⇒ a = &lt;expr&gt;</a:t>
            </a:r>
          </a:p>
          <a:p>
            <a:pPr algn="l"/>
            <a:r>
              <a:rPr lang="en-US" altLang="en-US" sz="600" dirty="0">
                <a:solidFill>
                  <a:schemeClr val="bg1"/>
                </a:solidFill>
                <a:latin typeface="Courier New" panose="02070309020205020404" pitchFamily="49" charset="0"/>
              </a:rPr>
              <a:t>⇒ a = &lt;term&gt; + &lt;term&gt;</a:t>
            </a:r>
          </a:p>
          <a:p>
            <a:pPr algn="l"/>
            <a:r>
              <a:rPr lang="en-US" altLang="en-US" sz="600" dirty="0">
                <a:solidFill>
                  <a:schemeClr val="bg1"/>
                </a:solidFill>
                <a:latin typeface="Courier New" panose="02070309020205020404" pitchFamily="49" charset="0"/>
              </a:rPr>
              <a:t>⇒ a = &lt;var&gt; + &lt;term&gt;</a:t>
            </a:r>
          </a:p>
          <a:p>
            <a:pPr algn="l"/>
            <a:r>
              <a:rPr lang="en-US" altLang="en-US" sz="600" dirty="0">
                <a:solidFill>
                  <a:schemeClr val="bg1"/>
                </a:solidFill>
                <a:latin typeface="Courier New" panose="02070309020205020404" pitchFamily="49" charset="0"/>
              </a:rPr>
              <a:t>⇒ a = b + const</a:t>
            </a:r>
          </a:p>
          <a:p>
            <a:pPr algn="l"/>
            <a:endParaRPr lang="en-US" altLang="en-US" sz="600" dirty="0">
              <a:solidFill>
                <a:schemeClr val="bg1"/>
              </a:solidFill>
              <a:latin typeface="Courier New" panose="020703090202050204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2D0BE65-E084-7037-3048-8CFAEE74D8C2}"/>
              </a:ext>
            </a:extLst>
          </p:cNvPr>
          <p:cNvSpPr txBox="1"/>
          <p:nvPr/>
        </p:nvSpPr>
        <p:spPr>
          <a:xfrm>
            <a:off x="3150417" y="1528272"/>
            <a:ext cx="14577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spc="55" dirty="0">
                <a:solidFill>
                  <a:srgbClr val="FF0000"/>
                </a:solidFill>
                <a:latin typeface="Tahoma"/>
                <a:cs typeface="Tahoma"/>
              </a:rPr>
              <a:t>Grammar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043DA33-59CC-A419-A20E-CD503D547BD7}"/>
              </a:ext>
            </a:extLst>
          </p:cNvPr>
          <p:cNvSpPr txBox="1"/>
          <p:nvPr/>
        </p:nvSpPr>
        <p:spPr>
          <a:xfrm>
            <a:off x="3152322" y="2398729"/>
            <a:ext cx="14577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spc="55" dirty="0">
                <a:solidFill>
                  <a:srgbClr val="FF0000"/>
                </a:solidFill>
                <a:latin typeface="Tahoma"/>
                <a:cs typeface="Tahoma"/>
              </a:rPr>
              <a:t>Derivation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2143027"/>
      </p:ext>
    </p:extLst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6CA20-1A31-7F8B-ABC4-79CBF7B7E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4AEBA53C-9C7D-D703-6021-7E58A922DF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-12"/>
            <a:ext cx="4608195" cy="350520"/>
          </a:xfrm>
          <a:custGeom>
            <a:avLst/>
            <a:gdLst/>
            <a:ahLst/>
            <a:cxnLst/>
            <a:rect l="l" t="t" r="r" b="b"/>
            <a:pathLst>
              <a:path w="4608195" h="350520">
                <a:moveTo>
                  <a:pt x="4608004" y="0"/>
                </a:moveTo>
                <a:lnTo>
                  <a:pt x="0" y="0"/>
                </a:lnTo>
                <a:lnTo>
                  <a:pt x="0" y="350126"/>
                </a:lnTo>
                <a:lnTo>
                  <a:pt x="4608004" y="350126"/>
                </a:lnTo>
                <a:lnTo>
                  <a:pt x="4608004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>
            <a:extLst>
              <a:ext uri="{FF2B5EF4-FFF2-40B4-BE49-F238E27FC236}">
                <a16:creationId xmlns:a16="http://schemas.microsoft.com/office/drawing/2014/main" id="{D4C16D06-E9C5-86E0-8079-6D52927DB91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5300" y="59878"/>
            <a:ext cx="2536190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dirty="0"/>
              <a:t>Derivations</a:t>
            </a:r>
            <a:endParaRPr spc="-25" dirty="0"/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BB450DB2-E906-6C08-E871-E0F24FC4EC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663575"/>
            <a:ext cx="65265" cy="65265"/>
          </a:xfrm>
          <a:prstGeom prst="rect">
            <a:avLst/>
          </a:prstGeom>
        </p:spPr>
      </p:pic>
      <p:sp>
        <p:nvSpPr>
          <p:cNvPr id="5" name="object 5">
            <a:extLst>
              <a:ext uri="{FF2B5EF4-FFF2-40B4-BE49-F238E27FC236}">
                <a16:creationId xmlns:a16="http://schemas.microsoft.com/office/drawing/2014/main" id="{C269A892-BDFD-6282-8E8F-E6F0CB9157DD}"/>
              </a:ext>
            </a:extLst>
          </p:cNvPr>
          <p:cNvSpPr txBox="1"/>
          <p:nvPr/>
        </p:nvSpPr>
        <p:spPr>
          <a:xfrm>
            <a:off x="377532" y="557578"/>
            <a:ext cx="4037965" cy="195733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100" spc="55" dirty="0">
                <a:latin typeface="Tahoma"/>
                <a:cs typeface="Tahoma"/>
              </a:rPr>
              <a:t>A leftmost derivation is one in which the leftmost nonterminal in each sentential form is the one that is expanded</a:t>
            </a: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100" spc="55" dirty="0">
                <a:latin typeface="Tahoma"/>
                <a:cs typeface="Tahoma"/>
              </a:rPr>
              <a:t>A derivation may be neither leftmost nor rightmost</a:t>
            </a: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100" spc="55" dirty="0">
                <a:latin typeface="Tahoma"/>
                <a:cs typeface="Tahoma"/>
              </a:rPr>
              <a:t>A parse tree shows the hierarchical structure of a derivation.</a:t>
            </a: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endParaRPr lang="en-US" sz="1100" spc="55" dirty="0">
              <a:latin typeface="Tahoma"/>
              <a:cs typeface="Tahoma"/>
            </a:endParaRP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endParaRPr lang="en-US" sz="1100" spc="55" dirty="0">
              <a:latin typeface="Tahoma"/>
              <a:cs typeface="Tahoma"/>
            </a:endParaRP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endParaRPr lang="en-US" sz="1100" spc="55" dirty="0">
              <a:latin typeface="Tahoma"/>
              <a:cs typeface="Tahoma"/>
            </a:endParaRPr>
          </a:p>
        </p:txBody>
      </p:sp>
      <p:pic>
        <p:nvPicPr>
          <p:cNvPr id="15" name="object 8">
            <a:extLst>
              <a:ext uri="{FF2B5EF4-FFF2-40B4-BE49-F238E27FC236}">
                <a16:creationId xmlns:a16="http://schemas.microsoft.com/office/drawing/2014/main" id="{B0B6E0C6-E510-3B6D-C99C-19B3E7148E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8" y="1285602"/>
            <a:ext cx="65265" cy="65265"/>
          </a:xfrm>
          <a:prstGeom prst="rect">
            <a:avLst/>
          </a:prstGeom>
        </p:spPr>
      </p:pic>
      <p:pic>
        <p:nvPicPr>
          <p:cNvPr id="9" name="object 8">
            <a:extLst>
              <a:ext uri="{FF2B5EF4-FFF2-40B4-BE49-F238E27FC236}">
                <a16:creationId xmlns:a16="http://schemas.microsoft.com/office/drawing/2014/main" id="{852EBE0F-BF90-4D8E-C745-653B97642E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7" y="1522816"/>
            <a:ext cx="65265" cy="6526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02E762E-1FDF-BB2E-C38B-12BBBB1DB0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983" y="1958975"/>
            <a:ext cx="2956134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287547"/>
      </p:ext>
    </p:extLst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90C16F-2F7A-EC3E-9C34-6AA6A11B6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FC53DD59-9B3F-E3FC-56EC-BFD5B81533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-12"/>
            <a:ext cx="4608195" cy="350520"/>
          </a:xfrm>
          <a:custGeom>
            <a:avLst/>
            <a:gdLst/>
            <a:ahLst/>
            <a:cxnLst/>
            <a:rect l="l" t="t" r="r" b="b"/>
            <a:pathLst>
              <a:path w="4608195" h="350520">
                <a:moveTo>
                  <a:pt x="4608004" y="0"/>
                </a:moveTo>
                <a:lnTo>
                  <a:pt x="0" y="0"/>
                </a:lnTo>
                <a:lnTo>
                  <a:pt x="0" y="350126"/>
                </a:lnTo>
                <a:lnTo>
                  <a:pt x="4608004" y="350126"/>
                </a:lnTo>
                <a:lnTo>
                  <a:pt x="4608004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>
            <a:extLst>
              <a:ext uri="{FF2B5EF4-FFF2-40B4-BE49-F238E27FC236}">
                <a16:creationId xmlns:a16="http://schemas.microsoft.com/office/drawing/2014/main" id="{6B5B16E2-61DF-FC0A-D065-EE6B4426C0A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5300" y="59878"/>
            <a:ext cx="2536190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pc="-40" dirty="0"/>
              <a:t>Ambiguity in Grammars</a:t>
            </a:r>
            <a:endParaRPr spc="-25" dirty="0"/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49873092-E910-60DD-BFA7-E4D5837A3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663575"/>
            <a:ext cx="65265" cy="65265"/>
          </a:xfrm>
          <a:prstGeom prst="rect">
            <a:avLst/>
          </a:prstGeom>
        </p:spPr>
      </p:pic>
      <p:sp>
        <p:nvSpPr>
          <p:cNvPr id="5" name="object 5">
            <a:extLst>
              <a:ext uri="{FF2B5EF4-FFF2-40B4-BE49-F238E27FC236}">
                <a16:creationId xmlns:a16="http://schemas.microsoft.com/office/drawing/2014/main" id="{BAF59AF5-D550-99BA-0817-76D652E18369}"/>
              </a:ext>
            </a:extLst>
          </p:cNvPr>
          <p:cNvSpPr txBox="1"/>
          <p:nvPr/>
        </p:nvSpPr>
        <p:spPr>
          <a:xfrm>
            <a:off x="377532" y="557578"/>
            <a:ext cx="4442118" cy="1508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100" spc="55" dirty="0">
                <a:latin typeface="Tahoma"/>
                <a:cs typeface="Tahoma"/>
              </a:rPr>
              <a:t>A grammar is ambiguous if and only if it generates a sentential form that has two or more distinct parse trees</a:t>
            </a: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endParaRPr lang="en-US" sz="1100" spc="55" dirty="0">
              <a:latin typeface="Tahoma"/>
              <a:cs typeface="Tahoma"/>
            </a:endParaRP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100" spc="55" dirty="0">
                <a:latin typeface="Tahoma"/>
                <a:cs typeface="Tahoma"/>
              </a:rPr>
              <a:t>Grammar: </a:t>
            </a:r>
            <a:r>
              <a:rPr lang="en-US" sz="1000" dirty="0">
                <a:solidFill>
                  <a:schemeClr val="tx1"/>
                </a:solidFill>
                <a:latin typeface="Courier New" panose="02070309020205020404" pitchFamily="49" charset="0"/>
                <a:ea typeface="+mn-ea"/>
                <a:cs typeface="Tahoma"/>
              </a:rPr>
              <a:t>E-&gt; E + E | E*E | id</a:t>
            </a:r>
            <a:r>
              <a:rPr lang="en-US" sz="1100" spc="55" dirty="0">
                <a:latin typeface="Tahoma"/>
                <a:cs typeface="Tahoma"/>
              </a:rPr>
              <a:t>, We can create two parse tree from this grammar to obtain a string </a:t>
            </a:r>
            <a:r>
              <a:rPr lang="en-US" sz="1000" dirty="0">
                <a:solidFill>
                  <a:schemeClr val="tx1"/>
                </a:solidFill>
                <a:latin typeface="Courier New" panose="02070309020205020404" pitchFamily="49" charset="0"/>
                <a:ea typeface="+mn-ea"/>
                <a:cs typeface="Tahoma"/>
              </a:rPr>
              <a:t>id + id * id</a:t>
            </a:r>
            <a:endParaRPr lang="en-US" sz="1100" spc="55" dirty="0">
              <a:latin typeface="Tahoma"/>
              <a:cs typeface="Tahoma"/>
            </a:endParaRP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endParaRPr lang="en-US" sz="1100" spc="55" dirty="0">
              <a:latin typeface="Tahoma"/>
              <a:cs typeface="Tahoma"/>
            </a:endParaRPr>
          </a:p>
        </p:txBody>
      </p:sp>
      <p:pic>
        <p:nvPicPr>
          <p:cNvPr id="60" name="object 4">
            <a:extLst>
              <a:ext uri="{FF2B5EF4-FFF2-40B4-BE49-F238E27FC236}">
                <a16:creationId xmlns:a16="http://schemas.microsoft.com/office/drawing/2014/main" id="{9D77A751-0A80-D19B-DBCE-A3CC0BAE57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8" y="1284110"/>
            <a:ext cx="65265" cy="65265"/>
          </a:xfrm>
          <a:prstGeom prst="rect">
            <a:avLst/>
          </a:prstGeom>
        </p:spPr>
      </p:pic>
      <p:pic>
        <p:nvPicPr>
          <p:cNvPr id="3074" name="Picture 2" descr="ambiguous_grammar">
            <a:extLst>
              <a:ext uri="{FF2B5EF4-FFF2-40B4-BE49-F238E27FC236}">
                <a16:creationId xmlns:a16="http://schemas.microsoft.com/office/drawing/2014/main" id="{3A3A87FE-97B9-7533-50B7-B79AF0B2B7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7250" y="2066068"/>
            <a:ext cx="3219450" cy="10199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5307060"/>
      </p:ext>
    </p:extLst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2558B-D6AD-3E35-6202-AB775E259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88547456-00E6-68B6-BA52-4174750E8F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-12"/>
            <a:ext cx="4608195" cy="350520"/>
          </a:xfrm>
          <a:custGeom>
            <a:avLst/>
            <a:gdLst/>
            <a:ahLst/>
            <a:cxnLst/>
            <a:rect l="l" t="t" r="r" b="b"/>
            <a:pathLst>
              <a:path w="4608195" h="350520">
                <a:moveTo>
                  <a:pt x="4608004" y="0"/>
                </a:moveTo>
                <a:lnTo>
                  <a:pt x="0" y="0"/>
                </a:lnTo>
                <a:lnTo>
                  <a:pt x="0" y="350126"/>
                </a:lnTo>
                <a:lnTo>
                  <a:pt x="4608004" y="350126"/>
                </a:lnTo>
                <a:lnTo>
                  <a:pt x="4608004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>
            <a:extLst>
              <a:ext uri="{FF2B5EF4-FFF2-40B4-BE49-F238E27FC236}">
                <a16:creationId xmlns:a16="http://schemas.microsoft.com/office/drawing/2014/main" id="{8E5F8E45-D5D3-33E1-D3AF-70A572B8048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5299" y="59878"/>
            <a:ext cx="4343349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pc="-40" dirty="0"/>
              <a:t>Real-world example: Ambiguous if-then-else</a:t>
            </a:r>
            <a:endParaRPr spc="-25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4579B3A3-1D06-02DC-1AFF-80BC14A2D697}"/>
              </a:ext>
            </a:extLst>
          </p:cNvPr>
          <p:cNvSpPr/>
          <p:nvPr/>
        </p:nvSpPr>
        <p:spPr>
          <a:xfrm>
            <a:off x="142724" y="550332"/>
            <a:ext cx="4295925" cy="609599"/>
          </a:xfrm>
          <a:prstGeom prst="roundRect">
            <a:avLst>
              <a:gd name="adj" fmla="val 1667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8AA9B114-52E1-7C94-3D97-538A9ECD454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61886" y="716631"/>
            <a:ext cx="3657600" cy="276999"/>
          </a:xfrm>
        </p:spPr>
        <p:txBody>
          <a:bodyPr/>
          <a:lstStyle/>
          <a:p>
            <a:pPr algn="l" eaLnBrk="1" hangingPunct="1">
              <a:buFontTx/>
              <a:buNone/>
            </a:pPr>
            <a:r>
              <a:rPr lang="en-US" altLang="en-US" sz="900" dirty="0">
                <a:solidFill>
                  <a:schemeClr val="bg1"/>
                </a:solidFill>
                <a:latin typeface="Courier New" panose="02070309020205020404" pitchFamily="49" charset="0"/>
              </a:rPr>
              <a:t>&lt;</a:t>
            </a:r>
            <a:r>
              <a:rPr lang="en-US" altLang="en-US" sz="900" dirty="0" err="1">
                <a:solidFill>
                  <a:schemeClr val="bg1"/>
                </a:solidFill>
                <a:latin typeface="Courier New" panose="02070309020205020404" pitchFamily="49" charset="0"/>
              </a:rPr>
              <a:t>if_stmt</a:t>
            </a:r>
            <a:r>
              <a:rPr lang="en-US" altLang="en-US" sz="900" dirty="0">
                <a:solidFill>
                  <a:schemeClr val="bg1"/>
                </a:solidFill>
                <a:latin typeface="Courier New" panose="02070309020205020404" pitchFamily="49" charset="0"/>
              </a:rPr>
              <a:t>&gt; → if (&lt;</a:t>
            </a:r>
            <a:r>
              <a:rPr lang="en-US" altLang="en-US" sz="900" dirty="0" err="1">
                <a:solidFill>
                  <a:schemeClr val="bg1"/>
                </a:solidFill>
                <a:latin typeface="Courier New" panose="02070309020205020404" pitchFamily="49" charset="0"/>
              </a:rPr>
              <a:t>logic_expr</a:t>
            </a:r>
            <a:r>
              <a:rPr lang="en-US" altLang="en-US" sz="900" dirty="0">
                <a:solidFill>
                  <a:schemeClr val="bg1"/>
                </a:solidFill>
                <a:latin typeface="Courier New" panose="02070309020205020404" pitchFamily="49" charset="0"/>
              </a:rPr>
              <a:t>&gt;) &lt;</a:t>
            </a:r>
            <a:r>
              <a:rPr lang="en-US" altLang="en-US" sz="900" dirty="0" err="1">
                <a:solidFill>
                  <a:schemeClr val="bg1"/>
                </a:solidFill>
                <a:latin typeface="Courier New" panose="02070309020205020404" pitchFamily="49" charset="0"/>
              </a:rPr>
              <a:t>stmt</a:t>
            </a:r>
            <a:r>
              <a:rPr lang="en-US" altLang="en-US" sz="900" dirty="0">
                <a:solidFill>
                  <a:schemeClr val="bg1"/>
                </a:solidFill>
                <a:latin typeface="Courier New" panose="02070309020205020404" pitchFamily="49" charset="0"/>
              </a:rPr>
              <a:t>&gt;</a:t>
            </a:r>
          </a:p>
          <a:p>
            <a:pPr algn="l" eaLnBrk="1" hangingPunct="1">
              <a:buFontTx/>
              <a:buNone/>
            </a:pPr>
            <a:r>
              <a:rPr lang="en-US" altLang="en-US" sz="900" dirty="0">
                <a:solidFill>
                  <a:schemeClr val="bg1"/>
                </a:solidFill>
                <a:latin typeface="Courier New" panose="02070309020205020404" pitchFamily="49" charset="0"/>
              </a:rPr>
              <a:t>          | if (&lt;</a:t>
            </a:r>
            <a:r>
              <a:rPr lang="en-US" altLang="en-US" sz="900" dirty="0" err="1">
                <a:solidFill>
                  <a:schemeClr val="bg1"/>
                </a:solidFill>
                <a:latin typeface="Courier New" panose="02070309020205020404" pitchFamily="49" charset="0"/>
              </a:rPr>
              <a:t>logic_expr</a:t>
            </a:r>
            <a:r>
              <a:rPr lang="en-US" altLang="en-US" sz="900" dirty="0">
                <a:solidFill>
                  <a:schemeClr val="bg1"/>
                </a:solidFill>
                <a:latin typeface="Courier New" panose="02070309020205020404" pitchFamily="49" charset="0"/>
              </a:rPr>
              <a:t>&gt;) &lt;</a:t>
            </a:r>
            <a:r>
              <a:rPr lang="en-US" altLang="en-US" sz="900" dirty="0" err="1">
                <a:solidFill>
                  <a:schemeClr val="bg1"/>
                </a:solidFill>
                <a:latin typeface="Courier New" panose="02070309020205020404" pitchFamily="49" charset="0"/>
              </a:rPr>
              <a:t>stmt</a:t>
            </a:r>
            <a:r>
              <a:rPr lang="en-US" altLang="en-US" sz="900" dirty="0">
                <a:solidFill>
                  <a:schemeClr val="bg1"/>
                </a:solidFill>
                <a:latin typeface="Courier New" panose="02070309020205020404" pitchFamily="49" charset="0"/>
              </a:rPr>
              <a:t>&gt; else &lt;</a:t>
            </a:r>
            <a:r>
              <a:rPr lang="en-US" altLang="en-US" sz="900" dirty="0" err="1">
                <a:solidFill>
                  <a:schemeClr val="bg1"/>
                </a:solidFill>
                <a:latin typeface="Courier New" panose="02070309020205020404" pitchFamily="49" charset="0"/>
              </a:rPr>
              <a:t>stmt</a:t>
            </a:r>
            <a:r>
              <a:rPr lang="en-US" altLang="en-US" sz="900" dirty="0">
                <a:solidFill>
                  <a:schemeClr val="bg1"/>
                </a:solidFill>
                <a:latin typeface="Courier New" panose="02070309020205020404" pitchFamily="49" charset="0"/>
              </a:rPr>
              <a:t>&gt;</a:t>
            </a:r>
          </a:p>
        </p:txBody>
      </p:sp>
      <p:sp>
        <p:nvSpPr>
          <p:cNvPr id="11" name="Shape 4">
            <a:extLst>
              <a:ext uri="{FF2B5EF4-FFF2-40B4-BE49-F238E27FC236}">
                <a16:creationId xmlns:a16="http://schemas.microsoft.com/office/drawing/2014/main" id="{9EAD9B06-0EF1-56F8-6D89-BC9EC3C2988E}"/>
              </a:ext>
            </a:extLst>
          </p:cNvPr>
          <p:cNvSpPr/>
          <p:nvPr/>
        </p:nvSpPr>
        <p:spPr>
          <a:xfrm>
            <a:off x="142724" y="1425575"/>
            <a:ext cx="4295925" cy="609599"/>
          </a:xfrm>
          <a:prstGeom prst="roundRect">
            <a:avLst>
              <a:gd name="adj" fmla="val 1667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67264D36-E7D2-A9F5-CC60-2C1D5CA23A44}"/>
              </a:ext>
            </a:extLst>
          </p:cNvPr>
          <p:cNvSpPr txBox="1">
            <a:spLocks noChangeArrowheads="1"/>
          </p:cNvSpPr>
          <p:nvPr/>
        </p:nvSpPr>
        <p:spPr>
          <a:xfrm>
            <a:off x="461886" y="1501775"/>
            <a:ext cx="3657600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sz="1100" b="0" i="0">
                <a:solidFill>
                  <a:schemeClr val="tx1"/>
                </a:solidFill>
                <a:latin typeface="Tahoma"/>
                <a:ea typeface="+mn-ea"/>
                <a:cs typeface="Tahoma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en-US" sz="900" dirty="0">
                <a:solidFill>
                  <a:schemeClr val="bg1"/>
                </a:solidFill>
                <a:latin typeface="Courier New" panose="02070309020205020404" pitchFamily="49" charset="0"/>
              </a:rPr>
              <a:t>if (A)</a:t>
            </a:r>
          </a:p>
          <a:p>
            <a:pPr algn="l"/>
            <a:r>
              <a:rPr lang="en-US" altLang="en-US" sz="900" dirty="0">
                <a:solidFill>
                  <a:schemeClr val="bg1"/>
                </a:solidFill>
                <a:latin typeface="Courier New" panose="02070309020205020404" pitchFamily="49" charset="0"/>
              </a:rPr>
              <a:t>    if (B) S1</a:t>
            </a:r>
          </a:p>
          <a:p>
            <a:pPr algn="l"/>
            <a:r>
              <a:rPr lang="en-US" altLang="en-US" sz="900" dirty="0">
                <a:solidFill>
                  <a:schemeClr val="bg1"/>
                </a:solidFill>
                <a:latin typeface="Courier New" panose="02070309020205020404" pitchFamily="49" charset="0"/>
              </a:rPr>
              <a:t>else S2</a:t>
            </a:r>
          </a:p>
          <a:p>
            <a:pPr algn="l"/>
            <a:endParaRPr lang="en-US" altLang="en-US" sz="900" dirty="0">
              <a:solidFill>
                <a:schemeClr val="bg1"/>
              </a:solidFill>
              <a:latin typeface="Courier New" panose="02070309020205020404" pitchFamily="49" charset="0"/>
            </a:endParaRPr>
          </a:p>
        </p:txBody>
      </p:sp>
      <p:pic>
        <p:nvPicPr>
          <p:cNvPr id="19" name="object 4">
            <a:extLst>
              <a:ext uri="{FF2B5EF4-FFF2-40B4-BE49-F238E27FC236}">
                <a16:creationId xmlns:a16="http://schemas.microsoft.com/office/drawing/2014/main" id="{EA433F59-3A02-8A1E-1877-B5A33D9A89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3607" y="2293572"/>
            <a:ext cx="65265" cy="65265"/>
          </a:xfrm>
          <a:prstGeom prst="rect">
            <a:avLst/>
          </a:prstGeom>
        </p:spPr>
      </p:pic>
      <p:sp>
        <p:nvSpPr>
          <p:cNvPr id="21" name="object 5">
            <a:extLst>
              <a:ext uri="{FF2B5EF4-FFF2-40B4-BE49-F238E27FC236}">
                <a16:creationId xmlns:a16="http://schemas.microsoft.com/office/drawing/2014/main" id="{4498BE56-E55C-467A-75AC-63F3E97FB985}"/>
              </a:ext>
            </a:extLst>
          </p:cNvPr>
          <p:cNvSpPr txBox="1"/>
          <p:nvPr/>
        </p:nvSpPr>
        <p:spPr>
          <a:xfrm>
            <a:off x="400050" y="2187575"/>
            <a:ext cx="4191000" cy="13225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100" spc="55" dirty="0">
                <a:latin typeface="Tahoma"/>
                <a:cs typeface="Tahoma"/>
              </a:rPr>
              <a:t>Question: does else belong to the inner if or outer if?</a:t>
            </a: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endParaRPr lang="en-US" sz="1100" spc="55" dirty="0">
              <a:solidFill>
                <a:srgbClr val="111827"/>
              </a:solidFill>
              <a:latin typeface="Tahoma"/>
              <a:cs typeface="Tahoma"/>
            </a:endParaRP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100" dirty="0">
                <a:solidFill>
                  <a:srgbClr val="111827"/>
                </a:solidFill>
              </a:rPr>
              <a:t>Most languages attach else to the nearest unmatched if.</a:t>
            </a:r>
            <a:endParaRPr lang="en-US" sz="1100" dirty="0"/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endParaRPr lang="en-US" sz="1100" spc="55" dirty="0">
              <a:latin typeface="Tahoma"/>
              <a:cs typeface="Tahoma"/>
            </a:endParaRP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endParaRPr lang="en-US" sz="1100" spc="55" dirty="0">
              <a:latin typeface="Tahoma"/>
              <a:cs typeface="Tahoma"/>
            </a:endParaRP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endParaRPr lang="en-US" sz="1100" spc="55" dirty="0">
              <a:latin typeface="Tahoma"/>
              <a:cs typeface="Tahoma"/>
            </a:endParaRPr>
          </a:p>
        </p:txBody>
      </p:sp>
      <p:pic>
        <p:nvPicPr>
          <p:cNvPr id="23" name="object 4">
            <a:extLst>
              <a:ext uri="{FF2B5EF4-FFF2-40B4-BE49-F238E27FC236}">
                <a16:creationId xmlns:a16="http://schemas.microsoft.com/office/drawing/2014/main" id="{78017793-A995-9C13-E003-B129BACFB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3606" y="2731910"/>
            <a:ext cx="65265" cy="65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987760"/>
      </p:ext>
    </p:extLst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6F7C1-083D-1E3F-F1FC-8A5A86E96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F2B88D6-2EA3-B405-49C6-2687F8EBBB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-12"/>
            <a:ext cx="4608195" cy="350520"/>
          </a:xfrm>
          <a:custGeom>
            <a:avLst/>
            <a:gdLst/>
            <a:ahLst/>
            <a:cxnLst/>
            <a:rect l="l" t="t" r="r" b="b"/>
            <a:pathLst>
              <a:path w="4608195" h="350520">
                <a:moveTo>
                  <a:pt x="4608004" y="0"/>
                </a:moveTo>
                <a:lnTo>
                  <a:pt x="0" y="0"/>
                </a:lnTo>
                <a:lnTo>
                  <a:pt x="0" y="350126"/>
                </a:lnTo>
                <a:lnTo>
                  <a:pt x="4608004" y="350126"/>
                </a:lnTo>
                <a:lnTo>
                  <a:pt x="4608004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>
            <a:extLst>
              <a:ext uri="{FF2B5EF4-FFF2-40B4-BE49-F238E27FC236}">
                <a16:creationId xmlns:a16="http://schemas.microsoft.com/office/drawing/2014/main" id="{3D9F098D-A218-9A4D-3B66-AD2D1EC00AB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5300" y="59878"/>
            <a:ext cx="3047950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pc="-40" dirty="0"/>
              <a:t>Removing Ambiguity in Grammars</a:t>
            </a:r>
            <a:endParaRPr spc="-25" dirty="0"/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92C74C14-AC7E-3F15-8A96-2C89D57FC0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663575"/>
            <a:ext cx="65265" cy="65265"/>
          </a:xfrm>
          <a:prstGeom prst="rect">
            <a:avLst/>
          </a:prstGeom>
        </p:spPr>
      </p:pic>
      <p:sp>
        <p:nvSpPr>
          <p:cNvPr id="5" name="object 5">
            <a:extLst>
              <a:ext uri="{FF2B5EF4-FFF2-40B4-BE49-F238E27FC236}">
                <a16:creationId xmlns:a16="http://schemas.microsoft.com/office/drawing/2014/main" id="{DFCA85E8-749F-F68B-5DBF-D66BF64D515B}"/>
              </a:ext>
            </a:extLst>
          </p:cNvPr>
          <p:cNvSpPr txBox="1"/>
          <p:nvPr/>
        </p:nvSpPr>
        <p:spPr>
          <a:xfrm>
            <a:off x="377532" y="557578"/>
            <a:ext cx="3951479" cy="175855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100" spc="55" dirty="0">
                <a:latin typeface="Tahoma"/>
                <a:cs typeface="Tahoma"/>
              </a:rPr>
              <a:t>Grammar: </a:t>
            </a:r>
            <a:r>
              <a:rPr lang="en-US" sz="1000" dirty="0">
                <a:solidFill>
                  <a:schemeClr val="tx1"/>
                </a:solidFill>
                <a:latin typeface="Courier New" panose="02070309020205020404" pitchFamily="49" charset="0"/>
                <a:ea typeface="+mn-ea"/>
                <a:cs typeface="Tahoma"/>
              </a:rPr>
              <a:t>E-&gt; E + E | E*E | id</a:t>
            </a: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100" spc="55" dirty="0">
                <a:latin typeface="Tahoma"/>
                <a:cs typeface="Tahoma"/>
              </a:rPr>
              <a:t>Idea: put higher-precedence operations lower in the grammar.</a:t>
            </a: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100" spc="55" dirty="0">
                <a:latin typeface="Tahoma"/>
                <a:cs typeface="Tahoma"/>
              </a:rPr>
              <a:t>Separate the grammar into precedence levels:</a:t>
            </a: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000" dirty="0">
                <a:solidFill>
                  <a:schemeClr val="tx1"/>
                </a:solidFill>
                <a:latin typeface="Courier New" panose="02070309020205020404" pitchFamily="49" charset="0"/>
                <a:ea typeface="+mn-ea"/>
                <a:cs typeface="Tahoma"/>
              </a:rPr>
              <a:t>E → E + T | T	(low)</a:t>
            </a: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000" dirty="0">
                <a:solidFill>
                  <a:schemeClr val="tx1"/>
                </a:solidFill>
                <a:latin typeface="Courier New" panose="02070309020205020404" pitchFamily="49" charset="0"/>
                <a:ea typeface="+mn-ea"/>
                <a:cs typeface="Tahoma"/>
              </a:rPr>
              <a:t>T → T * F | F	(higher)</a:t>
            </a: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000" dirty="0">
                <a:solidFill>
                  <a:schemeClr val="tx1"/>
                </a:solidFill>
                <a:latin typeface="Courier New" panose="02070309020205020404" pitchFamily="49" charset="0"/>
                <a:ea typeface="+mn-ea"/>
                <a:cs typeface="Tahoma"/>
              </a:rPr>
              <a:t>F → id</a:t>
            </a: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endParaRPr lang="en-US" sz="1100" spc="55" dirty="0">
              <a:latin typeface="Tahoma"/>
              <a:cs typeface="Tahoma"/>
            </a:endParaRPr>
          </a:p>
        </p:txBody>
      </p:sp>
      <p:pic>
        <p:nvPicPr>
          <p:cNvPr id="60" name="object 4">
            <a:extLst>
              <a:ext uri="{FF2B5EF4-FFF2-40B4-BE49-F238E27FC236}">
                <a16:creationId xmlns:a16="http://schemas.microsoft.com/office/drawing/2014/main" id="{51707AAC-EE6D-746C-46E8-AE8756E58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8" y="1284110"/>
            <a:ext cx="65265" cy="65265"/>
          </a:xfrm>
          <a:prstGeom prst="rect">
            <a:avLst/>
          </a:prstGeom>
        </p:spPr>
      </p:pic>
      <p:pic>
        <p:nvPicPr>
          <p:cNvPr id="3074" name="Picture 2" descr="ambiguous_grammar">
            <a:extLst>
              <a:ext uri="{FF2B5EF4-FFF2-40B4-BE49-F238E27FC236}">
                <a16:creationId xmlns:a16="http://schemas.microsoft.com/office/drawing/2014/main" id="{68E99A68-28C2-659E-4C45-9C1D4532D60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498"/>
          <a:stretch>
            <a:fillRect/>
          </a:stretch>
        </p:blipFill>
        <p:spPr bwMode="auto">
          <a:xfrm>
            <a:off x="1466850" y="2263775"/>
            <a:ext cx="1561504" cy="10199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object 4">
            <a:extLst>
              <a:ext uri="{FF2B5EF4-FFF2-40B4-BE49-F238E27FC236}">
                <a16:creationId xmlns:a16="http://schemas.microsoft.com/office/drawing/2014/main" id="{B366DE1E-02CC-1C0F-C786-D731D3F74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8" y="873145"/>
            <a:ext cx="65265" cy="652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B2EC227-8D78-62D5-0314-CC53CE131501}"/>
              </a:ext>
            </a:extLst>
          </p:cNvPr>
          <p:cNvSpPr txBox="1"/>
          <p:nvPr/>
        </p:nvSpPr>
        <p:spPr>
          <a:xfrm>
            <a:off x="2152650" y="1849700"/>
            <a:ext cx="23053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latin typeface="Courier New" panose="02070309020205020404" pitchFamily="49" charset="0"/>
              </a:rPr>
              <a:t>*</a:t>
            </a:r>
            <a:r>
              <a:rPr lang="en-US" sz="1100" dirty="0"/>
              <a:t> has </a:t>
            </a:r>
            <a:r>
              <a:rPr lang="en-US" sz="1100" b="1" dirty="0"/>
              <a:t>higher precedence</a:t>
            </a:r>
            <a:r>
              <a:rPr lang="en-US" sz="1100" dirty="0"/>
              <a:t> than </a:t>
            </a:r>
            <a:r>
              <a:rPr lang="en-US" sz="1100" dirty="0">
                <a:latin typeface="Courier New" panose="02070309020205020404" pitchFamily="49" charset="0"/>
              </a:rPr>
              <a:t>+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28590867"/>
      </p:ext>
    </p:extLst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C5318-41AD-CB2C-4A23-6FE79C15B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4F0676D3-F363-D0EF-B238-19AA9E077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-12"/>
            <a:ext cx="4608195" cy="350520"/>
          </a:xfrm>
          <a:custGeom>
            <a:avLst/>
            <a:gdLst/>
            <a:ahLst/>
            <a:cxnLst/>
            <a:rect l="l" t="t" r="r" b="b"/>
            <a:pathLst>
              <a:path w="4608195" h="350520">
                <a:moveTo>
                  <a:pt x="4608004" y="0"/>
                </a:moveTo>
                <a:lnTo>
                  <a:pt x="0" y="0"/>
                </a:lnTo>
                <a:lnTo>
                  <a:pt x="0" y="350126"/>
                </a:lnTo>
                <a:lnTo>
                  <a:pt x="4608004" y="350126"/>
                </a:lnTo>
                <a:lnTo>
                  <a:pt x="4608004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>
            <a:extLst>
              <a:ext uri="{FF2B5EF4-FFF2-40B4-BE49-F238E27FC236}">
                <a16:creationId xmlns:a16="http://schemas.microsoft.com/office/drawing/2014/main" id="{519876E8-EA5A-0BD7-1A15-2FF09C116C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5300" y="59878"/>
            <a:ext cx="2536190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dirty="0"/>
              <a:t>Extended BNF</a:t>
            </a:r>
            <a:endParaRPr spc="-25" dirty="0"/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48934F09-A14C-CB95-10C5-310AF25ABA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540972"/>
            <a:ext cx="65265" cy="65265"/>
          </a:xfrm>
          <a:prstGeom prst="rect">
            <a:avLst/>
          </a:prstGeom>
        </p:spPr>
      </p:pic>
      <p:sp>
        <p:nvSpPr>
          <p:cNvPr id="5" name="object 5">
            <a:extLst>
              <a:ext uri="{FF2B5EF4-FFF2-40B4-BE49-F238E27FC236}">
                <a16:creationId xmlns:a16="http://schemas.microsoft.com/office/drawing/2014/main" id="{8AF5B7D9-1404-76A7-2863-58D6C7261C0F}"/>
              </a:ext>
            </a:extLst>
          </p:cNvPr>
          <p:cNvSpPr txBox="1"/>
          <p:nvPr/>
        </p:nvSpPr>
        <p:spPr>
          <a:xfrm>
            <a:off x="377532" y="434975"/>
            <a:ext cx="4037965" cy="62683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100" b="1" dirty="0"/>
              <a:t>Extended BNF (EBNF)</a:t>
            </a:r>
            <a:r>
              <a:rPr lang="en-US" sz="1100" dirty="0"/>
              <a:t> is a more convenient version (shorter, cleaner, easier to understand) of </a:t>
            </a:r>
            <a:r>
              <a:rPr lang="en-US" sz="1100" b="1" dirty="0"/>
              <a:t>BNF</a:t>
            </a:r>
            <a:r>
              <a:rPr lang="en-US" sz="1100" dirty="0"/>
              <a:t> for writing grammar rules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7763B15C-593A-F907-D8D6-AAECF17667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2845039"/>
              </p:ext>
            </p:extLst>
          </p:nvPr>
        </p:nvGraphicFramePr>
        <p:xfrm>
          <a:off x="399097" y="1230726"/>
          <a:ext cx="3810000" cy="853440"/>
        </p:xfrm>
        <a:graphic>
          <a:graphicData uri="http://schemas.openxmlformats.org/drawingml/2006/table">
            <a:tbl>
              <a:tblPr/>
              <a:tblGrid>
                <a:gridCol w="1633097">
                  <a:extLst>
                    <a:ext uri="{9D8B030D-6E8A-4147-A177-3AD203B41FA5}">
                      <a16:colId xmlns:a16="http://schemas.microsoft.com/office/drawing/2014/main" val="1994809948"/>
                    </a:ext>
                  </a:extLst>
                </a:gridCol>
                <a:gridCol w="2176903">
                  <a:extLst>
                    <a:ext uri="{9D8B030D-6E8A-4147-A177-3AD203B41FA5}">
                      <a16:colId xmlns:a16="http://schemas.microsoft.com/office/drawing/2014/main" val="170806297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b="1"/>
                        <a:t>EBNF Symbol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b="1" dirty="0"/>
                        <a:t>Meaning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47411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latin typeface="Courier New" panose="02070309020205020404" pitchFamily="49" charset="0"/>
                        </a:rPr>
                        <a:t>[ ]</a:t>
                      </a:r>
                      <a:endParaRPr lang="en-US" sz="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/>
                        <a:t>optional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01048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/>
                        <a:t>(a | b)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/>
                        <a:t>choice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8314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latin typeface="Courier New" panose="02070309020205020404" pitchFamily="49" charset="0"/>
                        </a:rPr>
                        <a:t>{ }</a:t>
                      </a:r>
                      <a:endParaRPr lang="en-US" sz="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/>
                        <a:t>repetition, zero or more times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3390104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038EA13E-CCD7-1EDD-F10E-372547787B58}"/>
              </a:ext>
            </a:extLst>
          </p:cNvPr>
          <p:cNvSpPr txBox="1"/>
          <p:nvPr/>
        </p:nvSpPr>
        <p:spPr>
          <a:xfrm>
            <a:off x="95300" y="2354580"/>
            <a:ext cx="230535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900" dirty="0"/>
              <a:t>BNF describes syntax using rules like: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D032AB-1FDE-C650-ADF3-285E8F58756B}"/>
              </a:ext>
            </a:extLst>
          </p:cNvPr>
          <p:cNvSpPr txBox="1"/>
          <p:nvPr/>
        </p:nvSpPr>
        <p:spPr>
          <a:xfrm>
            <a:off x="175340" y="2627898"/>
            <a:ext cx="23053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" dirty="0">
                <a:solidFill>
                  <a:schemeClr val="tx1"/>
                </a:solidFill>
                <a:latin typeface="Courier New" panose="02070309020205020404" pitchFamily="49" charset="0"/>
                <a:ea typeface="+mn-ea"/>
                <a:cs typeface="+mn-cs"/>
              </a:rPr>
              <a:t>&lt;expr&gt; → &lt;expr&gt; + &lt;term&gt; | &lt;term&gt;</a:t>
            </a:r>
          </a:p>
          <a:p>
            <a:r>
              <a:rPr lang="en-US" sz="600" dirty="0">
                <a:solidFill>
                  <a:schemeClr val="tx1"/>
                </a:solidFill>
                <a:latin typeface="Courier New" panose="02070309020205020404" pitchFamily="49" charset="0"/>
                <a:ea typeface="+mn-ea"/>
                <a:cs typeface="+mn-cs"/>
              </a:rPr>
              <a:t>&lt;term&gt; → &lt;term&gt; * &lt;factor&gt; | &lt;factor&gt;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D75D2C-F08D-76AF-8842-5D69D486A50E}"/>
              </a:ext>
            </a:extLst>
          </p:cNvPr>
          <p:cNvSpPr txBox="1"/>
          <p:nvPr/>
        </p:nvSpPr>
        <p:spPr>
          <a:xfrm>
            <a:off x="2480692" y="2362684"/>
            <a:ext cx="16686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EBNF can write: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75C0E19-4C75-3576-1E09-7ABABB3CA84D}"/>
              </a:ext>
            </a:extLst>
          </p:cNvPr>
          <p:cNvSpPr txBox="1"/>
          <p:nvPr/>
        </p:nvSpPr>
        <p:spPr>
          <a:xfrm>
            <a:off x="2480692" y="2627898"/>
            <a:ext cx="19169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" dirty="0">
                <a:solidFill>
                  <a:schemeClr val="tx1"/>
                </a:solidFill>
                <a:latin typeface="Courier New" panose="02070309020205020404" pitchFamily="49" charset="0"/>
                <a:ea typeface="+mn-ea"/>
                <a:cs typeface="+mn-cs"/>
              </a:rPr>
              <a:t>&lt;expr&gt; → &lt;term&gt; {(+ | -) &lt;term&gt;}</a:t>
            </a:r>
          </a:p>
          <a:p>
            <a:r>
              <a:rPr lang="en-US" sz="600" dirty="0">
                <a:solidFill>
                  <a:schemeClr val="tx1"/>
                </a:solidFill>
                <a:latin typeface="Courier New" panose="02070309020205020404" pitchFamily="49" charset="0"/>
                <a:ea typeface="+mn-ea"/>
                <a:cs typeface="+mn-cs"/>
              </a:rPr>
              <a:t>&lt;term&gt; → &lt;factor&gt; {(* | /) &lt;factor&gt;}</a:t>
            </a:r>
          </a:p>
        </p:txBody>
      </p:sp>
    </p:spTree>
    <p:extLst>
      <p:ext uri="{BB962C8B-B14F-4D97-AF65-F5344CB8AC3E}">
        <p14:creationId xmlns:p14="http://schemas.microsoft.com/office/powerpoint/2010/main" val="2531015647"/>
      </p:ext>
    </p:extLst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4331B-9BC2-BC06-72C3-C5E092ED7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71126A8-51A7-ECD9-5082-881CAD23C9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-12"/>
            <a:ext cx="4608195" cy="350520"/>
          </a:xfrm>
          <a:custGeom>
            <a:avLst/>
            <a:gdLst/>
            <a:ahLst/>
            <a:cxnLst/>
            <a:rect l="l" t="t" r="r" b="b"/>
            <a:pathLst>
              <a:path w="4608195" h="350520">
                <a:moveTo>
                  <a:pt x="4608004" y="0"/>
                </a:moveTo>
                <a:lnTo>
                  <a:pt x="0" y="0"/>
                </a:lnTo>
                <a:lnTo>
                  <a:pt x="0" y="350126"/>
                </a:lnTo>
                <a:lnTo>
                  <a:pt x="4608004" y="350126"/>
                </a:lnTo>
                <a:lnTo>
                  <a:pt x="4608004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>
            <a:extLst>
              <a:ext uri="{FF2B5EF4-FFF2-40B4-BE49-F238E27FC236}">
                <a16:creationId xmlns:a16="http://schemas.microsoft.com/office/drawing/2014/main" id="{E0FFC363-72B8-D0F7-8075-66855907B5B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5300" y="59878"/>
            <a:ext cx="4419550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dirty="0"/>
              <a:t>Why CFGs are not enough</a:t>
            </a:r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A23F5FCB-2FF4-4884-477B-63AD897DF7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663575"/>
            <a:ext cx="65265" cy="65265"/>
          </a:xfrm>
          <a:prstGeom prst="rect">
            <a:avLst/>
          </a:prstGeom>
        </p:spPr>
      </p:pic>
      <p:sp>
        <p:nvSpPr>
          <p:cNvPr id="5" name="object 5">
            <a:extLst>
              <a:ext uri="{FF2B5EF4-FFF2-40B4-BE49-F238E27FC236}">
                <a16:creationId xmlns:a16="http://schemas.microsoft.com/office/drawing/2014/main" id="{268E9D57-14CB-5052-C6C3-FF781BAD8EF6}"/>
              </a:ext>
            </a:extLst>
          </p:cNvPr>
          <p:cNvSpPr txBox="1"/>
          <p:nvPr/>
        </p:nvSpPr>
        <p:spPr>
          <a:xfrm>
            <a:off x="377532" y="557578"/>
            <a:ext cx="3995853" cy="129689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100" spc="55" dirty="0">
                <a:latin typeface="Tahoma"/>
                <a:cs typeface="Tahoma"/>
              </a:rPr>
              <a:t>Context-free grammars describe structure well.</a:t>
            </a: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100" spc="55" dirty="0">
                <a:latin typeface="Tahoma"/>
                <a:cs typeface="Tahoma"/>
              </a:rPr>
              <a:t>But they cannot express every programming language rule cleanly.</a:t>
            </a: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100" spc="55" dirty="0">
                <a:latin typeface="Tahoma"/>
                <a:cs typeface="Tahoma"/>
              </a:rPr>
              <a:t>Some rules require information about context, types, and declarations.</a:t>
            </a: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endParaRPr lang="en-US" sz="1100" spc="55" dirty="0">
              <a:latin typeface="Tahoma"/>
              <a:cs typeface="Tahoma"/>
            </a:endParaRPr>
          </a:p>
        </p:txBody>
      </p:sp>
      <p:pic>
        <p:nvPicPr>
          <p:cNvPr id="6" name="object 6">
            <a:extLst>
              <a:ext uri="{FF2B5EF4-FFF2-40B4-BE49-F238E27FC236}">
                <a16:creationId xmlns:a16="http://schemas.microsoft.com/office/drawing/2014/main" id="{DD14F671-C7EC-6678-6D89-331DFF5ECE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873607"/>
            <a:ext cx="65265" cy="65265"/>
          </a:xfrm>
          <a:prstGeom prst="rect">
            <a:avLst/>
          </a:prstGeom>
        </p:spPr>
      </p:pic>
      <p:pic>
        <p:nvPicPr>
          <p:cNvPr id="7" name="object 7">
            <a:extLst>
              <a:ext uri="{FF2B5EF4-FFF2-40B4-BE49-F238E27FC236}">
                <a16:creationId xmlns:a16="http://schemas.microsoft.com/office/drawing/2014/main" id="{431F557A-5129-1BE8-7561-B80C4F47A5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089" y="1284110"/>
            <a:ext cx="65265" cy="65265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CEF5EF0-C9E3-9392-C804-145CF7859285}"/>
              </a:ext>
            </a:extLst>
          </p:cNvPr>
          <p:cNvSpPr/>
          <p:nvPr/>
        </p:nvSpPr>
        <p:spPr>
          <a:xfrm>
            <a:off x="377532" y="1816522"/>
            <a:ext cx="1089318" cy="457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b="1" dirty="0">
                <a:solidFill>
                  <a:srgbClr val="111827"/>
                </a:solidFill>
              </a:rPr>
              <a:t>x = y + 1</a:t>
            </a:r>
            <a:endParaRPr lang="en-US" sz="1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B0EB33-8F6F-5DDC-1E5C-F991BEA3D8DF}"/>
              </a:ext>
            </a:extLst>
          </p:cNvPr>
          <p:cNvSpPr txBox="1"/>
          <p:nvPr/>
        </p:nvSpPr>
        <p:spPr>
          <a:xfrm>
            <a:off x="95300" y="2416175"/>
            <a:ext cx="230535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rgbClr val="111827"/>
                </a:solidFill>
              </a:rPr>
              <a:t>Questions CFGs do not answer:</a:t>
            </a:r>
            <a:endParaRPr lang="en-US" sz="9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8F2318-0AC4-BE5B-98BE-49D24684096B}"/>
              </a:ext>
            </a:extLst>
          </p:cNvPr>
          <p:cNvSpPr txBox="1"/>
          <p:nvPr/>
        </p:nvSpPr>
        <p:spPr>
          <a:xfrm>
            <a:off x="95300" y="2667516"/>
            <a:ext cx="2100161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111827"/>
                </a:solidFill>
              </a:rPr>
              <a:t>Was x declared?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111827"/>
                </a:solidFill>
              </a:rPr>
              <a:t>Is y numeric?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111827"/>
                </a:solidFill>
              </a:rPr>
              <a:t>Is the assignment type-correct?</a:t>
            </a:r>
          </a:p>
        </p:txBody>
      </p:sp>
      <p:sp>
        <p:nvSpPr>
          <p:cNvPr id="14" name="Rounded Rectangular Callout 13">
            <a:extLst>
              <a:ext uri="{FF2B5EF4-FFF2-40B4-BE49-F238E27FC236}">
                <a16:creationId xmlns:a16="http://schemas.microsoft.com/office/drawing/2014/main" id="{80E8B733-813A-AA70-B271-73F396292FC3}"/>
              </a:ext>
            </a:extLst>
          </p:cNvPr>
          <p:cNvSpPr/>
          <p:nvPr/>
        </p:nvSpPr>
        <p:spPr>
          <a:xfrm>
            <a:off x="1882923" y="1730375"/>
            <a:ext cx="2535852" cy="588364"/>
          </a:xfrm>
          <a:prstGeom prst="wedgeRoundRectCallout">
            <a:avLst>
              <a:gd name="adj1" fmla="val -62845"/>
              <a:gd name="adj2" fmla="val 28439"/>
              <a:gd name="adj3" fmla="val 16667"/>
            </a:avLst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rgbClr val="FF0000"/>
                </a:solidFill>
              </a:rPr>
              <a:t>Static semantics: 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</a:rPr>
              <a:t>Rules that are not easily captured by CFGs but should be checked before running the program.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EFED8A-C282-81A5-3932-ED55163FC79A}"/>
              </a:ext>
            </a:extLst>
          </p:cNvPr>
          <p:cNvSpPr txBox="1"/>
          <p:nvPr/>
        </p:nvSpPr>
        <p:spPr>
          <a:xfrm>
            <a:off x="2304097" y="2416175"/>
            <a:ext cx="110956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rgbClr val="111827"/>
                </a:solidFill>
              </a:rPr>
              <a:t>Examples:</a:t>
            </a:r>
            <a:endParaRPr lang="en-US" sz="9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D8F6CD-97DB-8CC0-1099-3B320D62EE82}"/>
              </a:ext>
            </a:extLst>
          </p:cNvPr>
          <p:cNvSpPr txBox="1"/>
          <p:nvPr/>
        </p:nvSpPr>
        <p:spPr>
          <a:xfrm>
            <a:off x="2288071" y="2616042"/>
            <a:ext cx="246747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111827"/>
                </a:solidFill>
              </a:rPr>
              <a:t>Variables declared before use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111827"/>
                </a:solidFill>
              </a:rPr>
              <a:t>Compatible operand types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111827"/>
                </a:solidFill>
              </a:rPr>
              <a:t>Function arguments match parameters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111827"/>
                </a:solidFill>
              </a:rPr>
              <a:t>Return type is correct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11182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0075495"/>
      </p:ext>
    </p:extLst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2D2BA-A9EA-85EB-1787-DF7A65513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4051A089-0DC3-24B1-DFC3-39564AE8C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-12"/>
            <a:ext cx="4608195" cy="350520"/>
          </a:xfrm>
          <a:custGeom>
            <a:avLst/>
            <a:gdLst/>
            <a:ahLst/>
            <a:cxnLst/>
            <a:rect l="l" t="t" r="r" b="b"/>
            <a:pathLst>
              <a:path w="4608195" h="350520">
                <a:moveTo>
                  <a:pt x="4608004" y="0"/>
                </a:moveTo>
                <a:lnTo>
                  <a:pt x="0" y="0"/>
                </a:lnTo>
                <a:lnTo>
                  <a:pt x="0" y="350126"/>
                </a:lnTo>
                <a:lnTo>
                  <a:pt x="4608004" y="350126"/>
                </a:lnTo>
                <a:lnTo>
                  <a:pt x="4608004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>
            <a:extLst>
              <a:ext uri="{FF2B5EF4-FFF2-40B4-BE49-F238E27FC236}">
                <a16:creationId xmlns:a16="http://schemas.microsoft.com/office/drawing/2014/main" id="{FA665004-A903-815A-52A6-B1982AB7C81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5300" y="59878"/>
            <a:ext cx="2536190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dirty="0"/>
              <a:t>Attribute grammars</a:t>
            </a:r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8655D16D-95DB-4A68-1AF3-0D85746486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663575"/>
            <a:ext cx="65265" cy="65265"/>
          </a:xfrm>
          <a:prstGeom prst="rect">
            <a:avLst/>
          </a:prstGeom>
        </p:spPr>
      </p:pic>
      <p:sp>
        <p:nvSpPr>
          <p:cNvPr id="5" name="object 5">
            <a:extLst>
              <a:ext uri="{FF2B5EF4-FFF2-40B4-BE49-F238E27FC236}">
                <a16:creationId xmlns:a16="http://schemas.microsoft.com/office/drawing/2014/main" id="{9F89BDDB-9699-F7F3-0095-C6C2C8F66D9F}"/>
              </a:ext>
            </a:extLst>
          </p:cNvPr>
          <p:cNvSpPr txBox="1"/>
          <p:nvPr/>
        </p:nvSpPr>
        <p:spPr>
          <a:xfrm>
            <a:off x="377532" y="557578"/>
            <a:ext cx="4037965" cy="41203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100" spc="55" dirty="0">
                <a:latin typeface="Tahoma"/>
                <a:cs typeface="Tahoma"/>
              </a:rPr>
              <a:t>Attribute grammars extend CFGs by attaching information to grammar symbols.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A27071-7C10-BC02-21AA-1744DCF96348}"/>
              </a:ext>
            </a:extLst>
          </p:cNvPr>
          <p:cNvSpPr txBox="1"/>
          <p:nvPr/>
        </p:nvSpPr>
        <p:spPr>
          <a:xfrm>
            <a:off x="343633" y="1041907"/>
            <a:ext cx="4264562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itchFamily="2" charset="2"/>
              <a:buChar char="ü"/>
            </a:pPr>
            <a:r>
              <a:rPr lang="en-US" sz="1000" dirty="0">
                <a:solidFill>
                  <a:srgbClr val="111827"/>
                </a:solidFill>
              </a:rPr>
              <a:t>Grammar symbols can carry attributes such as type, value, or scope.</a:t>
            </a:r>
          </a:p>
          <a:p>
            <a:pPr marL="171450" indent="-171450">
              <a:buFont typeface="Wingdings" pitchFamily="2" charset="2"/>
              <a:buChar char="ü"/>
            </a:pPr>
            <a:endParaRPr lang="en-US" sz="1000" dirty="0">
              <a:solidFill>
                <a:srgbClr val="111827"/>
              </a:solidFill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en-US" sz="1000" dirty="0">
                <a:solidFill>
                  <a:srgbClr val="111827"/>
                </a:solidFill>
              </a:rPr>
              <a:t>Rules compute attributes and predicates check consistency.</a:t>
            </a:r>
          </a:p>
          <a:p>
            <a:pPr marL="171450" indent="-171450">
              <a:buFont typeface="Wingdings" pitchFamily="2" charset="2"/>
              <a:buChar char="ü"/>
            </a:pPr>
            <a:endParaRPr lang="en-US" sz="1000" dirty="0">
              <a:solidFill>
                <a:srgbClr val="111827"/>
              </a:solidFill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en-US" sz="1000" dirty="0">
                <a:solidFill>
                  <a:srgbClr val="111827"/>
                </a:solidFill>
              </a:rPr>
              <a:t>Useful for type checking in compilers.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B0412D6-3189-CDC1-7B00-7E41F983D461}"/>
              </a:ext>
            </a:extLst>
          </p:cNvPr>
          <p:cNvSpPr/>
          <p:nvPr/>
        </p:nvSpPr>
        <p:spPr>
          <a:xfrm>
            <a:off x="513443" y="2263775"/>
            <a:ext cx="1317918" cy="457200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rgbClr val="111827"/>
                </a:solidFill>
              </a:rPr>
              <a:t>&lt;var&gt;.</a:t>
            </a:r>
            <a:r>
              <a:rPr lang="en-US" sz="1100" b="1" dirty="0" err="1">
                <a:solidFill>
                  <a:srgbClr val="111827"/>
                </a:solidFill>
              </a:rPr>
              <a:t>actual_type</a:t>
            </a:r>
            <a:endParaRPr lang="en-US" sz="1100" b="1" dirty="0">
              <a:solidFill>
                <a:srgbClr val="111827"/>
              </a:solidFill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6A6176C-9E45-AEE5-6BB8-909F64A39CE5}"/>
              </a:ext>
            </a:extLst>
          </p:cNvPr>
          <p:cNvSpPr/>
          <p:nvPr/>
        </p:nvSpPr>
        <p:spPr>
          <a:xfrm>
            <a:off x="2396514" y="2078678"/>
            <a:ext cx="1700143" cy="51640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rgbClr val="111827"/>
                </a:solidFill>
              </a:rPr>
              <a:t>predicate:</a:t>
            </a:r>
          </a:p>
          <a:p>
            <a:pPr algn="ctr"/>
            <a:r>
              <a:rPr lang="en-US" sz="1100" b="1" dirty="0">
                <a:solidFill>
                  <a:srgbClr val="111827"/>
                </a:solidFill>
              </a:rPr>
              <a:t>type(left) = type(right)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123CFF7-70AC-5C7C-DC2C-BA92103EF7C6}"/>
              </a:ext>
            </a:extLst>
          </p:cNvPr>
          <p:cNvSpPr/>
          <p:nvPr/>
        </p:nvSpPr>
        <p:spPr>
          <a:xfrm>
            <a:off x="1924050" y="2901509"/>
            <a:ext cx="992703" cy="364002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rgbClr val="111827"/>
                </a:solidFill>
              </a:rPr>
              <a:t>lookup(id)</a:t>
            </a:r>
          </a:p>
        </p:txBody>
      </p:sp>
    </p:spTree>
    <p:extLst>
      <p:ext uri="{BB962C8B-B14F-4D97-AF65-F5344CB8AC3E}">
        <p14:creationId xmlns:p14="http://schemas.microsoft.com/office/powerpoint/2010/main" val="623897273"/>
      </p:ext>
    </p:extLst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D0F34-A180-AD69-1327-1D62B44D8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43960272-8193-CFE1-1A01-411BC13742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-12"/>
            <a:ext cx="4608195" cy="350520"/>
          </a:xfrm>
          <a:custGeom>
            <a:avLst/>
            <a:gdLst/>
            <a:ahLst/>
            <a:cxnLst/>
            <a:rect l="l" t="t" r="r" b="b"/>
            <a:pathLst>
              <a:path w="4608195" h="350520">
                <a:moveTo>
                  <a:pt x="4608004" y="0"/>
                </a:moveTo>
                <a:lnTo>
                  <a:pt x="0" y="0"/>
                </a:lnTo>
                <a:lnTo>
                  <a:pt x="0" y="350126"/>
                </a:lnTo>
                <a:lnTo>
                  <a:pt x="4608004" y="350126"/>
                </a:lnTo>
                <a:lnTo>
                  <a:pt x="4608004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>
            <a:extLst>
              <a:ext uri="{FF2B5EF4-FFF2-40B4-BE49-F238E27FC236}">
                <a16:creationId xmlns:a16="http://schemas.microsoft.com/office/drawing/2014/main" id="{F8F84971-8A9C-D67D-D26E-3B90D5BCE8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5300" y="59878"/>
            <a:ext cx="3733750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pc="-40" dirty="0"/>
              <a:t>Three approaches to semantics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D078214-E98A-479E-C999-F130C06FDA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5844806"/>
              </p:ext>
            </p:extLst>
          </p:nvPr>
        </p:nvGraphicFramePr>
        <p:xfrm>
          <a:off x="247650" y="587375"/>
          <a:ext cx="4114800" cy="1933901"/>
        </p:xfrm>
        <a:graphic>
          <a:graphicData uri="http://schemas.openxmlformats.org/drawingml/2006/table">
            <a:tbl>
              <a:tblPr/>
              <a:tblGrid>
                <a:gridCol w="838200">
                  <a:extLst>
                    <a:ext uri="{9D8B030D-6E8A-4147-A177-3AD203B41FA5}">
                      <a16:colId xmlns:a16="http://schemas.microsoft.com/office/drawing/2014/main" val="701762845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3154016264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1027550231"/>
                    </a:ext>
                  </a:extLst>
                </a:gridCol>
              </a:tblGrid>
              <a:tr h="208692">
                <a:tc>
                  <a:txBody>
                    <a:bodyPr/>
                    <a:lstStyle/>
                    <a:p>
                      <a:pPr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Type</a:t>
                      </a:r>
                    </a:p>
                  </a:txBody>
                  <a:tcPr marL="52173" marR="52173" marT="26086" marB="260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b="1" dirty="0"/>
                        <a:t>Main Idea</a:t>
                      </a:r>
                    </a:p>
                  </a:txBody>
                  <a:tcPr marL="52173" marR="52173" marT="26086" marB="260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b="1" dirty="0"/>
                        <a:t>Best use</a:t>
                      </a:r>
                    </a:p>
                  </a:txBody>
                  <a:tcPr marL="52173" marR="52173" marT="26086" marB="260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9777756"/>
                  </a:ext>
                </a:extLst>
              </a:tr>
              <a:tr h="5217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/>
                        <a:t>Operational semantics</a:t>
                      </a:r>
                    </a:p>
                  </a:txBody>
                  <a:tcPr marL="52173" marR="52173" marT="26086" marB="260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/>
                        <a:t>Meaning is described by execution</a:t>
                      </a:r>
                    </a:p>
                  </a:txBody>
                  <a:tcPr marL="52173" marR="52173" marT="26086" marB="260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/>
                        <a:t>teaching, manuals</a:t>
                      </a:r>
                    </a:p>
                  </a:txBody>
                  <a:tcPr marL="52173" marR="52173" marT="26086" marB="260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6888912"/>
                  </a:ext>
                </a:extLst>
              </a:tr>
              <a:tr h="6782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/>
                        <a:t>Denotational semantics</a:t>
                      </a:r>
                    </a:p>
                  </a:txBody>
                  <a:tcPr marL="52173" marR="52173" marT="26086" marB="260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/>
                        <a:t>Meaning is described by mathematical functions</a:t>
                      </a:r>
                    </a:p>
                  </a:txBody>
                  <a:tcPr marL="52173" marR="52173" marT="26086" marB="260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/>
                        <a:t>rigor, language design</a:t>
                      </a:r>
                    </a:p>
                  </a:txBody>
                  <a:tcPr marL="52173" marR="52173" marT="26086" marB="260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5550568"/>
                  </a:ext>
                </a:extLst>
              </a:tr>
              <a:tr h="5217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/>
                        <a:t>Axiomatic semantics</a:t>
                      </a:r>
                    </a:p>
                  </a:txBody>
                  <a:tcPr marL="52173" marR="52173" marT="26086" marB="260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/>
                        <a:t>Meaning is described by logic assertions</a:t>
                      </a:r>
                    </a:p>
                  </a:txBody>
                  <a:tcPr marL="52173" marR="52173" marT="26086" marB="260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/>
                        <a:t>program correctness proofs</a:t>
                      </a:r>
                    </a:p>
                  </a:txBody>
                  <a:tcPr marL="52173" marR="52173" marT="26086" marB="260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0076466"/>
                  </a:ext>
                </a:extLst>
              </a:tr>
            </a:tbl>
          </a:graphicData>
        </a:graphic>
      </p:graphicFrame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109076D-7413-E1F3-654C-D823D97C6D2A}"/>
              </a:ext>
            </a:extLst>
          </p:cNvPr>
          <p:cNvSpPr/>
          <p:nvPr/>
        </p:nvSpPr>
        <p:spPr>
          <a:xfrm>
            <a:off x="476250" y="2797175"/>
            <a:ext cx="3657600" cy="304800"/>
          </a:xfrm>
          <a:prstGeom prst="roundRect">
            <a:avLst>
              <a:gd name="adj" fmla="val 23578"/>
            </a:avLst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rgbClr val="111827"/>
                </a:solidFill>
              </a:rPr>
              <a:t>Same program, three ways to define what it means.</a:t>
            </a:r>
          </a:p>
        </p:txBody>
      </p:sp>
    </p:spTree>
    <p:extLst>
      <p:ext uri="{BB962C8B-B14F-4D97-AF65-F5344CB8AC3E}">
        <p14:creationId xmlns:p14="http://schemas.microsoft.com/office/powerpoint/2010/main" val="3328247933"/>
      </p:ext>
    </p:extLst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EAB35-2500-4F73-17AA-E874D7B18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BDBF9F04-89C7-0DDF-57F0-53E9F0F3B6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-12"/>
            <a:ext cx="4608195" cy="350520"/>
          </a:xfrm>
          <a:custGeom>
            <a:avLst/>
            <a:gdLst/>
            <a:ahLst/>
            <a:cxnLst/>
            <a:rect l="l" t="t" r="r" b="b"/>
            <a:pathLst>
              <a:path w="4608195" h="350520">
                <a:moveTo>
                  <a:pt x="4608004" y="0"/>
                </a:moveTo>
                <a:lnTo>
                  <a:pt x="0" y="0"/>
                </a:lnTo>
                <a:lnTo>
                  <a:pt x="0" y="350126"/>
                </a:lnTo>
                <a:lnTo>
                  <a:pt x="4608004" y="350126"/>
                </a:lnTo>
                <a:lnTo>
                  <a:pt x="4608004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>
            <a:extLst>
              <a:ext uri="{FF2B5EF4-FFF2-40B4-BE49-F238E27FC236}">
                <a16:creationId xmlns:a16="http://schemas.microsoft.com/office/drawing/2014/main" id="{67583578-E242-C4D7-0BA4-FB6C9923302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5300" y="59878"/>
            <a:ext cx="2536190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dirty="0"/>
              <a:t>Operational Semantics</a:t>
            </a:r>
            <a:endParaRPr spc="-25" dirty="0"/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32A0FD9B-654F-73C9-EBAD-87217A9F9F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663575"/>
            <a:ext cx="65265" cy="65265"/>
          </a:xfrm>
          <a:prstGeom prst="rect">
            <a:avLst/>
          </a:prstGeom>
        </p:spPr>
      </p:pic>
      <p:sp>
        <p:nvSpPr>
          <p:cNvPr id="5" name="object 5">
            <a:extLst>
              <a:ext uri="{FF2B5EF4-FFF2-40B4-BE49-F238E27FC236}">
                <a16:creationId xmlns:a16="http://schemas.microsoft.com/office/drawing/2014/main" id="{FC806B46-BCBF-ECFB-7AA4-0ED81C8B77A2}"/>
              </a:ext>
            </a:extLst>
          </p:cNvPr>
          <p:cNvSpPr txBox="1"/>
          <p:nvPr/>
        </p:nvSpPr>
        <p:spPr>
          <a:xfrm>
            <a:off x="377532" y="557578"/>
            <a:ext cx="4037965" cy="86087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100" spc="55" dirty="0">
                <a:latin typeface="Tahoma"/>
                <a:cs typeface="Tahoma"/>
              </a:rPr>
              <a:t>[Main idea] Operational semantics explains meaning by the state changes caused by execution.</a:t>
            </a: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100" dirty="0"/>
              <a:t>Good for teaching and language manuals.</a:t>
            </a: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endParaRPr lang="en-US" sz="1100" spc="55" dirty="0">
              <a:latin typeface="Tahoma"/>
              <a:cs typeface="Tahoma"/>
            </a:endParaRPr>
          </a:p>
        </p:txBody>
      </p:sp>
      <p:pic>
        <p:nvPicPr>
          <p:cNvPr id="7" name="object 7">
            <a:extLst>
              <a:ext uri="{FF2B5EF4-FFF2-40B4-BE49-F238E27FC236}">
                <a16:creationId xmlns:a16="http://schemas.microsoft.com/office/drawing/2014/main" id="{9FBC982F-F7BF-CE0A-E484-E09F51CBFE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1108647"/>
            <a:ext cx="65265" cy="65265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28082D60-6BC1-3135-5248-001A814E73BE}"/>
              </a:ext>
            </a:extLst>
          </p:cNvPr>
          <p:cNvSpPr/>
          <p:nvPr/>
        </p:nvSpPr>
        <p:spPr>
          <a:xfrm>
            <a:off x="171450" y="1464050"/>
            <a:ext cx="1470318" cy="457200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rgbClr val="111827"/>
                </a:solidFill>
              </a:rPr>
              <a:t>Program state before</a:t>
            </a:r>
            <a:endParaRPr lang="en-US" sz="1100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B006B49-32F0-922E-8296-3538D52DBD90}"/>
              </a:ext>
            </a:extLst>
          </p:cNvPr>
          <p:cNvSpPr/>
          <p:nvPr/>
        </p:nvSpPr>
        <p:spPr>
          <a:xfrm>
            <a:off x="3061750" y="1464050"/>
            <a:ext cx="1371600" cy="457199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rgbClr val="111827"/>
                </a:solidFill>
              </a:rPr>
              <a:t>Program state after</a:t>
            </a:r>
            <a:endParaRPr lang="en-US" sz="1100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6584D37-AE6F-0F25-8E09-005CC7C06F80}"/>
              </a:ext>
            </a:extLst>
          </p:cNvPr>
          <p:cNvSpPr/>
          <p:nvPr/>
        </p:nvSpPr>
        <p:spPr>
          <a:xfrm>
            <a:off x="1818359" y="1464051"/>
            <a:ext cx="1066800" cy="45719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rgbClr val="111827"/>
                </a:solidFill>
              </a:rPr>
              <a:t>Statement</a:t>
            </a:r>
            <a:endParaRPr lang="en-US" sz="1100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17E1DF6E-5F9F-B930-183E-E4629B7FC9F0}"/>
              </a:ext>
            </a:extLst>
          </p:cNvPr>
          <p:cNvSpPr/>
          <p:nvPr/>
        </p:nvSpPr>
        <p:spPr>
          <a:xfrm>
            <a:off x="221919" y="2151772"/>
            <a:ext cx="1148299" cy="609599"/>
          </a:xfrm>
          <a:prstGeom prst="roundRect">
            <a:avLst>
              <a:gd name="adj" fmla="val 1667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5278D1C0-147B-0536-E7A3-FCAEBB4AE021}"/>
              </a:ext>
            </a:extLst>
          </p:cNvPr>
          <p:cNvSpPr txBox="1">
            <a:spLocks noChangeArrowheads="1"/>
          </p:cNvSpPr>
          <p:nvPr/>
        </p:nvSpPr>
        <p:spPr>
          <a:xfrm>
            <a:off x="314456" y="2248822"/>
            <a:ext cx="1285244" cy="4154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sz="1100" b="0" i="0">
                <a:solidFill>
                  <a:schemeClr val="tx1"/>
                </a:solidFill>
                <a:latin typeface="Tahoma"/>
                <a:ea typeface="+mn-ea"/>
                <a:cs typeface="Tahoma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3</a:t>
            </a:r>
            <a:endParaRPr lang="en-US" sz="900" dirty="0"/>
          </a:p>
          <a:p>
            <a:r>
              <a:rPr lang="en-US" sz="9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5</a:t>
            </a:r>
            <a:endParaRPr lang="en-US" sz="900" dirty="0"/>
          </a:p>
          <a:p>
            <a:pPr algn="l"/>
            <a:endParaRPr lang="en-US" altLang="en-US" sz="900" dirty="0">
              <a:solidFill>
                <a:schemeClr val="bg1"/>
              </a:solidFill>
              <a:latin typeface="Courier New" panose="02070309020205020404" pitchFamily="49" charset="0"/>
            </a:endParaRPr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B2209A57-34A9-AAA4-B7D5-016628F2FBF6}"/>
              </a:ext>
            </a:extLst>
          </p:cNvPr>
          <p:cNvSpPr/>
          <p:nvPr/>
        </p:nvSpPr>
        <p:spPr>
          <a:xfrm>
            <a:off x="1730900" y="2151772"/>
            <a:ext cx="1148299" cy="609599"/>
          </a:xfrm>
          <a:prstGeom prst="roundRect">
            <a:avLst>
              <a:gd name="adj" fmla="val 1667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C2AC1DF2-1283-FC3F-CE2A-CC4E34283513}"/>
              </a:ext>
            </a:extLst>
          </p:cNvPr>
          <p:cNvSpPr txBox="1">
            <a:spLocks noChangeArrowheads="1"/>
          </p:cNvSpPr>
          <p:nvPr/>
        </p:nvSpPr>
        <p:spPr>
          <a:xfrm>
            <a:off x="1823437" y="2248822"/>
            <a:ext cx="1285244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sz="1100" b="0" i="0">
                <a:solidFill>
                  <a:schemeClr val="tx1"/>
                </a:solidFill>
                <a:latin typeface="Tahoma"/>
                <a:ea typeface="+mn-ea"/>
                <a:cs typeface="Tahoma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x + y</a:t>
            </a:r>
            <a:endParaRPr lang="en-US" sz="900" dirty="0"/>
          </a:p>
          <a:p>
            <a:pPr algn="l"/>
            <a:endParaRPr lang="en-US" altLang="en-US" sz="900" dirty="0">
              <a:solidFill>
                <a:schemeClr val="bg1"/>
              </a:solidFill>
              <a:latin typeface="Courier New" panose="02070309020205020404" pitchFamily="49" charset="0"/>
            </a:endParaRPr>
          </a:p>
        </p:txBody>
      </p:sp>
      <p:sp>
        <p:nvSpPr>
          <p:cNvPr id="16" name="Shape 4">
            <a:extLst>
              <a:ext uri="{FF2B5EF4-FFF2-40B4-BE49-F238E27FC236}">
                <a16:creationId xmlns:a16="http://schemas.microsoft.com/office/drawing/2014/main" id="{ACADFCE7-1EA2-987C-0EA8-03704D6D6D4A}"/>
              </a:ext>
            </a:extLst>
          </p:cNvPr>
          <p:cNvSpPr/>
          <p:nvPr/>
        </p:nvSpPr>
        <p:spPr>
          <a:xfrm>
            <a:off x="3210592" y="2151772"/>
            <a:ext cx="1148299" cy="609599"/>
          </a:xfrm>
          <a:prstGeom prst="roundRect">
            <a:avLst>
              <a:gd name="adj" fmla="val 1667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44183592-7F4D-4B05-1572-27046712B78E}"/>
              </a:ext>
            </a:extLst>
          </p:cNvPr>
          <p:cNvSpPr txBox="1">
            <a:spLocks noChangeArrowheads="1"/>
          </p:cNvSpPr>
          <p:nvPr/>
        </p:nvSpPr>
        <p:spPr>
          <a:xfrm>
            <a:off x="3303129" y="2248822"/>
            <a:ext cx="1285244" cy="4154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sz="1100" b="0" i="0">
                <a:solidFill>
                  <a:schemeClr val="tx1"/>
                </a:solidFill>
                <a:latin typeface="Tahoma"/>
                <a:ea typeface="+mn-ea"/>
                <a:cs typeface="Tahoma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8</a:t>
            </a:r>
            <a:endParaRPr lang="en-US" sz="900" dirty="0"/>
          </a:p>
          <a:p>
            <a:r>
              <a:rPr lang="en-US" sz="9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5</a:t>
            </a:r>
            <a:endParaRPr lang="en-US" sz="900" dirty="0"/>
          </a:p>
          <a:p>
            <a:pPr algn="l"/>
            <a:endParaRPr lang="en-US" altLang="en-US" sz="900" dirty="0">
              <a:solidFill>
                <a:schemeClr val="bg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9327490"/>
      </p:ext>
    </p:extLst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CFB5F-2CCF-BB8B-4247-E00F3D4BC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C915E95-A56D-15BE-8219-3EDD59E2D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-12"/>
            <a:ext cx="4608195" cy="350520"/>
          </a:xfrm>
          <a:custGeom>
            <a:avLst/>
            <a:gdLst/>
            <a:ahLst/>
            <a:cxnLst/>
            <a:rect l="l" t="t" r="r" b="b"/>
            <a:pathLst>
              <a:path w="4608195" h="350520">
                <a:moveTo>
                  <a:pt x="4608004" y="0"/>
                </a:moveTo>
                <a:lnTo>
                  <a:pt x="0" y="0"/>
                </a:lnTo>
                <a:lnTo>
                  <a:pt x="0" y="350126"/>
                </a:lnTo>
                <a:lnTo>
                  <a:pt x="4608004" y="350126"/>
                </a:lnTo>
                <a:lnTo>
                  <a:pt x="4608004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>
            <a:extLst>
              <a:ext uri="{FF2B5EF4-FFF2-40B4-BE49-F238E27FC236}">
                <a16:creationId xmlns:a16="http://schemas.microsoft.com/office/drawing/2014/main" id="{CF325744-C99D-A8D3-369C-61A5ED0C0F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5300" y="59878"/>
            <a:ext cx="2536190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pc="-40" dirty="0"/>
              <a:t>Denotational Semantics</a:t>
            </a:r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D621D086-0FE8-CD8A-6F5C-9EBB37C703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684809"/>
            <a:ext cx="65265" cy="65265"/>
          </a:xfrm>
          <a:prstGeom prst="rect">
            <a:avLst/>
          </a:prstGeom>
        </p:spPr>
      </p:pic>
      <p:sp>
        <p:nvSpPr>
          <p:cNvPr id="5" name="object 5">
            <a:extLst>
              <a:ext uri="{FF2B5EF4-FFF2-40B4-BE49-F238E27FC236}">
                <a16:creationId xmlns:a16="http://schemas.microsoft.com/office/drawing/2014/main" id="{FD15EA18-ABA5-31AE-F8EB-E3BE665D48B9}"/>
              </a:ext>
            </a:extLst>
          </p:cNvPr>
          <p:cNvSpPr txBox="1"/>
          <p:nvPr/>
        </p:nvSpPr>
        <p:spPr>
          <a:xfrm>
            <a:off x="377532" y="557578"/>
            <a:ext cx="4365918" cy="15213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100" spc="55" dirty="0">
                <a:latin typeface="Tahoma"/>
                <a:cs typeface="Tahoma"/>
              </a:rPr>
              <a:t>[Main idea] Map each language construct to a mathematical object.</a:t>
            </a: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100" spc="55" dirty="0">
                <a:latin typeface="Tahoma"/>
                <a:cs typeface="Tahoma"/>
              </a:rPr>
              <a:t>Represent program state as values of variables.</a:t>
            </a: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100" spc="55" dirty="0">
                <a:latin typeface="Tahoma"/>
                <a:cs typeface="Tahoma"/>
              </a:rPr>
              <a:t>Define expressions and statements as functions over states.</a:t>
            </a: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100" spc="55" dirty="0">
                <a:latin typeface="Tahoma"/>
                <a:cs typeface="Tahoma"/>
              </a:rPr>
              <a:t>Very rigorous, but often heavy for language users.</a:t>
            </a: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endParaRPr lang="en-US" sz="1100" spc="55" dirty="0">
              <a:latin typeface="Tahoma"/>
              <a:cs typeface="Tahoma"/>
            </a:endParaRPr>
          </a:p>
        </p:txBody>
      </p:sp>
      <p:pic>
        <p:nvPicPr>
          <p:cNvPr id="7" name="object 7">
            <a:extLst>
              <a:ext uri="{FF2B5EF4-FFF2-40B4-BE49-F238E27FC236}">
                <a16:creationId xmlns:a16="http://schemas.microsoft.com/office/drawing/2014/main" id="{4E12D409-FD92-7600-290E-F13620CF53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1104874"/>
            <a:ext cx="65265" cy="65265"/>
          </a:xfrm>
          <a:prstGeom prst="rect">
            <a:avLst/>
          </a:prstGeom>
        </p:spPr>
      </p:pic>
      <p:pic>
        <p:nvPicPr>
          <p:cNvPr id="8" name="object 8">
            <a:extLst>
              <a:ext uri="{FF2B5EF4-FFF2-40B4-BE49-F238E27FC236}">
                <a16:creationId xmlns:a16="http://schemas.microsoft.com/office/drawing/2014/main" id="{6BA7AD32-F68A-A3BA-DACC-46B8A9C9D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5172" y="1324757"/>
            <a:ext cx="65265" cy="65265"/>
          </a:xfrm>
          <a:prstGeom prst="rect">
            <a:avLst/>
          </a:prstGeom>
        </p:spPr>
      </p:pic>
      <p:pic>
        <p:nvPicPr>
          <p:cNvPr id="9" name="object 8">
            <a:extLst>
              <a:ext uri="{FF2B5EF4-FFF2-40B4-BE49-F238E27FC236}">
                <a16:creationId xmlns:a16="http://schemas.microsoft.com/office/drawing/2014/main" id="{1B9E324E-D5BB-A095-9689-9970E2D04B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089" y="1744822"/>
            <a:ext cx="65265" cy="65265"/>
          </a:xfrm>
          <a:prstGeom prst="rect">
            <a:avLst/>
          </a:prstGeom>
        </p:spPr>
      </p:pic>
      <p:sp>
        <p:nvSpPr>
          <p:cNvPr id="12" name="Shape 4">
            <a:extLst>
              <a:ext uri="{FF2B5EF4-FFF2-40B4-BE49-F238E27FC236}">
                <a16:creationId xmlns:a16="http://schemas.microsoft.com/office/drawing/2014/main" id="{FD27A688-C5E4-C118-9021-7D799BA55901}"/>
              </a:ext>
            </a:extLst>
          </p:cNvPr>
          <p:cNvSpPr/>
          <p:nvPr/>
        </p:nvSpPr>
        <p:spPr>
          <a:xfrm>
            <a:off x="346354" y="2107467"/>
            <a:ext cx="2133600" cy="1099283"/>
          </a:xfrm>
          <a:prstGeom prst="roundRect">
            <a:avLst>
              <a:gd name="adj" fmla="val 1667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C5B43045-5F24-0B4D-3199-D9FE6AC58D5F}"/>
              </a:ext>
            </a:extLst>
          </p:cNvPr>
          <p:cNvSpPr txBox="1">
            <a:spLocks noChangeArrowheads="1"/>
          </p:cNvSpPr>
          <p:nvPr/>
        </p:nvSpPr>
        <p:spPr>
          <a:xfrm>
            <a:off x="489360" y="2277397"/>
            <a:ext cx="1914394" cy="83099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sz="1100" b="0" i="0">
                <a:solidFill>
                  <a:schemeClr val="tx1"/>
                </a:solidFill>
                <a:latin typeface="Tahoma"/>
                <a:ea typeface="+mn-ea"/>
                <a:cs typeface="Tahoma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s = {&lt;x, 3&gt;, &lt;y, 5&gt;}</a:t>
            </a:r>
          </a:p>
          <a:p>
            <a:endParaRPr lang="en-US" sz="900" dirty="0">
              <a:solidFill>
                <a:srgbClr val="F8FAFC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r>
              <a:rPr lang="en-US" sz="9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VARMAP(x, s) = 3</a:t>
            </a:r>
          </a:p>
          <a:p>
            <a:endParaRPr lang="en-US" sz="900" dirty="0">
              <a:solidFill>
                <a:srgbClr val="F8FAFC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r>
              <a:rPr lang="en-US" sz="900" dirty="0" err="1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M_expr</a:t>
            </a:r>
            <a:r>
              <a:rPr lang="en-US" sz="9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 + y, s) = 8</a:t>
            </a:r>
          </a:p>
          <a:p>
            <a:endParaRPr lang="en-US" sz="900" dirty="0">
              <a:solidFill>
                <a:srgbClr val="F8FAFC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14" name="Rounded Rectangular Callout 13">
            <a:extLst>
              <a:ext uri="{FF2B5EF4-FFF2-40B4-BE49-F238E27FC236}">
                <a16:creationId xmlns:a16="http://schemas.microsoft.com/office/drawing/2014/main" id="{9C5D8018-E227-A45E-979A-967AC67A3D77}"/>
              </a:ext>
            </a:extLst>
          </p:cNvPr>
          <p:cNvSpPr/>
          <p:nvPr/>
        </p:nvSpPr>
        <p:spPr>
          <a:xfrm>
            <a:off x="2914650" y="2186699"/>
            <a:ext cx="1470318" cy="892213"/>
          </a:xfrm>
          <a:prstGeom prst="wedgeRoundRectCallout">
            <a:avLst>
              <a:gd name="adj1" fmla="val -89350"/>
              <a:gd name="adj2" fmla="val 9924"/>
              <a:gd name="adj3" fmla="val 16667"/>
            </a:avLst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</a:rPr>
              <a:t>mathematically heavy, so only introduce the idea briefly:</a:t>
            </a:r>
          </a:p>
          <a:p>
            <a:pPr algn="ctr"/>
            <a:r>
              <a:rPr lang="en-US" sz="800" i="1" dirty="0">
                <a:solidFill>
                  <a:schemeClr val="tx1"/>
                </a:solidFill>
              </a:rPr>
              <a:t>A variable lookup function returns the current value of a variable.</a:t>
            </a:r>
          </a:p>
        </p:txBody>
      </p:sp>
    </p:spTree>
    <p:extLst>
      <p:ext uri="{BB962C8B-B14F-4D97-AF65-F5344CB8AC3E}">
        <p14:creationId xmlns:p14="http://schemas.microsoft.com/office/powerpoint/2010/main" val="503111776"/>
      </p:ext>
    </p:extLst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DC1C9E-62E8-EF4B-975D-7F958C8F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ACD13AA8-8527-261F-9717-AB59BCFD0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-12"/>
            <a:ext cx="4608195" cy="350520"/>
          </a:xfrm>
          <a:custGeom>
            <a:avLst/>
            <a:gdLst/>
            <a:ahLst/>
            <a:cxnLst/>
            <a:rect l="l" t="t" r="r" b="b"/>
            <a:pathLst>
              <a:path w="4608195" h="350520">
                <a:moveTo>
                  <a:pt x="4608004" y="0"/>
                </a:moveTo>
                <a:lnTo>
                  <a:pt x="0" y="0"/>
                </a:lnTo>
                <a:lnTo>
                  <a:pt x="0" y="350126"/>
                </a:lnTo>
                <a:lnTo>
                  <a:pt x="4608004" y="350126"/>
                </a:lnTo>
                <a:lnTo>
                  <a:pt x="4608004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>
            <a:extLst>
              <a:ext uri="{FF2B5EF4-FFF2-40B4-BE49-F238E27FC236}">
                <a16:creationId xmlns:a16="http://schemas.microsoft.com/office/drawing/2014/main" id="{4E1490B7-195C-823B-BA2F-8DEC2234FD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5300" y="59878"/>
            <a:ext cx="2536190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pc="-40" dirty="0"/>
              <a:t>Axiomatic Semantics</a:t>
            </a:r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64A6FB93-3B72-B7D4-FBBF-7CBEB7746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684809"/>
            <a:ext cx="65265" cy="65265"/>
          </a:xfrm>
          <a:prstGeom prst="rect">
            <a:avLst/>
          </a:prstGeom>
        </p:spPr>
      </p:pic>
      <p:sp>
        <p:nvSpPr>
          <p:cNvPr id="5" name="object 5">
            <a:extLst>
              <a:ext uri="{FF2B5EF4-FFF2-40B4-BE49-F238E27FC236}">
                <a16:creationId xmlns:a16="http://schemas.microsoft.com/office/drawing/2014/main" id="{BDFAD7C1-D07C-9F88-AFCA-21DC4668BE53}"/>
              </a:ext>
            </a:extLst>
          </p:cNvPr>
          <p:cNvSpPr txBox="1"/>
          <p:nvPr/>
        </p:nvSpPr>
        <p:spPr>
          <a:xfrm>
            <a:off x="377532" y="557578"/>
            <a:ext cx="4037965" cy="108529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100" spc="55" dirty="0">
                <a:latin typeface="Tahoma"/>
                <a:cs typeface="Tahoma"/>
              </a:rPr>
              <a:t>Axiomatic semantics uses logic to reason about program correctness.</a:t>
            </a: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100" spc="55" dirty="0">
                <a:latin typeface="Tahoma"/>
                <a:cs typeface="Tahoma"/>
              </a:rPr>
              <a:t>[Main idea] </a:t>
            </a:r>
            <a:r>
              <a:rPr lang="en-US" sz="1100" dirty="0">
                <a:latin typeface="Tahoma"/>
                <a:cs typeface="Tahoma"/>
              </a:rPr>
              <a:t>prove the program satisfies its specification.</a:t>
            </a: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endParaRPr lang="en-US" sz="1100" dirty="0">
              <a:latin typeface="Tahoma"/>
              <a:cs typeface="Tahoma"/>
            </a:endParaRP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endParaRPr sz="1100" dirty="0">
              <a:latin typeface="Tahoma"/>
              <a:cs typeface="Tahoma"/>
            </a:endParaRPr>
          </a:p>
        </p:txBody>
      </p:sp>
      <p:pic>
        <p:nvPicPr>
          <p:cNvPr id="7" name="object 7">
            <a:extLst>
              <a:ext uri="{FF2B5EF4-FFF2-40B4-BE49-F238E27FC236}">
                <a16:creationId xmlns:a16="http://schemas.microsoft.com/office/drawing/2014/main" id="{7B3CBD5D-A22B-C8C9-001C-9E841052E8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089" y="1104874"/>
            <a:ext cx="65265" cy="65265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585CE64-F2FD-475E-03C4-C102EE06184D}"/>
              </a:ext>
            </a:extLst>
          </p:cNvPr>
          <p:cNvSpPr/>
          <p:nvPr/>
        </p:nvSpPr>
        <p:spPr>
          <a:xfrm>
            <a:off x="171450" y="1464050"/>
            <a:ext cx="1470318" cy="457200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rgbClr val="111827"/>
                </a:solidFill>
              </a:rPr>
              <a:t>{P} statement {Q}</a:t>
            </a:r>
          </a:p>
        </p:txBody>
      </p:sp>
      <p:sp>
        <p:nvSpPr>
          <p:cNvPr id="10" name="object 5">
            <a:extLst>
              <a:ext uri="{FF2B5EF4-FFF2-40B4-BE49-F238E27FC236}">
                <a16:creationId xmlns:a16="http://schemas.microsoft.com/office/drawing/2014/main" id="{82DE8231-D879-5907-6F9E-785B38E0337F}"/>
              </a:ext>
            </a:extLst>
          </p:cNvPr>
          <p:cNvSpPr txBox="1"/>
          <p:nvPr/>
        </p:nvSpPr>
        <p:spPr>
          <a:xfrm>
            <a:off x="286809" y="2164266"/>
            <a:ext cx="1775118" cy="8737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100" spc="55" dirty="0">
                <a:latin typeface="Tahoma"/>
                <a:cs typeface="Tahoma"/>
              </a:rPr>
              <a:t>P = precondition</a:t>
            </a: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endParaRPr lang="en-US" sz="1100" spc="55" dirty="0">
              <a:latin typeface="Tahoma"/>
              <a:cs typeface="Tahoma"/>
            </a:endParaRP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100" spc="55" dirty="0">
                <a:latin typeface="Tahoma"/>
                <a:cs typeface="Tahoma"/>
              </a:rPr>
              <a:t>Q = postcondition</a:t>
            </a: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endParaRPr lang="en-US" sz="1100" spc="55" dirty="0">
              <a:latin typeface="Tahoma"/>
              <a:cs typeface="Tahoma"/>
            </a:endParaRPr>
          </a:p>
        </p:txBody>
      </p:sp>
      <p:sp>
        <p:nvSpPr>
          <p:cNvPr id="11" name="Shape 4">
            <a:extLst>
              <a:ext uri="{FF2B5EF4-FFF2-40B4-BE49-F238E27FC236}">
                <a16:creationId xmlns:a16="http://schemas.microsoft.com/office/drawing/2014/main" id="{737DFAB8-BF6D-5DA0-BEB9-3EFF62A588A6}"/>
              </a:ext>
            </a:extLst>
          </p:cNvPr>
          <p:cNvSpPr/>
          <p:nvPr/>
        </p:nvSpPr>
        <p:spPr>
          <a:xfrm>
            <a:off x="2152650" y="1849945"/>
            <a:ext cx="2079918" cy="928047"/>
          </a:xfrm>
          <a:prstGeom prst="roundRect">
            <a:avLst>
              <a:gd name="adj" fmla="val 1667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41DCC9C1-72D2-AE0C-A6B0-EFCA6FADEAA8}"/>
              </a:ext>
            </a:extLst>
          </p:cNvPr>
          <p:cNvSpPr txBox="1">
            <a:spLocks noChangeArrowheads="1"/>
          </p:cNvSpPr>
          <p:nvPr/>
        </p:nvSpPr>
        <p:spPr>
          <a:xfrm>
            <a:off x="2245187" y="1946995"/>
            <a:ext cx="1285244" cy="83099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sz="1100" b="0" i="0">
                <a:solidFill>
                  <a:schemeClr val="tx1"/>
                </a:solidFill>
                <a:latin typeface="Tahoma"/>
                <a:ea typeface="+mn-ea"/>
                <a:cs typeface="Tahoma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b &gt; 0 }</a:t>
            </a:r>
          </a:p>
          <a:p>
            <a:endParaRPr lang="en-US" sz="900" dirty="0">
              <a:solidFill>
                <a:srgbClr val="F8FAFC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r>
              <a:rPr lang="en-US" sz="9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b + 1</a:t>
            </a:r>
          </a:p>
          <a:p>
            <a:endParaRPr lang="en-US" sz="900" dirty="0">
              <a:solidFill>
                <a:srgbClr val="F8FAFC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r>
              <a:rPr lang="en-US" sz="9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a &gt; 1 }</a:t>
            </a:r>
          </a:p>
          <a:p>
            <a:endParaRPr lang="en-US" sz="900" dirty="0">
              <a:solidFill>
                <a:srgbClr val="F8FAFC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13" name="object 5">
            <a:extLst>
              <a:ext uri="{FF2B5EF4-FFF2-40B4-BE49-F238E27FC236}">
                <a16:creationId xmlns:a16="http://schemas.microsoft.com/office/drawing/2014/main" id="{3131DD64-6F18-04DF-9C88-92C68AD86B97}"/>
              </a:ext>
            </a:extLst>
          </p:cNvPr>
          <p:cNvSpPr txBox="1"/>
          <p:nvPr/>
        </p:nvSpPr>
        <p:spPr>
          <a:xfrm>
            <a:off x="2141073" y="1542655"/>
            <a:ext cx="1775118" cy="20043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100" spc="55" dirty="0">
                <a:latin typeface="Tahoma"/>
                <a:cs typeface="Tahoma"/>
              </a:rPr>
              <a:t>Examples:</a:t>
            </a:r>
          </a:p>
        </p:txBody>
      </p:sp>
    </p:spTree>
    <p:extLst>
      <p:ext uri="{BB962C8B-B14F-4D97-AF65-F5344CB8AC3E}">
        <p14:creationId xmlns:p14="http://schemas.microsoft.com/office/powerpoint/2010/main" val="1973776024"/>
      </p:ext>
    </p:extLst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33B86-E938-CE00-EE3C-410C5086F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494ACCD7-CBA8-B970-D09B-F6895D4ED8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-12"/>
            <a:ext cx="4608195" cy="350520"/>
          </a:xfrm>
          <a:custGeom>
            <a:avLst/>
            <a:gdLst/>
            <a:ahLst/>
            <a:cxnLst/>
            <a:rect l="l" t="t" r="r" b="b"/>
            <a:pathLst>
              <a:path w="4608195" h="350520">
                <a:moveTo>
                  <a:pt x="4608004" y="0"/>
                </a:moveTo>
                <a:lnTo>
                  <a:pt x="0" y="0"/>
                </a:lnTo>
                <a:lnTo>
                  <a:pt x="0" y="350126"/>
                </a:lnTo>
                <a:lnTo>
                  <a:pt x="4608004" y="350126"/>
                </a:lnTo>
                <a:lnTo>
                  <a:pt x="4608004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>
            <a:extLst>
              <a:ext uri="{FF2B5EF4-FFF2-40B4-BE49-F238E27FC236}">
                <a16:creationId xmlns:a16="http://schemas.microsoft.com/office/drawing/2014/main" id="{E77F6A2F-08E3-B92E-2673-03E8C0F7665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5300" y="59878"/>
            <a:ext cx="2536190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pc="-40" dirty="0"/>
              <a:t>Loop Invariants</a:t>
            </a:r>
            <a:endParaRPr spc="-25" dirty="0"/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C01D83E9-010C-D3C5-D29A-4FC8073EE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663575"/>
            <a:ext cx="65265" cy="65265"/>
          </a:xfrm>
          <a:prstGeom prst="rect">
            <a:avLst/>
          </a:prstGeom>
        </p:spPr>
      </p:pic>
      <p:sp>
        <p:nvSpPr>
          <p:cNvPr id="5" name="object 5">
            <a:extLst>
              <a:ext uri="{FF2B5EF4-FFF2-40B4-BE49-F238E27FC236}">
                <a16:creationId xmlns:a16="http://schemas.microsoft.com/office/drawing/2014/main" id="{E2CADA7B-B7B3-46D5-2711-FB74D3858942}"/>
              </a:ext>
            </a:extLst>
          </p:cNvPr>
          <p:cNvSpPr txBox="1"/>
          <p:nvPr/>
        </p:nvSpPr>
        <p:spPr>
          <a:xfrm>
            <a:off x="377532" y="557578"/>
            <a:ext cx="4037965" cy="10981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100" spc="55" dirty="0">
                <a:latin typeface="Tahoma"/>
                <a:cs typeface="Tahoma"/>
              </a:rPr>
              <a:t>A loop invariant is a condition that remains true:</a:t>
            </a:r>
          </a:p>
          <a:p>
            <a:pPr marL="209550" marR="446405" indent="-171450">
              <a:lnSpc>
                <a:spcPct val="125299"/>
              </a:lnSpc>
              <a:spcBef>
                <a:spcPts val="100"/>
              </a:spcBef>
              <a:buFont typeface="Wingdings" pitchFamily="2" charset="2"/>
              <a:buChar char="ü"/>
            </a:pPr>
            <a:r>
              <a:rPr lang="en-US" sz="1100" spc="55" dirty="0">
                <a:latin typeface="Tahoma"/>
                <a:cs typeface="Tahoma"/>
              </a:rPr>
              <a:t>before the loop starts</a:t>
            </a:r>
          </a:p>
          <a:p>
            <a:pPr marL="209550" marR="446405" indent="-171450">
              <a:lnSpc>
                <a:spcPct val="125299"/>
              </a:lnSpc>
              <a:spcBef>
                <a:spcPts val="100"/>
              </a:spcBef>
              <a:buFont typeface="Wingdings" pitchFamily="2" charset="2"/>
              <a:buChar char="ü"/>
            </a:pPr>
            <a:r>
              <a:rPr lang="en-US" sz="1100" spc="55" dirty="0">
                <a:latin typeface="Tahoma"/>
                <a:cs typeface="Tahoma"/>
              </a:rPr>
              <a:t>after each iteration</a:t>
            </a:r>
          </a:p>
          <a:p>
            <a:pPr marL="209550" marR="446405" indent="-171450">
              <a:lnSpc>
                <a:spcPct val="125299"/>
              </a:lnSpc>
              <a:spcBef>
                <a:spcPts val="100"/>
              </a:spcBef>
              <a:buFont typeface="Wingdings" pitchFamily="2" charset="2"/>
              <a:buChar char="ü"/>
            </a:pPr>
            <a:r>
              <a:rPr lang="en-US" sz="1100" spc="55" dirty="0">
                <a:latin typeface="Tahoma"/>
                <a:cs typeface="Tahoma"/>
              </a:rPr>
              <a:t>when the loop ends</a:t>
            </a:r>
          </a:p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100" spc="55" dirty="0">
                <a:latin typeface="Tahoma"/>
                <a:cs typeface="Tahoma"/>
              </a:rPr>
              <a:t>This is useful for proving loop correctness.</a:t>
            </a:r>
            <a:endParaRPr sz="1100" dirty="0">
              <a:latin typeface="Tahoma"/>
              <a:cs typeface="Tahoma"/>
            </a:endParaRPr>
          </a:p>
        </p:txBody>
      </p:sp>
      <p:pic>
        <p:nvPicPr>
          <p:cNvPr id="8" name="object 8">
            <a:extLst>
              <a:ext uri="{FF2B5EF4-FFF2-40B4-BE49-F238E27FC236}">
                <a16:creationId xmlns:a16="http://schemas.microsoft.com/office/drawing/2014/main" id="{52458C9B-9EC9-A09C-F3C8-D70F9087D1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410" y="1558251"/>
            <a:ext cx="65265" cy="65265"/>
          </a:xfrm>
          <a:prstGeom prst="rect">
            <a:avLst/>
          </a:prstGeom>
        </p:spPr>
      </p:pic>
      <p:sp>
        <p:nvSpPr>
          <p:cNvPr id="9" name="Shape 4">
            <a:extLst>
              <a:ext uri="{FF2B5EF4-FFF2-40B4-BE49-F238E27FC236}">
                <a16:creationId xmlns:a16="http://schemas.microsoft.com/office/drawing/2014/main" id="{9A027F5C-DC46-1457-5C44-D1E81E15C712}"/>
              </a:ext>
            </a:extLst>
          </p:cNvPr>
          <p:cNvSpPr/>
          <p:nvPr/>
        </p:nvSpPr>
        <p:spPr>
          <a:xfrm>
            <a:off x="2457450" y="1805052"/>
            <a:ext cx="1775118" cy="782006"/>
          </a:xfrm>
          <a:prstGeom prst="roundRect">
            <a:avLst>
              <a:gd name="adj" fmla="val 1667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03DAFBA0-7279-6967-75FD-1BAE322D6A01}"/>
              </a:ext>
            </a:extLst>
          </p:cNvPr>
          <p:cNvSpPr txBox="1">
            <a:spLocks noChangeArrowheads="1"/>
          </p:cNvSpPr>
          <p:nvPr/>
        </p:nvSpPr>
        <p:spPr>
          <a:xfrm>
            <a:off x="2549987" y="1921853"/>
            <a:ext cx="1931424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sz="1100" b="0" i="0">
                <a:solidFill>
                  <a:schemeClr val="tx1"/>
                </a:solidFill>
                <a:latin typeface="Tahoma"/>
                <a:ea typeface="+mn-ea"/>
                <a:cs typeface="Tahoma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(i &lt; n) {</a:t>
            </a:r>
          </a:p>
          <a:p>
            <a:r>
              <a:rPr lang="en-US" sz="9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sum = sum + A[i];</a:t>
            </a:r>
          </a:p>
          <a:p>
            <a:r>
              <a:rPr lang="en-US" sz="9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 = i + 1;</a:t>
            </a:r>
          </a:p>
          <a:p>
            <a:r>
              <a:rPr lang="en-US" sz="9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</a:p>
        </p:txBody>
      </p:sp>
      <p:sp>
        <p:nvSpPr>
          <p:cNvPr id="11" name="object 5">
            <a:extLst>
              <a:ext uri="{FF2B5EF4-FFF2-40B4-BE49-F238E27FC236}">
                <a16:creationId xmlns:a16="http://schemas.microsoft.com/office/drawing/2014/main" id="{3A4B769A-929D-F6BB-E336-E8116DF82935}"/>
              </a:ext>
            </a:extLst>
          </p:cNvPr>
          <p:cNvSpPr txBox="1"/>
          <p:nvPr/>
        </p:nvSpPr>
        <p:spPr>
          <a:xfrm>
            <a:off x="247650" y="1983206"/>
            <a:ext cx="2438400" cy="3833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000" dirty="0">
                <a:latin typeface="+mn-lt"/>
              </a:rPr>
              <a:t>Loop invariant: </a:t>
            </a:r>
            <a:r>
              <a:rPr lang="en-US" sz="1000" spc="55" dirty="0">
                <a:latin typeface="+mn-lt"/>
                <a:cs typeface="Tahoma"/>
              </a:rPr>
              <a:t>sum contains the total of processed elements.</a:t>
            </a:r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CEF296A6-C274-CA9E-2C07-46F604CA6DE2}"/>
              </a:ext>
            </a:extLst>
          </p:cNvPr>
          <p:cNvSpPr/>
          <p:nvPr/>
        </p:nvSpPr>
        <p:spPr>
          <a:xfrm>
            <a:off x="2457450" y="2694023"/>
            <a:ext cx="1775118" cy="594374"/>
          </a:xfrm>
          <a:prstGeom prst="roundRect">
            <a:avLst>
              <a:gd name="adj" fmla="val 1667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FC1C8136-BAC1-305D-41CB-2F8E8AF63177}"/>
              </a:ext>
            </a:extLst>
          </p:cNvPr>
          <p:cNvSpPr txBox="1">
            <a:spLocks noChangeArrowheads="1"/>
          </p:cNvSpPr>
          <p:nvPr/>
        </p:nvSpPr>
        <p:spPr>
          <a:xfrm>
            <a:off x="2549987" y="2759961"/>
            <a:ext cx="1931424" cy="4154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sz="1100" b="0" i="0">
                <a:solidFill>
                  <a:schemeClr val="tx1"/>
                </a:solidFill>
                <a:latin typeface="Tahoma"/>
                <a:ea typeface="+mn-ea"/>
                <a:cs typeface="Tahoma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 = 0</a:t>
            </a:r>
          </a:p>
          <a:p>
            <a:r>
              <a:rPr lang="en-US" sz="9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= 1 to n:</a:t>
            </a:r>
          </a:p>
          <a:p>
            <a:r>
              <a:rPr lang="en-US" sz="9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sum = sum + i</a:t>
            </a:r>
          </a:p>
        </p:txBody>
      </p:sp>
      <p:sp>
        <p:nvSpPr>
          <p:cNvPr id="14" name="object 5">
            <a:extLst>
              <a:ext uri="{FF2B5EF4-FFF2-40B4-BE49-F238E27FC236}">
                <a16:creationId xmlns:a16="http://schemas.microsoft.com/office/drawing/2014/main" id="{573E9402-CDF7-E767-61B6-62484689D143}"/>
              </a:ext>
            </a:extLst>
          </p:cNvPr>
          <p:cNvSpPr txBox="1"/>
          <p:nvPr/>
        </p:nvSpPr>
        <p:spPr>
          <a:xfrm>
            <a:off x="247650" y="2691310"/>
            <a:ext cx="2438400" cy="3833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446405">
              <a:lnSpc>
                <a:spcPct val="125299"/>
              </a:lnSpc>
              <a:spcBef>
                <a:spcPts val="100"/>
              </a:spcBef>
            </a:pPr>
            <a:r>
              <a:rPr lang="en-US" sz="1000" dirty="0">
                <a:latin typeface="+mn-lt"/>
              </a:rPr>
              <a:t>Loop invariant: </a:t>
            </a:r>
            <a:r>
              <a:rPr lang="en-US" sz="1000" spc="55" dirty="0">
                <a:latin typeface="+mn-lt"/>
                <a:cs typeface="Tahoma"/>
              </a:rPr>
              <a:t>After k iterations, sum = 1 + 2 + ... + k</a:t>
            </a:r>
          </a:p>
        </p:txBody>
      </p:sp>
    </p:spTree>
    <p:extLst>
      <p:ext uri="{BB962C8B-B14F-4D97-AF65-F5344CB8AC3E}">
        <p14:creationId xmlns:p14="http://schemas.microsoft.com/office/powerpoint/2010/main" val="3426632272"/>
      </p:ext>
    </p:extLst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F3560-7539-9023-B802-0D3A5CDB1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08647B8-D338-549F-A0F6-578161D9A6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-12"/>
            <a:ext cx="4608195" cy="350520"/>
          </a:xfrm>
          <a:custGeom>
            <a:avLst/>
            <a:gdLst/>
            <a:ahLst/>
            <a:cxnLst/>
            <a:rect l="l" t="t" r="r" b="b"/>
            <a:pathLst>
              <a:path w="4608195" h="350520">
                <a:moveTo>
                  <a:pt x="4608004" y="0"/>
                </a:moveTo>
                <a:lnTo>
                  <a:pt x="0" y="0"/>
                </a:lnTo>
                <a:lnTo>
                  <a:pt x="0" y="350126"/>
                </a:lnTo>
                <a:lnTo>
                  <a:pt x="4608004" y="350126"/>
                </a:lnTo>
                <a:lnTo>
                  <a:pt x="4608004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>
            <a:extLst>
              <a:ext uri="{FF2B5EF4-FFF2-40B4-BE49-F238E27FC236}">
                <a16:creationId xmlns:a16="http://schemas.microsoft.com/office/drawing/2014/main" id="{AC63398E-BB0F-0E5A-FDA8-8EEE58B0788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5300" y="59878"/>
            <a:ext cx="2536190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pc="-40" dirty="0"/>
              <a:t>Summary</a:t>
            </a:r>
            <a:endParaRPr spc="-25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DC5D14A-A006-BE88-A56F-CCFA18D6EC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2190721"/>
              </p:ext>
            </p:extLst>
          </p:nvPr>
        </p:nvGraphicFramePr>
        <p:xfrm>
          <a:off x="247650" y="587376"/>
          <a:ext cx="4114800" cy="1381144"/>
        </p:xfrm>
        <a:graphic>
          <a:graphicData uri="http://schemas.openxmlformats.org/drawingml/2006/table">
            <a:tbl>
              <a:tblPr/>
              <a:tblGrid>
                <a:gridCol w="1219200">
                  <a:extLst>
                    <a:ext uri="{9D8B030D-6E8A-4147-A177-3AD203B41FA5}">
                      <a16:colId xmlns:a16="http://schemas.microsoft.com/office/drawing/2014/main" val="1550823486"/>
                    </a:ext>
                  </a:extLst>
                </a:gridCol>
                <a:gridCol w="2895600">
                  <a:extLst>
                    <a:ext uri="{9D8B030D-6E8A-4147-A177-3AD203B41FA5}">
                      <a16:colId xmlns:a16="http://schemas.microsoft.com/office/drawing/2014/main" val="2073538118"/>
                    </a:ext>
                  </a:extLst>
                </a:gridCol>
              </a:tblGrid>
              <a:tr h="1563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 dirty="0"/>
                        <a:t>Concept</a:t>
                      </a:r>
                    </a:p>
                  </a:txBody>
                  <a:tcPr marL="33283" marR="33283" marT="16641" marB="166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 dirty="0"/>
                        <a:t>Main purpose or idea</a:t>
                      </a:r>
                    </a:p>
                  </a:txBody>
                  <a:tcPr marL="33283" marR="33283" marT="16641" marB="166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57584"/>
                  </a:ext>
                </a:extLst>
              </a:tr>
              <a:tr h="1563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BNF / CFG</a:t>
                      </a:r>
                    </a:p>
                  </a:txBody>
                  <a:tcPr marL="33283" marR="33283" marT="16641" marB="166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Formal tools for describing syntax</a:t>
                      </a:r>
                    </a:p>
                  </a:txBody>
                  <a:tcPr marL="33283" marR="33283" marT="16641" marB="166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2842093"/>
                  </a:ext>
                </a:extLst>
              </a:tr>
              <a:tr h="1563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Derivation / parse tree</a:t>
                      </a:r>
                    </a:p>
                  </a:txBody>
                  <a:tcPr marL="33283" marR="33283" marT="16641" marB="166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How grammar rules generate structure</a:t>
                      </a:r>
                    </a:p>
                  </a:txBody>
                  <a:tcPr marL="33283" marR="33283" marT="16641" marB="166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1584104"/>
                  </a:ext>
                </a:extLst>
              </a:tr>
              <a:tr h="2233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Ambiguity</a:t>
                      </a:r>
                    </a:p>
                  </a:txBody>
                  <a:tcPr marL="33283" marR="33283" marT="16641" marB="166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Multiple parse trees; must be avoided</a:t>
                      </a:r>
                    </a:p>
                  </a:txBody>
                  <a:tcPr marL="33283" marR="33283" marT="16641" marB="166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2684203"/>
                  </a:ext>
                </a:extLst>
              </a:tr>
              <a:tr h="1563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EBNF</a:t>
                      </a:r>
                    </a:p>
                  </a:txBody>
                  <a:tcPr marL="33283" marR="33283" marT="16641" marB="166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Compact grammar notation</a:t>
                      </a:r>
                    </a:p>
                  </a:txBody>
                  <a:tcPr marL="33283" marR="33283" marT="16641" marB="166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6364311"/>
                  </a:ext>
                </a:extLst>
              </a:tr>
              <a:tr h="1563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Static semantics</a:t>
                      </a:r>
                    </a:p>
                  </a:txBody>
                  <a:tcPr marL="33283" marR="33283" marT="16641" marB="166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Type/declaration rules beyond CFG</a:t>
                      </a:r>
                    </a:p>
                  </a:txBody>
                  <a:tcPr marL="33283" marR="33283" marT="16641" marB="166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9241682"/>
                  </a:ext>
                </a:extLst>
              </a:tr>
              <a:tr h="2903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Semantics</a:t>
                      </a:r>
                    </a:p>
                  </a:txBody>
                  <a:tcPr marL="33283" marR="33283" marT="16641" marB="166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Operational, denotational, and axiomatic views of meaning</a:t>
                      </a:r>
                    </a:p>
                  </a:txBody>
                  <a:tcPr marL="33283" marR="33283" marT="16641" marB="166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2376828"/>
                  </a:ext>
                </a:extLst>
              </a:tr>
            </a:tbl>
          </a:graphicData>
        </a:graphic>
      </p:graphicFrame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1B4E6B2-17A0-B124-2752-7CF32CFB7B6A}"/>
              </a:ext>
            </a:extLst>
          </p:cNvPr>
          <p:cNvSpPr/>
          <p:nvPr/>
        </p:nvSpPr>
        <p:spPr>
          <a:xfrm>
            <a:off x="552450" y="2416175"/>
            <a:ext cx="3505200" cy="685800"/>
          </a:xfrm>
          <a:prstGeom prst="roundRect">
            <a:avLst>
              <a:gd name="adj" fmla="val 11376"/>
            </a:avLst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rgbClr val="111827"/>
                </a:solidFill>
              </a:rPr>
              <a:t>Formal syntax tells us what programs look like; </a:t>
            </a:r>
          </a:p>
          <a:p>
            <a:pPr algn="ctr"/>
            <a:endParaRPr lang="en-US" sz="1100" b="1" dirty="0">
              <a:solidFill>
                <a:srgbClr val="111827"/>
              </a:solidFill>
            </a:endParaRPr>
          </a:p>
          <a:p>
            <a:pPr algn="ctr"/>
            <a:r>
              <a:rPr lang="en-US" sz="1100" b="1" dirty="0">
                <a:solidFill>
                  <a:srgbClr val="111827"/>
                </a:solidFill>
              </a:rPr>
              <a:t>Formal semantics tells us what programs mean.</a:t>
            </a:r>
          </a:p>
        </p:txBody>
      </p:sp>
    </p:spTree>
    <p:extLst>
      <p:ext uri="{BB962C8B-B14F-4D97-AF65-F5344CB8AC3E}">
        <p14:creationId xmlns:p14="http://schemas.microsoft.com/office/powerpoint/2010/main" val="3749832535"/>
      </p:ext>
    </p:extLst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397</TotalTime>
  <Words>1518</Words>
  <Application>Microsoft Macintosh PowerPoint</Application>
  <PresentationFormat>Custom</PresentationFormat>
  <Paragraphs>267</Paragraphs>
  <Slides>20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Aptos</vt:lpstr>
      <vt:lpstr>Arial</vt:lpstr>
      <vt:lpstr>Courier New</vt:lpstr>
      <vt:lpstr>Tahoma</vt:lpstr>
      <vt:lpstr>Trebuchet MS</vt:lpstr>
      <vt:lpstr>Wingdings</vt:lpstr>
      <vt:lpstr>Office Theme</vt:lpstr>
      <vt:lpstr>CS5070 Mathematical Structures for Computer Science Formal Language  </vt:lpstr>
      <vt:lpstr>How This Lecture Connects to Previous Topics</vt:lpstr>
      <vt:lpstr>Syntax vs. Semantics </vt:lpstr>
      <vt:lpstr>Language description terminology</vt:lpstr>
      <vt:lpstr>Recognizers and generators </vt:lpstr>
      <vt:lpstr>BNF and Context-Free Grammars</vt:lpstr>
      <vt:lpstr>Derivations</vt:lpstr>
      <vt:lpstr>Derivations</vt:lpstr>
      <vt:lpstr>Ambiguity in Grammars</vt:lpstr>
      <vt:lpstr>Real-world example: Ambiguous if-then-else</vt:lpstr>
      <vt:lpstr>Removing Ambiguity in Grammars</vt:lpstr>
      <vt:lpstr>Extended BNF</vt:lpstr>
      <vt:lpstr>Why CFGs are not enough</vt:lpstr>
      <vt:lpstr>Attribute grammars</vt:lpstr>
      <vt:lpstr>Three approaches to semantics</vt:lpstr>
      <vt:lpstr>Operational Semantics</vt:lpstr>
      <vt:lpstr>Denotational Semantics</vt:lpstr>
      <vt:lpstr>Axiomatic Semantics</vt:lpstr>
      <vt:lpstr>Loop Invariants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CS5070 Mathematical Structures for Computer Science - Notes 7</dc:title>
  <dc:creator>José Garrido</dc:creator>
  <cp:lastModifiedBy>Kun Suo</cp:lastModifiedBy>
  <cp:revision>5</cp:revision>
  <dcterms:created xsi:type="dcterms:W3CDTF">2026-04-21T18:14:43Z</dcterms:created>
  <dcterms:modified xsi:type="dcterms:W3CDTF">2026-06-05T03:03:22Z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2022-04-11T00:00:00Z</vt:filetime>
  </property>
  <property fmtid="{D5CDD505-2E9C-101B-9397-08002B2CF9AE}" pid="4" name="Creator">
    <vt:lpwstr>LaTeX with Beamer class</vt:lpwstr>
  </property>
  <property fmtid="{D5CDD505-2E9C-101B-9397-08002B2CF9AE}" pid="5" name="LastSaved">
    <vt:filetime>2026-04-21T00:00:00Z</vt:filetime>
  </property>
  <property fmtid="{D5CDD505-2E9C-101B-9397-08002B2CF9AE}" pid="6" name="PTEX.Fullbanner">
    <vt:lpwstr>This is MiKTeX-pdfTeX 2.9.6870 (1.40.19)</vt:lpwstr>
  </property>
  <property fmtid="{D5CDD505-2E9C-101B-9397-08002B2CF9AE}" pid="7" name="Producer">
    <vt:lpwstr>pdfTeX-1.40.19</vt:lpwstr>
  </property>
  <property fmtid="{D5CDD505-2E9C-101B-9397-08002B2CF9AE}" pid="8" name="data-panorama-remediation-history">
    <vt:lpwstr>[{"pageNumber":0,"geomIndex":0,"lastGeomIndex":6,"textElement":"CS5070","tableIndex":-1,"rowIndex":-1,"cellIndex":-1,"fontColor":"#b30000","identifiers":{"PARAGRAPH_ID":"0","RUN_ID":"0","SLIDE_ID":"0"},"issueDetails":{"luminance25":"0.6866853124353136","isHeader":"false","luminance75":"0.6866853124353136","textColor":"cc0000"},"issueTypeId":"LowContrastIssue:PPTX","dismiss":false,"pageNumbers":[1],"coordinatesList":[[18.552000045776367,60.8599853515625,325.92471504211426,6.823440074920654]]},{"pageNumber":0,"geomIndex":46,"lastGeomIndex":47,"textElement":"-","tableIndex":-1,"rowIndex":-1,"cellIndex":-1,"fontColor":"#b30000","identifiers":{"PARAGRAPH_ID":"1","RUN_ID":"0","SLIDE_ID":"0"},"issueDetails":{"luminance25":"0.6866853124353136","isHeader":"false","luminance75":"0.6866853124353136","textColor":"cc0000"},"issueTypeId":"LowContrastIssue:PPTX","dismiss":false,"pageNumbers":[1],"coordinatesList":[[154.05999755859375,78.6199951171875,55.205841064453125,6.823440074920654]]},{"languageSet":"default","pageNumber":0,"geomIndex":-1,"identifiers":{},"issueTypeId":"MissingLanguageSetIssue:PPTX","dismiss":false,"pageNumbers":[1],"coordinatesList":[[10.0,10.0,2.0,2.0]]},{"isReadingOrderVerified":"true","pageNumber":0,"geomIndex":-1,"issueTypeId":"ReadingOrderIssue:PPTX","dismiss":false,"pageNumbers":[2],"coordinatesList":[[10.0,10.0,2.0,2.0]]},{"isReadingOrderVerified":"true","pageNumber":0,"geomIndex":-1,"issueTypeId":"ReadingOrderIssue:PPTX","dismiss":false,"pageNumbers":[3],"coordinatesList":[[10.0,10.0,2.0,2.0]]},{"isReadingOrderVerified":"true","pageNumber":0,"geomIndex":-1,"issueTypeId":"ReadingOrderIssue:PPTX","dismiss":false,"pageNumbers":[4],"coordinatesList":[[10.0,10.0,2.0,2.0]]},{"isReadingOrderVerified":"true","pageNumber":0,"geomIndex":-1,"issueTypeId":"ReadingOrderIssue:PPTX","dismiss":false,"pageNumbers":[5],"coordinatesList":[[10.0,10.0,2.0,2.0]]},{"isReadingOrderVerified":"true","pageNumber":0,"geomIndex":-1,"issueTypeId":"ReadingOrderIssue:PPTX","dismiss":false,"pageNumbers":[11],"coordinatesList":[[10.0,10.0,2.0,2.0]]}]</vt:lpwstr>
  </property>
  <property fmtid="{D5CDD505-2E9C-101B-9397-08002B2CF9AE}" pid="9" name="ReadingOrderVerifiedPages">
    <vt:lpwstr>2,3,4,5,11</vt:lpwstr>
  </property>
</Properties>
</file>
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5" r:id="rId10"/>
    <p:sldId id="266" r:id="rId11"/>
    <p:sldId id="267" r:id="rId12"/>
    <p:sldId id="263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1FF"/>
    <a:srgbClr val="E7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5CAAF-2917-E14F-9589-FD7CC68EB0F8}" v="198" dt="2026-06-12T16:11:32.8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65"/>
    <p:restoredTop sz="94651"/>
  </p:normalViewPr>
  <p:slideViewPr>
    <p:cSldViewPr>
      <p:cViewPr varScale="1">
        <p:scale>
          <a:sx n="284" d="100"/>
          <a:sy n="284" d="100"/>
        </p:scale>
        <p:origin x="488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 Suo" userId="41c30799-3a2b-4880-86a3-8488be07954a" providerId="ADAL" clId="{01B90814-4EBE-5562-8795-CE1E7277191D}"/>
    <pc:docChg chg="undo custSel addSld delSld modSld sldOrd">
      <pc:chgData name="Kun Suo" userId="41c30799-3a2b-4880-86a3-8488be07954a" providerId="ADAL" clId="{01B90814-4EBE-5562-8795-CE1E7277191D}" dt="2026-06-12T16:14:36.966" v="1469" actId="1076"/>
      <pc:docMkLst>
        <pc:docMk/>
      </pc:docMkLst>
      <pc:sldChg chg="modSp mod">
        <pc:chgData name="Kun Suo" userId="41c30799-3a2b-4880-86a3-8488be07954a" providerId="ADAL" clId="{01B90814-4EBE-5562-8795-CE1E7277191D}" dt="2026-06-04T21:12:55.431" v="221" actId="20577"/>
        <pc:sldMkLst>
          <pc:docMk/>
          <pc:sldMk cId="0" sldId="256"/>
        </pc:sldMkLst>
        <pc:spChg chg="mod">
          <ac:chgData name="Kun Suo" userId="41c30799-3a2b-4880-86a3-8488be07954a" providerId="ADAL" clId="{01B90814-4EBE-5562-8795-CE1E7277191D}" dt="2026-06-04T21:12:55.431" v="221" actId="20577"/>
          <ac:spMkLst>
            <pc:docMk/>
            <pc:sldMk cId="0" sldId="256"/>
            <ac:spMk id="12" creationId="{00000000-0000-0000-0000-000000000000}"/>
          </ac:spMkLst>
        </pc:spChg>
      </pc:sldChg>
      <pc:sldChg chg="addSp delSp modSp mod">
        <pc:chgData name="Kun Suo" userId="41c30799-3a2b-4880-86a3-8488be07954a" providerId="ADAL" clId="{01B90814-4EBE-5562-8795-CE1E7277191D}" dt="2026-06-04T21:16:45.039" v="254" actId="113"/>
        <pc:sldMkLst>
          <pc:docMk/>
          <pc:sldMk cId="0" sldId="257"/>
        </pc:sldMkLst>
        <pc:spChg chg="mod">
          <ac:chgData name="Kun Suo" userId="41c30799-3a2b-4880-86a3-8488be07954a" providerId="ADAL" clId="{01B90814-4EBE-5562-8795-CE1E7277191D}" dt="2026-06-04T21:14:33.384" v="228" actId="14100"/>
          <ac:spMkLst>
            <pc:docMk/>
            <pc:sldMk cId="0" sldId="257"/>
            <ac:spMk id="3" creationId="{00000000-0000-0000-0000-000000000000}"/>
          </ac:spMkLst>
        </pc:spChg>
        <pc:graphicFrameChg chg="add mod modGraphic">
          <ac:chgData name="Kun Suo" userId="41c30799-3a2b-4880-86a3-8488be07954a" providerId="ADAL" clId="{01B90814-4EBE-5562-8795-CE1E7277191D}" dt="2026-06-04T21:16:45.039" v="254" actId="113"/>
          <ac:graphicFrameMkLst>
            <pc:docMk/>
            <pc:sldMk cId="0" sldId="257"/>
            <ac:graphicFrameMk id="16" creationId="{DB046037-568A-3569-6952-00B7C4BA3C2C}"/>
          </ac:graphicFrameMkLst>
        </pc:graphicFrameChg>
      </pc:sldChg>
      <pc:sldChg chg="addSp delSp modSp add mod">
        <pc:chgData name="Kun Suo" userId="41c30799-3a2b-4880-86a3-8488be07954a" providerId="ADAL" clId="{01B90814-4EBE-5562-8795-CE1E7277191D}" dt="2026-06-04T21:51:15.227" v="477" actId="207"/>
        <pc:sldMkLst>
          <pc:docMk/>
          <pc:sldMk cId="746091037" sldId="258"/>
        </pc:sldMkLst>
        <pc:spChg chg="mod">
          <ac:chgData name="Kun Suo" userId="41c30799-3a2b-4880-86a3-8488be07954a" providerId="ADAL" clId="{01B90814-4EBE-5562-8795-CE1E7277191D}" dt="2026-06-04T21:21:10.609" v="257"/>
          <ac:spMkLst>
            <pc:docMk/>
            <pc:sldMk cId="746091037" sldId="258"/>
            <ac:spMk id="3" creationId="{6DF5FC8A-FD35-342A-3A69-F211C0A22CDD}"/>
          </ac:spMkLst>
        </pc:spChg>
        <pc:spChg chg="add mod">
          <ac:chgData name="Kun Suo" userId="41c30799-3a2b-4880-86a3-8488be07954a" providerId="ADAL" clId="{01B90814-4EBE-5562-8795-CE1E7277191D}" dt="2026-06-04T21:51:03.965" v="476" actId="207"/>
          <ac:spMkLst>
            <pc:docMk/>
            <pc:sldMk cId="746091037" sldId="258"/>
            <ac:spMk id="29" creationId="{7AA2800C-A29D-7BC8-B437-D580AF9958E1}"/>
          </ac:spMkLst>
        </pc:spChg>
        <pc:spChg chg="add mod">
          <ac:chgData name="Kun Suo" userId="41c30799-3a2b-4880-86a3-8488be07954a" providerId="ADAL" clId="{01B90814-4EBE-5562-8795-CE1E7277191D}" dt="2026-06-04T21:51:15.227" v="477" actId="207"/>
          <ac:spMkLst>
            <pc:docMk/>
            <pc:sldMk cId="746091037" sldId="258"/>
            <ac:spMk id="31" creationId="{0B3A0A5C-FED4-6578-A1A0-8EBED8482FE9}"/>
          </ac:spMkLst>
        </pc:spChg>
        <pc:spChg chg="add mod">
          <ac:chgData name="Kun Suo" userId="41c30799-3a2b-4880-86a3-8488be07954a" providerId="ADAL" clId="{01B90814-4EBE-5562-8795-CE1E7277191D}" dt="2026-06-04T21:28:21.629" v="307" actId="1076"/>
          <ac:spMkLst>
            <pc:docMk/>
            <pc:sldMk cId="746091037" sldId="258"/>
            <ac:spMk id="33" creationId="{1054DEA1-2DF3-4D7E-015C-5C3BB75952DF}"/>
          </ac:spMkLst>
        </pc:spChg>
        <pc:spChg chg="add mod">
          <ac:chgData name="Kun Suo" userId="41c30799-3a2b-4880-86a3-8488be07954a" providerId="ADAL" clId="{01B90814-4EBE-5562-8795-CE1E7277191D}" dt="2026-06-04T21:29:01.136" v="312" actId="14100"/>
          <ac:spMkLst>
            <pc:docMk/>
            <pc:sldMk cId="746091037" sldId="258"/>
            <ac:spMk id="34" creationId="{F4378181-EF13-D6A8-DA49-23A9FBE47B57}"/>
          </ac:spMkLst>
        </pc:spChg>
        <pc:spChg chg="add mod">
          <ac:chgData name="Kun Suo" userId="41c30799-3a2b-4880-86a3-8488be07954a" providerId="ADAL" clId="{01B90814-4EBE-5562-8795-CE1E7277191D}" dt="2026-06-04T21:29:32.982" v="323" actId="1076"/>
          <ac:spMkLst>
            <pc:docMk/>
            <pc:sldMk cId="746091037" sldId="258"/>
            <ac:spMk id="37" creationId="{B104A074-1370-32C9-E687-B1D33342B6DC}"/>
          </ac:spMkLst>
        </pc:spChg>
        <pc:spChg chg="add mod">
          <ac:chgData name="Kun Suo" userId="41c30799-3a2b-4880-86a3-8488be07954a" providerId="ADAL" clId="{01B90814-4EBE-5562-8795-CE1E7277191D}" dt="2026-06-04T21:29:35.933" v="324" actId="1076"/>
          <ac:spMkLst>
            <pc:docMk/>
            <pc:sldMk cId="746091037" sldId="258"/>
            <ac:spMk id="38" creationId="{38784D25-8880-56AF-C507-DA0503521333}"/>
          </ac:spMkLst>
        </pc:spChg>
      </pc:sldChg>
      <pc:sldChg chg="addSp delSp modSp add mod">
        <pc:chgData name="Kun Suo" userId="41c30799-3a2b-4880-86a3-8488be07954a" providerId="ADAL" clId="{01B90814-4EBE-5562-8795-CE1E7277191D}" dt="2026-06-12T14:57:22.726" v="1333" actId="20577"/>
        <pc:sldMkLst>
          <pc:docMk/>
          <pc:sldMk cId="1270976543" sldId="259"/>
        </pc:sldMkLst>
        <pc:spChg chg="mod">
          <ac:chgData name="Kun Suo" userId="41c30799-3a2b-4880-86a3-8488be07954a" providerId="ADAL" clId="{01B90814-4EBE-5562-8795-CE1E7277191D}" dt="2026-06-04T21:40:35.445" v="409"/>
          <ac:spMkLst>
            <pc:docMk/>
            <pc:sldMk cId="1270976543" sldId="259"/>
            <ac:spMk id="3" creationId="{58C8ACDB-86C5-1F67-842D-E7D5AD972F5C}"/>
          </ac:spMkLst>
        </pc:spChg>
        <pc:spChg chg="mod">
          <ac:chgData name="Kun Suo" userId="41c30799-3a2b-4880-86a3-8488be07954a" providerId="ADAL" clId="{01B90814-4EBE-5562-8795-CE1E7277191D}" dt="2026-06-12T14:57:22.726" v="1333" actId="20577"/>
          <ac:spMkLst>
            <pc:docMk/>
            <pc:sldMk cId="1270976543" sldId="259"/>
            <ac:spMk id="5" creationId="{E979642E-709F-5D90-B196-47468F9CBD3C}"/>
          </ac:spMkLst>
        </pc:spChg>
        <pc:spChg chg="add mod">
          <ac:chgData name="Kun Suo" userId="41c30799-3a2b-4880-86a3-8488be07954a" providerId="ADAL" clId="{01B90814-4EBE-5562-8795-CE1E7277191D}" dt="2026-06-04T21:46:35.045" v="468" actId="1076"/>
          <ac:spMkLst>
            <pc:docMk/>
            <pc:sldMk cId="1270976543" sldId="259"/>
            <ac:spMk id="18" creationId="{A0BA8ABF-B033-7A6E-D301-F5038A9F39E5}"/>
          </ac:spMkLst>
        </pc:spChg>
        <pc:spChg chg="add mod">
          <ac:chgData name="Kun Suo" userId="41c30799-3a2b-4880-86a3-8488be07954a" providerId="ADAL" clId="{01B90814-4EBE-5562-8795-CE1E7277191D}" dt="2026-06-04T21:46:20.437" v="462" actId="1076"/>
          <ac:spMkLst>
            <pc:docMk/>
            <pc:sldMk cId="1270976543" sldId="259"/>
            <ac:spMk id="20" creationId="{C2FFEE57-C2B6-ACF6-494D-CF27EE3AC979}"/>
          </ac:spMkLst>
        </pc:spChg>
        <pc:picChg chg="mod">
          <ac:chgData name="Kun Suo" userId="41c30799-3a2b-4880-86a3-8488be07954a" providerId="ADAL" clId="{01B90814-4EBE-5562-8795-CE1E7277191D}" dt="2026-06-04T21:41:30.216" v="423" actId="1035"/>
          <ac:picMkLst>
            <pc:docMk/>
            <pc:sldMk cId="1270976543" sldId="259"/>
            <ac:picMk id="4" creationId="{0A82A184-31A2-4B3E-DEBB-82BF1E346E18}"/>
          </ac:picMkLst>
        </pc:picChg>
        <pc:picChg chg="mod">
          <ac:chgData name="Kun Suo" userId="41c30799-3a2b-4880-86a3-8488be07954a" providerId="ADAL" clId="{01B90814-4EBE-5562-8795-CE1E7277191D}" dt="2026-06-04T21:41:27.199" v="422" actId="1036"/>
          <ac:picMkLst>
            <pc:docMk/>
            <pc:sldMk cId="1270976543" sldId="259"/>
            <ac:picMk id="7" creationId="{79C6EC03-A5CC-1C7D-AC4A-FAE40E5C2FFB}"/>
          </ac:picMkLst>
        </pc:picChg>
        <pc:picChg chg="mod">
          <ac:chgData name="Kun Suo" userId="41c30799-3a2b-4880-86a3-8488be07954a" providerId="ADAL" clId="{01B90814-4EBE-5562-8795-CE1E7277191D}" dt="2026-06-04T21:44:29.539" v="438" actId="1076"/>
          <ac:picMkLst>
            <pc:docMk/>
            <pc:sldMk cId="1270976543" sldId="259"/>
            <ac:picMk id="8" creationId="{B79B8925-9198-DBAD-1736-AE070288FD74}"/>
          </ac:picMkLst>
        </pc:picChg>
        <pc:picChg chg="add mod">
          <ac:chgData name="Kun Suo" userId="41c30799-3a2b-4880-86a3-8488be07954a" providerId="ADAL" clId="{01B90814-4EBE-5562-8795-CE1E7277191D}" dt="2026-06-04T21:44:25.377" v="437" actId="1076"/>
          <ac:picMkLst>
            <pc:docMk/>
            <pc:sldMk cId="1270976543" sldId="259"/>
            <ac:picMk id="15" creationId="{C51396FA-30C7-9A5C-91DA-6D576B4794FA}"/>
          </ac:picMkLst>
        </pc:picChg>
      </pc:sldChg>
      <pc:sldChg chg="addSp delSp modSp add mod">
        <pc:chgData name="Kun Suo" userId="41c30799-3a2b-4880-86a3-8488be07954a" providerId="ADAL" clId="{01B90814-4EBE-5562-8795-CE1E7277191D}" dt="2026-06-12T14:43:09.482" v="1329" actId="20577"/>
        <pc:sldMkLst>
          <pc:docMk/>
          <pc:sldMk cId="1977322455" sldId="260"/>
        </pc:sldMkLst>
        <pc:spChg chg="mod">
          <ac:chgData name="Kun Suo" userId="41c30799-3a2b-4880-86a3-8488be07954a" providerId="ADAL" clId="{01B90814-4EBE-5562-8795-CE1E7277191D}" dt="2026-06-04T21:30:08.229" v="327"/>
          <ac:spMkLst>
            <pc:docMk/>
            <pc:sldMk cId="1977322455" sldId="260"/>
            <ac:spMk id="3" creationId="{C7118FF0-184C-81AE-DDF0-9ADAE6EDD844}"/>
          </ac:spMkLst>
        </pc:spChg>
        <pc:graphicFrameChg chg="add mod modGraphic">
          <ac:chgData name="Kun Suo" userId="41c30799-3a2b-4880-86a3-8488be07954a" providerId="ADAL" clId="{01B90814-4EBE-5562-8795-CE1E7277191D}" dt="2026-06-12T14:43:09.482" v="1329" actId="20577"/>
          <ac:graphicFrameMkLst>
            <pc:docMk/>
            <pc:sldMk cId="1977322455" sldId="260"/>
            <ac:graphicFrameMk id="5" creationId="{6CB3809D-FBFB-D3A6-3A32-E4D106BD8B77}"/>
          </ac:graphicFrameMkLst>
        </pc:graphicFrameChg>
      </pc:sldChg>
      <pc:sldChg chg="delSp modSp add mod">
        <pc:chgData name="Kun Suo" userId="41c30799-3a2b-4880-86a3-8488be07954a" providerId="ADAL" clId="{01B90814-4EBE-5562-8795-CE1E7277191D}" dt="2026-06-12T14:50:27.258" v="1330" actId="14100"/>
        <pc:sldMkLst>
          <pc:docMk/>
          <pc:sldMk cId="4220046724" sldId="261"/>
        </pc:sldMkLst>
        <pc:spChg chg="mod">
          <ac:chgData name="Kun Suo" userId="41c30799-3a2b-4880-86a3-8488be07954a" providerId="ADAL" clId="{01B90814-4EBE-5562-8795-CE1E7277191D}" dt="2026-06-04T21:37:02.218" v="376"/>
          <ac:spMkLst>
            <pc:docMk/>
            <pc:sldMk cId="4220046724" sldId="261"/>
            <ac:spMk id="3" creationId="{D5B31607-96D5-0E50-9371-B98DA3EE605D}"/>
          </ac:spMkLst>
        </pc:spChg>
        <pc:spChg chg="mod">
          <ac:chgData name="Kun Suo" userId="41c30799-3a2b-4880-86a3-8488be07954a" providerId="ADAL" clId="{01B90814-4EBE-5562-8795-CE1E7277191D}" dt="2026-06-04T21:51:27.247" v="480" actId="207"/>
          <ac:spMkLst>
            <pc:docMk/>
            <pc:sldMk cId="4220046724" sldId="261"/>
            <ac:spMk id="29" creationId="{B9E077DB-44AA-8A3F-AF78-4010B25506B3}"/>
          </ac:spMkLst>
        </pc:spChg>
        <pc:spChg chg="mod">
          <ac:chgData name="Kun Suo" userId="41c30799-3a2b-4880-86a3-8488be07954a" providerId="ADAL" clId="{01B90814-4EBE-5562-8795-CE1E7277191D}" dt="2026-06-04T21:51:21.680" v="478" actId="207"/>
          <ac:spMkLst>
            <pc:docMk/>
            <pc:sldMk cId="4220046724" sldId="261"/>
            <ac:spMk id="31" creationId="{1B4B1251-E226-B967-5A38-03B34197A798}"/>
          </ac:spMkLst>
        </pc:spChg>
        <pc:spChg chg="mod">
          <ac:chgData name="Kun Suo" userId="41c30799-3a2b-4880-86a3-8488be07954a" providerId="ADAL" clId="{01B90814-4EBE-5562-8795-CE1E7277191D}" dt="2026-06-12T14:50:27.258" v="1330" actId="14100"/>
          <ac:spMkLst>
            <pc:docMk/>
            <pc:sldMk cId="4220046724" sldId="261"/>
            <ac:spMk id="33" creationId="{4211D8C7-72E4-D48D-CE79-03C327958DC4}"/>
          </ac:spMkLst>
        </pc:spChg>
        <pc:spChg chg="mod">
          <ac:chgData name="Kun Suo" userId="41c30799-3a2b-4880-86a3-8488be07954a" providerId="ADAL" clId="{01B90814-4EBE-5562-8795-CE1E7277191D}" dt="2026-06-04T21:44:57.447" v="445" actId="108"/>
          <ac:spMkLst>
            <pc:docMk/>
            <pc:sldMk cId="4220046724" sldId="261"/>
            <ac:spMk id="34" creationId="{94EC4AEB-369D-DFC2-05B0-7B650776DEDC}"/>
          </ac:spMkLst>
        </pc:spChg>
      </pc:sldChg>
      <pc:sldChg chg="addSp delSp modSp add mod">
        <pc:chgData name="Kun Suo" userId="41c30799-3a2b-4880-86a3-8488be07954a" providerId="ADAL" clId="{01B90814-4EBE-5562-8795-CE1E7277191D}" dt="2026-06-04T21:56:55.039" v="547" actId="20577"/>
        <pc:sldMkLst>
          <pc:docMk/>
          <pc:sldMk cId="2082143027" sldId="262"/>
        </pc:sldMkLst>
        <pc:spChg chg="mod">
          <ac:chgData name="Kun Suo" userId="41c30799-3a2b-4880-86a3-8488be07954a" providerId="ADAL" clId="{01B90814-4EBE-5562-8795-CE1E7277191D}" dt="2026-06-04T21:49:39.189" v="469"/>
          <ac:spMkLst>
            <pc:docMk/>
            <pc:sldMk cId="2082143027" sldId="262"/>
            <ac:spMk id="3" creationId="{A049F428-ADE6-3CC9-A9DA-BB26938CEFD3}"/>
          </ac:spMkLst>
        </pc:spChg>
        <pc:spChg chg="mod">
          <ac:chgData name="Kun Suo" userId="41c30799-3a2b-4880-86a3-8488be07954a" providerId="ADAL" clId="{01B90814-4EBE-5562-8795-CE1E7277191D}" dt="2026-06-04T21:49:54.041" v="472"/>
          <ac:spMkLst>
            <pc:docMk/>
            <pc:sldMk cId="2082143027" sldId="262"/>
            <ac:spMk id="5" creationId="{695C13A3-3DEB-014E-5654-B38B4B9279C2}"/>
          </ac:spMkLst>
        </pc:spChg>
        <pc:spChg chg="add mod">
          <ac:chgData name="Kun Suo" userId="41c30799-3a2b-4880-86a3-8488be07954a" providerId="ADAL" clId="{01B90814-4EBE-5562-8795-CE1E7277191D}" dt="2026-06-04T21:56:18.946" v="530" actId="1076"/>
          <ac:spMkLst>
            <pc:docMk/>
            <pc:sldMk cId="2082143027" sldId="262"/>
            <ac:spMk id="15" creationId="{DBDC48DD-1D05-D543-6173-ACFE6719A41E}"/>
          </ac:spMkLst>
        </pc:spChg>
        <pc:spChg chg="add mod">
          <ac:chgData name="Kun Suo" userId="41c30799-3a2b-4880-86a3-8488be07954a" providerId="ADAL" clId="{01B90814-4EBE-5562-8795-CE1E7277191D}" dt="2026-06-04T21:56:18.946" v="530" actId="1076"/>
          <ac:spMkLst>
            <pc:docMk/>
            <pc:sldMk cId="2082143027" sldId="262"/>
            <ac:spMk id="16" creationId="{13E32254-1424-E2B3-EAB8-E2DB363F3D3D}"/>
          </ac:spMkLst>
        </pc:spChg>
        <pc:spChg chg="add mod">
          <ac:chgData name="Kun Suo" userId="41c30799-3a2b-4880-86a3-8488be07954a" providerId="ADAL" clId="{01B90814-4EBE-5562-8795-CE1E7277191D}" dt="2026-06-04T21:56:18.946" v="530" actId="1076"/>
          <ac:spMkLst>
            <pc:docMk/>
            <pc:sldMk cId="2082143027" sldId="262"/>
            <ac:spMk id="17" creationId="{D4A395CB-0403-6047-4C88-CBBEB4191394}"/>
          </ac:spMkLst>
        </pc:spChg>
        <pc:spChg chg="add mod">
          <ac:chgData name="Kun Suo" userId="41c30799-3a2b-4880-86a3-8488be07954a" providerId="ADAL" clId="{01B90814-4EBE-5562-8795-CE1E7277191D}" dt="2026-06-04T21:56:18.946" v="530" actId="1076"/>
          <ac:spMkLst>
            <pc:docMk/>
            <pc:sldMk cId="2082143027" sldId="262"/>
            <ac:spMk id="19" creationId="{7EB8C662-0E8C-4E76-B40B-D97130C9AE24}"/>
          </ac:spMkLst>
        </pc:spChg>
        <pc:spChg chg="add mod">
          <ac:chgData name="Kun Suo" userId="41c30799-3a2b-4880-86a3-8488be07954a" providerId="ADAL" clId="{01B90814-4EBE-5562-8795-CE1E7277191D}" dt="2026-06-04T21:56:45.516" v="544" actId="1076"/>
          <ac:spMkLst>
            <pc:docMk/>
            <pc:sldMk cId="2082143027" sldId="262"/>
            <ac:spMk id="21" creationId="{62D0BE65-E084-7037-3048-8CFAEE74D8C2}"/>
          </ac:spMkLst>
        </pc:spChg>
        <pc:spChg chg="add mod">
          <ac:chgData name="Kun Suo" userId="41c30799-3a2b-4880-86a3-8488be07954a" providerId="ADAL" clId="{01B90814-4EBE-5562-8795-CE1E7277191D}" dt="2026-06-04T21:56:55.039" v="547" actId="20577"/>
          <ac:spMkLst>
            <pc:docMk/>
            <pc:sldMk cId="2082143027" sldId="262"/>
            <ac:spMk id="22" creationId="{4043DA33-59CC-A419-A20E-CD503D547BD7}"/>
          </ac:spMkLst>
        </pc:spChg>
        <pc:picChg chg="mod">
          <ac:chgData name="Kun Suo" userId="41c30799-3a2b-4880-86a3-8488be07954a" providerId="ADAL" clId="{01B90814-4EBE-5562-8795-CE1E7277191D}" dt="2026-06-04T21:51:44.442" v="481" actId="1035"/>
          <ac:picMkLst>
            <pc:docMk/>
            <pc:sldMk cId="2082143027" sldId="262"/>
            <ac:picMk id="4" creationId="{5B1A4CFC-D940-1DDF-3BFE-A43875696F98}"/>
          </ac:picMkLst>
        </pc:picChg>
      </pc:sldChg>
      <pc:sldChg chg="addSp delSp modSp add mod modNotesTx">
        <pc:chgData name="Kun Suo" userId="41c30799-3a2b-4880-86a3-8488be07954a" providerId="ADAL" clId="{01B90814-4EBE-5562-8795-CE1E7277191D}" dt="2026-06-12T15:36:09.763" v="1399" actId="20577"/>
        <pc:sldMkLst>
          <pc:docMk/>
          <pc:sldMk cId="2531015647" sldId="263"/>
        </pc:sldMkLst>
        <pc:spChg chg="mod">
          <ac:chgData name="Kun Suo" userId="41c30799-3a2b-4880-86a3-8488be07954a" providerId="ADAL" clId="{01B90814-4EBE-5562-8795-CE1E7277191D}" dt="2026-06-05T02:11:16.421" v="734"/>
          <ac:spMkLst>
            <pc:docMk/>
            <pc:sldMk cId="2531015647" sldId="263"/>
            <ac:spMk id="3" creationId="{519876E8-EA5A-0BD7-1A15-2FF09C116CCC}"/>
          </ac:spMkLst>
        </pc:spChg>
        <pc:spChg chg="mod">
          <ac:chgData name="Kun Suo" userId="41c30799-3a2b-4880-86a3-8488be07954a" providerId="ADAL" clId="{01B90814-4EBE-5562-8795-CE1E7277191D}" dt="2026-06-05T02:15:59.211" v="825" actId="1035"/>
          <ac:spMkLst>
            <pc:docMk/>
            <pc:sldMk cId="2531015647" sldId="263"/>
            <ac:spMk id="5" creationId="{8AF5B7D9-1404-76A7-2863-58D6C7261C0F}"/>
          </ac:spMkLst>
        </pc:spChg>
        <pc:spChg chg="add mod">
          <ac:chgData name="Kun Suo" userId="41c30799-3a2b-4880-86a3-8488be07954a" providerId="ADAL" clId="{01B90814-4EBE-5562-8795-CE1E7277191D}" dt="2026-06-05T02:16:46.942" v="838" actId="403"/>
          <ac:spMkLst>
            <pc:docMk/>
            <pc:sldMk cId="2531015647" sldId="263"/>
            <ac:spMk id="17" creationId="{038EA13E-CCD7-1EDD-F10E-372547787B58}"/>
          </ac:spMkLst>
        </pc:spChg>
        <pc:spChg chg="add mod">
          <ac:chgData name="Kun Suo" userId="41c30799-3a2b-4880-86a3-8488be07954a" providerId="ADAL" clId="{01B90814-4EBE-5562-8795-CE1E7277191D}" dt="2026-06-12T15:35:01.990" v="1396" actId="1076"/>
          <ac:spMkLst>
            <pc:docMk/>
            <pc:sldMk cId="2531015647" sldId="263"/>
            <ac:spMk id="19" creationId="{01D032AB-1FDE-C650-ADF3-285E8F58756B}"/>
          </ac:spMkLst>
        </pc:spChg>
        <pc:spChg chg="add mod">
          <ac:chgData name="Kun Suo" userId="41c30799-3a2b-4880-86a3-8488be07954a" providerId="ADAL" clId="{01B90814-4EBE-5562-8795-CE1E7277191D}" dt="2026-06-05T02:17:06.836" v="844" actId="1076"/>
          <ac:spMkLst>
            <pc:docMk/>
            <pc:sldMk cId="2531015647" sldId="263"/>
            <ac:spMk id="21" creationId="{AED75D2C-F08D-76AF-8842-5D69D486A50E}"/>
          </ac:spMkLst>
        </pc:spChg>
        <pc:spChg chg="add mod">
          <ac:chgData name="Kun Suo" userId="41c30799-3a2b-4880-86a3-8488be07954a" providerId="ADAL" clId="{01B90814-4EBE-5562-8795-CE1E7277191D}" dt="2026-06-05T02:17:44.202" v="852" actId="404"/>
          <ac:spMkLst>
            <pc:docMk/>
            <pc:sldMk cId="2531015647" sldId="263"/>
            <ac:spMk id="23" creationId="{975C0E19-4C75-3576-1E09-7ABABB3CA84D}"/>
          </ac:spMkLst>
        </pc:spChg>
        <pc:graphicFrameChg chg="add mod modGraphic">
          <ac:chgData name="Kun Suo" userId="41c30799-3a2b-4880-86a3-8488be07954a" providerId="ADAL" clId="{01B90814-4EBE-5562-8795-CE1E7277191D}" dt="2026-06-05T02:33:04.281" v="1021"/>
          <ac:graphicFrameMkLst>
            <pc:docMk/>
            <pc:sldMk cId="2531015647" sldId="263"/>
            <ac:graphicFrameMk id="15" creationId="{7763B15C-593A-F907-D8D6-AAECF17667CD}"/>
          </ac:graphicFrameMkLst>
        </pc:graphicFrameChg>
        <pc:picChg chg="mod">
          <ac:chgData name="Kun Suo" userId="41c30799-3a2b-4880-86a3-8488be07954a" providerId="ADAL" clId="{01B90814-4EBE-5562-8795-CE1E7277191D}" dt="2026-06-05T02:15:59.211" v="825" actId="1035"/>
          <ac:picMkLst>
            <pc:docMk/>
            <pc:sldMk cId="2531015647" sldId="263"/>
            <ac:picMk id="4" creationId="{48934F09-A14C-CB95-10C5-310AF25ABA20}"/>
          </ac:picMkLst>
        </pc:picChg>
      </pc:sldChg>
      <pc:sldChg chg="addSp delSp modSp add mod">
        <pc:chgData name="Kun Suo" userId="41c30799-3a2b-4880-86a3-8488be07954a" providerId="ADAL" clId="{01B90814-4EBE-5562-8795-CE1E7277191D}" dt="2026-06-04T22:01:34.073" v="572" actId="1076"/>
        <pc:sldMkLst>
          <pc:docMk/>
          <pc:sldMk cId="910287547" sldId="264"/>
        </pc:sldMkLst>
        <pc:spChg chg="mod">
          <ac:chgData name="Kun Suo" userId="41c30799-3a2b-4880-86a3-8488be07954a" providerId="ADAL" clId="{01B90814-4EBE-5562-8795-CE1E7277191D}" dt="2026-06-04T21:57:49.029" v="551"/>
          <ac:spMkLst>
            <pc:docMk/>
            <pc:sldMk cId="910287547" sldId="264"/>
            <ac:spMk id="3" creationId="{D4C16D06-E9C5-86E0-8079-6D52927DB91F}"/>
          </ac:spMkLst>
        </pc:spChg>
        <pc:spChg chg="mod">
          <ac:chgData name="Kun Suo" userId="41c30799-3a2b-4880-86a3-8488be07954a" providerId="ADAL" clId="{01B90814-4EBE-5562-8795-CE1E7277191D}" dt="2026-06-04T22:01:00.763" v="561"/>
          <ac:spMkLst>
            <pc:docMk/>
            <pc:sldMk cId="910287547" sldId="264"/>
            <ac:spMk id="5" creationId="{C269A892-BDFD-6282-8E8F-E6F0CB9157DD}"/>
          </ac:spMkLst>
        </pc:spChg>
        <pc:picChg chg="add mod">
          <ac:chgData name="Kun Suo" userId="41c30799-3a2b-4880-86a3-8488be07954a" providerId="ADAL" clId="{01B90814-4EBE-5562-8795-CE1E7277191D}" dt="2026-06-04T22:01:09.886" v="565" actId="1076"/>
          <ac:picMkLst>
            <pc:docMk/>
            <pc:sldMk cId="910287547" sldId="264"/>
            <ac:picMk id="9" creationId="{852EBE0F-BF90-4D8E-C745-653B97642E99}"/>
          </ac:picMkLst>
        </pc:picChg>
        <pc:picChg chg="add mod">
          <ac:chgData name="Kun Suo" userId="41c30799-3a2b-4880-86a3-8488be07954a" providerId="ADAL" clId="{01B90814-4EBE-5562-8795-CE1E7277191D}" dt="2026-06-04T22:01:34.073" v="572" actId="1076"/>
          <ac:picMkLst>
            <pc:docMk/>
            <pc:sldMk cId="910287547" sldId="264"/>
            <ac:picMk id="11" creationId="{A02E762E-1FDF-BB2E-C38B-12BBBB1DB0E0}"/>
          </ac:picMkLst>
        </pc:picChg>
        <pc:picChg chg="mod">
          <ac:chgData name="Kun Suo" userId="41c30799-3a2b-4880-86a3-8488be07954a" providerId="ADAL" clId="{01B90814-4EBE-5562-8795-CE1E7277191D}" dt="2026-06-04T21:58:39.563" v="556" actId="1076"/>
          <ac:picMkLst>
            <pc:docMk/>
            <pc:sldMk cId="910287547" sldId="264"/>
            <ac:picMk id="15" creationId="{B0B6E0C6-E510-3B6D-C99C-19B3E7148EDF}"/>
          </ac:picMkLst>
        </pc:picChg>
      </pc:sldChg>
      <pc:sldChg chg="addSp delSp modSp add mod">
        <pc:chgData name="Kun Suo" userId="41c30799-3a2b-4880-86a3-8488be07954a" providerId="ADAL" clId="{01B90814-4EBE-5562-8795-CE1E7277191D}" dt="2026-06-12T15:12:17.302" v="1369"/>
        <pc:sldMkLst>
          <pc:docMk/>
          <pc:sldMk cId="2955307060" sldId="265"/>
        </pc:sldMkLst>
        <pc:spChg chg="mod">
          <ac:chgData name="Kun Suo" userId="41c30799-3a2b-4880-86a3-8488be07954a" providerId="ADAL" clId="{01B90814-4EBE-5562-8795-CE1E7277191D}" dt="2026-06-04T22:02:34.590" v="574"/>
          <ac:spMkLst>
            <pc:docMk/>
            <pc:sldMk cId="2955307060" sldId="265"/>
            <ac:spMk id="3" creationId="{6B5B16E2-61DF-FC0A-D065-EE6B4426C0A9}"/>
          </ac:spMkLst>
        </pc:spChg>
        <pc:spChg chg="mod">
          <ac:chgData name="Kun Suo" userId="41c30799-3a2b-4880-86a3-8488be07954a" providerId="ADAL" clId="{01B90814-4EBE-5562-8795-CE1E7277191D}" dt="2026-06-12T15:10:25.370" v="1334" actId="20577"/>
          <ac:spMkLst>
            <pc:docMk/>
            <pc:sldMk cId="2955307060" sldId="265"/>
            <ac:spMk id="5" creationId="{BAF59AF5-D550-99BA-0817-76D652E18369}"/>
          </ac:spMkLst>
        </pc:spChg>
        <pc:picChg chg="add mod">
          <ac:chgData name="Kun Suo" userId="41c30799-3a2b-4880-86a3-8488be07954a" providerId="ADAL" clId="{01B90814-4EBE-5562-8795-CE1E7277191D}" dt="2026-06-04T22:05:17.073" v="597" actId="1036"/>
          <ac:picMkLst>
            <pc:docMk/>
            <pc:sldMk cId="2955307060" sldId="265"/>
            <ac:picMk id="60" creationId="{9D77A751-0A80-D19B-DBCE-A3CC0BAE57B5}"/>
          </ac:picMkLst>
        </pc:picChg>
        <pc:picChg chg="add mod">
          <ac:chgData name="Kun Suo" userId="41c30799-3a2b-4880-86a3-8488be07954a" providerId="ADAL" clId="{01B90814-4EBE-5562-8795-CE1E7277191D}" dt="2026-06-04T22:06:27.006" v="608" actId="1076"/>
          <ac:picMkLst>
            <pc:docMk/>
            <pc:sldMk cId="2955307060" sldId="265"/>
            <ac:picMk id="3074" creationId="{3A3A87FE-97B9-7533-50B7-B79AF0B2B7C5}"/>
          </ac:picMkLst>
        </pc:picChg>
        <pc:inkChg chg="add del">
          <ac:chgData name="Kun Suo" userId="41c30799-3a2b-4880-86a3-8488be07954a" providerId="ADAL" clId="{01B90814-4EBE-5562-8795-CE1E7277191D}" dt="2026-06-12T15:12:17.302" v="1367"/>
          <ac:inkMkLst>
            <pc:docMk/>
            <pc:sldMk cId="2955307060" sldId="265"/>
            <ac:inkMk id="6" creationId="{7DD884D8-6612-EB8F-21AE-FF30C36A90DC}"/>
          </ac:inkMkLst>
        </pc:inkChg>
        <pc:inkChg chg="add del">
          <ac:chgData name="Kun Suo" userId="41c30799-3a2b-4880-86a3-8488be07954a" providerId="ADAL" clId="{01B90814-4EBE-5562-8795-CE1E7277191D}" dt="2026-06-12T15:12:17.299" v="1356"/>
          <ac:inkMkLst>
            <pc:docMk/>
            <pc:sldMk cId="2955307060" sldId="265"/>
            <ac:inkMk id="7" creationId="{CDB99C47-AEFC-DC98-5E7F-F1CA9F0A23D8}"/>
          </ac:inkMkLst>
        </pc:inkChg>
        <pc:inkChg chg="add del">
          <ac:chgData name="Kun Suo" userId="41c30799-3a2b-4880-86a3-8488be07954a" providerId="ADAL" clId="{01B90814-4EBE-5562-8795-CE1E7277191D}" dt="2026-06-12T15:12:17.300" v="1357"/>
          <ac:inkMkLst>
            <pc:docMk/>
            <pc:sldMk cId="2955307060" sldId="265"/>
            <ac:inkMk id="8" creationId="{80A67227-E453-6371-DB32-E00F2F79793E}"/>
          </ac:inkMkLst>
        </pc:inkChg>
        <pc:inkChg chg="add del">
          <ac:chgData name="Kun Suo" userId="41c30799-3a2b-4880-86a3-8488be07954a" providerId="ADAL" clId="{01B90814-4EBE-5562-8795-CE1E7277191D}" dt="2026-06-12T15:12:17.302" v="1366"/>
          <ac:inkMkLst>
            <pc:docMk/>
            <pc:sldMk cId="2955307060" sldId="265"/>
            <ac:inkMk id="9" creationId="{AB365A25-B7A7-0475-936A-CE0BFF86A83B}"/>
          </ac:inkMkLst>
        </pc:inkChg>
        <pc:inkChg chg="add">
          <ac:chgData name="Kun Suo" userId="41c30799-3a2b-4880-86a3-8488be07954a" providerId="ADAL" clId="{01B90814-4EBE-5562-8795-CE1E7277191D}" dt="2026-06-12T15:11:03.534" v="1339" actId="9405"/>
          <ac:inkMkLst>
            <pc:docMk/>
            <pc:sldMk cId="2955307060" sldId="265"/>
            <ac:inkMk id="10" creationId="{88BC1BF6-83D8-FA3C-6BA1-56A4A45E3F49}"/>
          </ac:inkMkLst>
        </pc:inkChg>
        <pc:inkChg chg="add del">
          <ac:chgData name="Kun Suo" userId="41c30799-3a2b-4880-86a3-8488be07954a" providerId="ADAL" clId="{01B90814-4EBE-5562-8795-CE1E7277191D}" dt="2026-06-12T15:12:17.301" v="1363"/>
          <ac:inkMkLst>
            <pc:docMk/>
            <pc:sldMk cId="2955307060" sldId="265"/>
            <ac:inkMk id="11" creationId="{E7345092-D5F1-751D-444E-C953B234E714}"/>
          </ac:inkMkLst>
        </pc:inkChg>
        <pc:inkChg chg="add del">
          <ac:chgData name="Kun Suo" userId="41c30799-3a2b-4880-86a3-8488be07954a" providerId="ADAL" clId="{01B90814-4EBE-5562-8795-CE1E7277191D}" dt="2026-06-12T15:12:17.299" v="1355"/>
          <ac:inkMkLst>
            <pc:docMk/>
            <pc:sldMk cId="2955307060" sldId="265"/>
            <ac:inkMk id="12" creationId="{7EA01DAD-23C2-24E9-6341-C47461EFFB11}"/>
          </ac:inkMkLst>
        </pc:inkChg>
        <pc:inkChg chg="add del">
          <ac:chgData name="Kun Suo" userId="41c30799-3a2b-4880-86a3-8488be07954a" providerId="ADAL" clId="{01B90814-4EBE-5562-8795-CE1E7277191D}" dt="2026-06-12T15:12:17.301" v="1362"/>
          <ac:inkMkLst>
            <pc:docMk/>
            <pc:sldMk cId="2955307060" sldId="265"/>
            <ac:inkMk id="13" creationId="{E3E6A305-0450-3EE1-8AA0-3361CAF5FB60}"/>
          </ac:inkMkLst>
        </pc:inkChg>
        <pc:inkChg chg="add del">
          <ac:chgData name="Kun Suo" userId="41c30799-3a2b-4880-86a3-8488be07954a" providerId="ADAL" clId="{01B90814-4EBE-5562-8795-CE1E7277191D}" dt="2026-06-12T15:12:17.297" v="1354"/>
          <ac:inkMkLst>
            <pc:docMk/>
            <pc:sldMk cId="2955307060" sldId="265"/>
            <ac:inkMk id="14" creationId="{8A39860C-D933-E474-E882-5C60373147ED}"/>
          </ac:inkMkLst>
        </pc:inkChg>
        <pc:inkChg chg="add del">
          <ac:chgData name="Kun Suo" userId="41c30799-3a2b-4880-86a3-8488be07954a" providerId="ADAL" clId="{01B90814-4EBE-5562-8795-CE1E7277191D}" dt="2026-06-12T15:12:17.301" v="1360"/>
          <ac:inkMkLst>
            <pc:docMk/>
            <pc:sldMk cId="2955307060" sldId="265"/>
            <ac:inkMk id="15" creationId="{2712AA2C-B5A5-DD99-891F-41732D76169C}"/>
          </ac:inkMkLst>
        </pc:inkChg>
        <pc:inkChg chg="add del">
          <ac:chgData name="Kun Suo" userId="41c30799-3a2b-4880-86a3-8488be07954a" providerId="ADAL" clId="{01B90814-4EBE-5562-8795-CE1E7277191D}" dt="2026-06-12T15:12:17.302" v="1365"/>
          <ac:inkMkLst>
            <pc:docMk/>
            <pc:sldMk cId="2955307060" sldId="265"/>
            <ac:inkMk id="16" creationId="{E94F4A31-51C9-28A8-4B17-CD1D99B24F53}"/>
          </ac:inkMkLst>
        </pc:inkChg>
        <pc:inkChg chg="add">
          <ac:chgData name="Kun Suo" userId="41c30799-3a2b-4880-86a3-8488be07954a" providerId="ADAL" clId="{01B90814-4EBE-5562-8795-CE1E7277191D}" dt="2026-06-12T15:11:34" v="1346" actId="9405"/>
          <ac:inkMkLst>
            <pc:docMk/>
            <pc:sldMk cId="2955307060" sldId="265"/>
            <ac:inkMk id="17" creationId="{18D30610-E357-E61B-A34B-CE7518F170E3}"/>
          </ac:inkMkLst>
        </pc:inkChg>
        <pc:inkChg chg="add">
          <ac:chgData name="Kun Suo" userId="41c30799-3a2b-4880-86a3-8488be07954a" providerId="ADAL" clId="{01B90814-4EBE-5562-8795-CE1E7277191D}" dt="2026-06-12T15:11:34.498" v="1347" actId="9405"/>
          <ac:inkMkLst>
            <pc:docMk/>
            <pc:sldMk cId="2955307060" sldId="265"/>
            <ac:inkMk id="18" creationId="{7CDB8258-7028-513D-8F41-D01C6755540A}"/>
          </ac:inkMkLst>
        </pc:inkChg>
        <pc:inkChg chg="add del">
          <ac:chgData name="Kun Suo" userId="41c30799-3a2b-4880-86a3-8488be07954a" providerId="ADAL" clId="{01B90814-4EBE-5562-8795-CE1E7277191D}" dt="2026-06-12T15:12:17.300" v="1359"/>
          <ac:inkMkLst>
            <pc:docMk/>
            <pc:sldMk cId="2955307060" sldId="265"/>
            <ac:inkMk id="19" creationId="{759E3C4F-0215-9CA3-5C8B-3009203952F6}"/>
          </ac:inkMkLst>
        </pc:inkChg>
        <pc:inkChg chg="add del">
          <ac:chgData name="Kun Suo" userId="41c30799-3a2b-4880-86a3-8488be07954a" providerId="ADAL" clId="{01B90814-4EBE-5562-8795-CE1E7277191D}" dt="2026-06-12T15:12:17.302" v="1368"/>
          <ac:inkMkLst>
            <pc:docMk/>
            <pc:sldMk cId="2955307060" sldId="265"/>
            <ac:inkMk id="20" creationId="{772B1710-1AD8-5FD1-BC66-773AD346A00D}"/>
          </ac:inkMkLst>
        </pc:inkChg>
        <pc:inkChg chg="add del">
          <ac:chgData name="Kun Suo" userId="41c30799-3a2b-4880-86a3-8488be07954a" providerId="ADAL" clId="{01B90814-4EBE-5562-8795-CE1E7277191D}" dt="2026-06-12T15:12:17.301" v="1361"/>
          <ac:inkMkLst>
            <pc:docMk/>
            <pc:sldMk cId="2955307060" sldId="265"/>
            <ac:inkMk id="21" creationId="{DADDF2CB-8F3F-CA53-66A3-13D630F6725A}"/>
          </ac:inkMkLst>
        </pc:inkChg>
        <pc:inkChg chg="add del">
          <ac:chgData name="Kun Suo" userId="41c30799-3a2b-4880-86a3-8488be07954a" providerId="ADAL" clId="{01B90814-4EBE-5562-8795-CE1E7277191D}" dt="2026-06-12T15:12:17.300" v="1358"/>
          <ac:inkMkLst>
            <pc:docMk/>
            <pc:sldMk cId="2955307060" sldId="265"/>
            <ac:inkMk id="22" creationId="{EB1B6254-FC84-7A4D-9BA8-4FE295B27A71}"/>
          </ac:inkMkLst>
        </pc:inkChg>
        <pc:inkChg chg="add del">
          <ac:chgData name="Kun Suo" userId="41c30799-3a2b-4880-86a3-8488be07954a" providerId="ADAL" clId="{01B90814-4EBE-5562-8795-CE1E7277191D}" dt="2026-06-12T15:12:17.302" v="1369"/>
          <ac:inkMkLst>
            <pc:docMk/>
            <pc:sldMk cId="2955307060" sldId="265"/>
            <ac:inkMk id="23" creationId="{C3E21613-E9F3-8BC7-F7E0-4A351E805205}"/>
          </ac:inkMkLst>
        </pc:inkChg>
        <pc:inkChg chg="add del">
          <ac:chgData name="Kun Suo" userId="41c30799-3a2b-4880-86a3-8488be07954a" providerId="ADAL" clId="{01B90814-4EBE-5562-8795-CE1E7277191D}" dt="2026-06-12T15:12:17.301" v="1364"/>
          <ac:inkMkLst>
            <pc:docMk/>
            <pc:sldMk cId="2955307060" sldId="265"/>
            <ac:inkMk id="24" creationId="{F631401F-08AD-DD64-910F-B60B422C2D39}"/>
          </ac:inkMkLst>
        </pc:inkChg>
      </pc:sldChg>
      <pc:sldChg chg="addSp delSp modSp add mod ord">
        <pc:chgData name="Kun Suo" userId="41c30799-3a2b-4880-86a3-8488be07954a" providerId="ADAL" clId="{01B90814-4EBE-5562-8795-CE1E7277191D}" dt="2026-06-12T15:19:05.868" v="1384"/>
        <pc:sldMkLst>
          <pc:docMk/>
          <pc:sldMk cId="4282987760" sldId="266"/>
        </pc:sldMkLst>
        <pc:spChg chg="mod">
          <ac:chgData name="Kun Suo" userId="41c30799-3a2b-4880-86a3-8488be07954a" providerId="ADAL" clId="{01B90814-4EBE-5562-8795-CE1E7277191D}" dt="2026-06-04T22:28:39.863" v="728" actId="20577"/>
          <ac:spMkLst>
            <pc:docMk/>
            <pc:sldMk cId="4282987760" sldId="266"/>
            <ac:spMk id="3" creationId="{8E5F8E45-D5D3-33E1-D3AF-70A572B80487}"/>
          </ac:spMkLst>
        </pc:spChg>
        <pc:spChg chg="add mod">
          <ac:chgData name="Kun Suo" userId="41c30799-3a2b-4880-86a3-8488be07954a" providerId="ADAL" clId="{01B90814-4EBE-5562-8795-CE1E7277191D}" dt="2026-06-04T22:25:56.979" v="686" actId="14100"/>
          <ac:spMkLst>
            <pc:docMk/>
            <pc:sldMk cId="4282987760" sldId="266"/>
            <ac:spMk id="6" creationId="{4579B3A3-1D06-02DC-1AFF-80BC14A2D697}"/>
          </ac:spMkLst>
        </pc:spChg>
        <pc:spChg chg="add mod">
          <ac:chgData name="Kun Suo" userId="41c30799-3a2b-4880-86a3-8488be07954a" providerId="ADAL" clId="{01B90814-4EBE-5562-8795-CE1E7277191D}" dt="2026-06-04T22:26:24.995" v="696" actId="1076"/>
          <ac:spMkLst>
            <pc:docMk/>
            <pc:sldMk cId="4282987760" sldId="266"/>
            <ac:spMk id="9" creationId="{8AA9B114-52E1-7C94-3D97-538A9ECD4545}"/>
          </ac:spMkLst>
        </pc:spChg>
        <pc:spChg chg="add mod">
          <ac:chgData name="Kun Suo" userId="41c30799-3a2b-4880-86a3-8488be07954a" providerId="ADAL" clId="{01B90814-4EBE-5562-8795-CE1E7277191D}" dt="2026-06-04T22:26:33.074" v="698" actId="1076"/>
          <ac:spMkLst>
            <pc:docMk/>
            <pc:sldMk cId="4282987760" sldId="266"/>
            <ac:spMk id="11" creationId="{9EAD9B06-0EF1-56F8-6D89-BC9EC3C2988E}"/>
          </ac:spMkLst>
        </pc:spChg>
        <pc:spChg chg="add mod">
          <ac:chgData name="Kun Suo" userId="41c30799-3a2b-4880-86a3-8488be07954a" providerId="ADAL" clId="{01B90814-4EBE-5562-8795-CE1E7277191D}" dt="2026-06-04T22:26:45.488" v="702" actId="20577"/>
          <ac:spMkLst>
            <pc:docMk/>
            <pc:sldMk cId="4282987760" sldId="266"/>
            <ac:spMk id="12" creationId="{67264D36-E7D2-A9F5-CC60-2C1D5CA23A44}"/>
          </ac:spMkLst>
        </pc:spChg>
        <pc:spChg chg="add mod">
          <ac:chgData name="Kun Suo" userId="41c30799-3a2b-4880-86a3-8488be07954a" providerId="ADAL" clId="{01B90814-4EBE-5562-8795-CE1E7277191D}" dt="2026-06-04T22:28:01.511" v="719" actId="20577"/>
          <ac:spMkLst>
            <pc:docMk/>
            <pc:sldMk cId="4282987760" sldId="266"/>
            <ac:spMk id="21" creationId="{4498BE56-E55C-467A-75AC-63F3E97FB985}"/>
          </ac:spMkLst>
        </pc:spChg>
        <pc:grpChg chg="del mod">
          <ac:chgData name="Kun Suo" userId="41c30799-3a2b-4880-86a3-8488be07954a" providerId="ADAL" clId="{01B90814-4EBE-5562-8795-CE1E7277191D}" dt="2026-06-12T15:18:47.863" v="1372"/>
          <ac:grpSpMkLst>
            <pc:docMk/>
            <pc:sldMk cId="4282987760" sldId="266"/>
            <ac:grpSpMk id="7" creationId="{99A16D55-55A9-3AD2-5520-180D6660D672}"/>
          </ac:grpSpMkLst>
        </pc:grpChg>
        <pc:grpChg chg="del mod">
          <ac:chgData name="Kun Suo" userId="41c30799-3a2b-4880-86a3-8488be07954a" providerId="ADAL" clId="{01B90814-4EBE-5562-8795-CE1E7277191D}" dt="2026-06-12T15:18:52.443" v="1374"/>
          <ac:grpSpMkLst>
            <pc:docMk/>
            <pc:sldMk cId="4282987760" sldId="266"/>
            <ac:grpSpMk id="8" creationId="{30C4D58E-25EC-8031-AADD-659991790D0B}"/>
          </ac:grpSpMkLst>
        </pc:grpChg>
        <pc:grpChg chg="del mod">
          <ac:chgData name="Kun Suo" userId="41c30799-3a2b-4880-86a3-8488be07954a" providerId="ADAL" clId="{01B90814-4EBE-5562-8795-CE1E7277191D}" dt="2026-06-12T15:18:52.443" v="1374"/>
          <ac:grpSpMkLst>
            <pc:docMk/>
            <pc:sldMk cId="4282987760" sldId="266"/>
            <ac:grpSpMk id="13" creationId="{12330AA9-CDC6-C7FB-DAB1-4FEF72509F81}"/>
          </ac:grpSpMkLst>
        </pc:grpChg>
        <pc:grpChg chg="del mod">
          <ac:chgData name="Kun Suo" userId="41c30799-3a2b-4880-86a3-8488be07954a" providerId="ADAL" clId="{01B90814-4EBE-5562-8795-CE1E7277191D}" dt="2026-06-12T15:19:05.867" v="1382"/>
          <ac:grpSpMkLst>
            <pc:docMk/>
            <pc:sldMk cId="4282987760" sldId="266"/>
            <ac:grpSpMk id="14" creationId="{0F401AA6-7278-C44F-D2B8-2DDA8EFECBFA}"/>
          </ac:grpSpMkLst>
        </pc:grpChg>
        <pc:grpChg chg="del mod">
          <ac:chgData name="Kun Suo" userId="41c30799-3a2b-4880-86a3-8488be07954a" providerId="ADAL" clId="{01B90814-4EBE-5562-8795-CE1E7277191D}" dt="2026-06-12T15:19:01.144" v="1378"/>
          <ac:grpSpMkLst>
            <pc:docMk/>
            <pc:sldMk cId="4282987760" sldId="266"/>
            <ac:grpSpMk id="18" creationId="{04E86645-6FEC-143A-9B6B-8A2CB0882AE6}"/>
          </ac:grpSpMkLst>
        </pc:grpChg>
        <pc:grpChg chg="del mod">
          <ac:chgData name="Kun Suo" userId="41c30799-3a2b-4880-86a3-8488be07954a" providerId="ADAL" clId="{01B90814-4EBE-5562-8795-CE1E7277191D}" dt="2026-06-12T15:19:05.866" v="1380"/>
          <ac:grpSpMkLst>
            <pc:docMk/>
            <pc:sldMk cId="4282987760" sldId="266"/>
            <ac:grpSpMk id="20" creationId="{C49C987E-27E7-6848-2EFD-F6B9103FE073}"/>
          </ac:grpSpMkLst>
        </pc:grpChg>
        <pc:picChg chg="add mod">
          <ac:chgData name="Kun Suo" userId="41c30799-3a2b-4880-86a3-8488be07954a" providerId="ADAL" clId="{01B90814-4EBE-5562-8795-CE1E7277191D}" dt="2026-06-04T22:27:38.597" v="712" actId="1035"/>
          <ac:picMkLst>
            <pc:docMk/>
            <pc:sldMk cId="4282987760" sldId="266"/>
            <ac:picMk id="19" creationId="{EA433F59-3A02-8A1E-1877-B5A33D9A89EE}"/>
          </ac:picMkLst>
        </pc:picChg>
        <pc:picChg chg="add mod">
          <ac:chgData name="Kun Suo" userId="41c30799-3a2b-4880-86a3-8488be07954a" providerId="ADAL" clId="{01B90814-4EBE-5562-8795-CE1E7277191D}" dt="2026-06-04T22:28:04.991" v="722" actId="1036"/>
          <ac:picMkLst>
            <pc:docMk/>
            <pc:sldMk cId="4282987760" sldId="266"/>
            <ac:picMk id="23" creationId="{78017793-A995-9C13-E003-B129BACFB8DA}"/>
          </ac:picMkLst>
        </pc:picChg>
        <pc:inkChg chg="add del mod">
          <ac:chgData name="Kun Suo" userId="41c30799-3a2b-4880-86a3-8488be07954a" providerId="ADAL" clId="{01B90814-4EBE-5562-8795-CE1E7277191D}" dt="2026-06-12T15:19:05.866" v="1379"/>
          <ac:inkMkLst>
            <pc:docMk/>
            <pc:sldMk cId="4282987760" sldId="266"/>
            <ac:inkMk id="4" creationId="{1D5E89C3-2D4C-F6A7-9322-80431973DFAE}"/>
          </ac:inkMkLst>
        </pc:inkChg>
        <pc:inkChg chg="add del mod">
          <ac:chgData name="Kun Suo" userId="41c30799-3a2b-4880-86a3-8488be07954a" providerId="ADAL" clId="{01B90814-4EBE-5562-8795-CE1E7277191D}" dt="2026-06-12T15:19:05.867" v="1383"/>
          <ac:inkMkLst>
            <pc:docMk/>
            <pc:sldMk cId="4282987760" sldId="266"/>
            <ac:inkMk id="5" creationId="{F8534148-5B37-3934-5A01-82FCEBEDB593}"/>
          </ac:inkMkLst>
        </pc:inkChg>
        <pc:inkChg chg="add del mod">
          <ac:chgData name="Kun Suo" userId="41c30799-3a2b-4880-86a3-8488be07954a" providerId="ADAL" clId="{01B90814-4EBE-5562-8795-CE1E7277191D}" dt="2026-06-12T15:19:05.867" v="1382"/>
          <ac:inkMkLst>
            <pc:docMk/>
            <pc:sldMk cId="4282987760" sldId="266"/>
            <ac:inkMk id="10" creationId="{BD882499-9691-2AC1-C753-53980364B722}"/>
          </ac:inkMkLst>
        </pc:inkChg>
        <pc:inkChg chg="add del">
          <ac:chgData name="Kun Suo" userId="41c30799-3a2b-4880-86a3-8488be07954a" providerId="ADAL" clId="{01B90814-4EBE-5562-8795-CE1E7277191D}" dt="2026-06-12T15:19:05.867" v="1381"/>
          <ac:inkMkLst>
            <pc:docMk/>
            <pc:sldMk cId="4282987760" sldId="266"/>
            <ac:inkMk id="15" creationId="{3C1EB63A-C09D-4C36-BDC8-D77F1B6BD981}"/>
          </ac:inkMkLst>
        </pc:inkChg>
        <pc:inkChg chg="add del mod">
          <ac:chgData name="Kun Suo" userId="41c30799-3a2b-4880-86a3-8488be07954a" providerId="ADAL" clId="{01B90814-4EBE-5562-8795-CE1E7277191D}" dt="2026-06-12T15:19:05.866" v="1380"/>
          <ac:inkMkLst>
            <pc:docMk/>
            <pc:sldMk cId="4282987760" sldId="266"/>
            <ac:inkMk id="16" creationId="{88CBAA67-1E8F-FF37-FAF4-12E47F3C1343}"/>
          </ac:inkMkLst>
        </pc:inkChg>
        <pc:inkChg chg="add del mod">
          <ac:chgData name="Kun Suo" userId="41c30799-3a2b-4880-86a3-8488be07954a" providerId="ADAL" clId="{01B90814-4EBE-5562-8795-CE1E7277191D}" dt="2026-06-12T15:19:05.868" v="1384"/>
          <ac:inkMkLst>
            <pc:docMk/>
            <pc:sldMk cId="4282987760" sldId="266"/>
            <ac:inkMk id="17" creationId="{EF71604B-A639-4966-6285-CA67AE406BF4}"/>
          </ac:inkMkLst>
        </pc:inkChg>
      </pc:sldChg>
      <pc:sldChg chg="addSp delSp modSp add mod">
        <pc:chgData name="Kun Suo" userId="41c30799-3a2b-4880-86a3-8488be07954a" providerId="ADAL" clId="{01B90814-4EBE-5562-8795-CE1E7277191D}" dt="2026-06-12T15:23:22.686" v="1394"/>
        <pc:sldMkLst>
          <pc:docMk/>
          <pc:sldMk cId="228590867" sldId="267"/>
        </pc:sldMkLst>
        <pc:spChg chg="mod">
          <ac:chgData name="Kun Suo" userId="41c30799-3a2b-4880-86a3-8488be07954a" providerId="ADAL" clId="{01B90814-4EBE-5562-8795-CE1E7277191D}" dt="2026-06-04T22:09:25.645" v="621" actId="14100"/>
          <ac:spMkLst>
            <pc:docMk/>
            <pc:sldMk cId="228590867" sldId="267"/>
            <ac:spMk id="3" creationId="{3D9F098D-A218-9A4D-3B66-AD2D1EC00ABF}"/>
          </ac:spMkLst>
        </pc:spChg>
        <pc:spChg chg="mod">
          <ac:chgData name="Kun Suo" userId="41c30799-3a2b-4880-86a3-8488be07954a" providerId="ADAL" clId="{01B90814-4EBE-5562-8795-CE1E7277191D}" dt="2026-06-04T22:12:52.876" v="659" actId="20577"/>
          <ac:spMkLst>
            <pc:docMk/>
            <pc:sldMk cId="228590867" sldId="267"/>
            <ac:spMk id="5" creationId="{DFCA85E8-749F-F68B-5DBF-D66BF64D515B}"/>
          </ac:spMkLst>
        </pc:spChg>
        <pc:spChg chg="add mod">
          <ac:chgData name="Kun Suo" userId="41c30799-3a2b-4880-86a3-8488be07954a" providerId="ADAL" clId="{01B90814-4EBE-5562-8795-CE1E7277191D}" dt="2026-06-04T22:13:03.562" v="666" actId="1076"/>
          <ac:spMkLst>
            <pc:docMk/>
            <pc:sldMk cId="228590867" sldId="267"/>
            <ac:spMk id="9" creationId="{EB2EC227-8D78-62D5-0314-CC53CE131501}"/>
          </ac:spMkLst>
        </pc:spChg>
        <pc:grpChg chg="del mod">
          <ac:chgData name="Kun Suo" userId="41c30799-3a2b-4880-86a3-8488be07954a" providerId="ADAL" clId="{01B90814-4EBE-5562-8795-CE1E7277191D}" dt="2026-06-12T15:23:07.796" v="1387"/>
          <ac:grpSpMkLst>
            <pc:docMk/>
            <pc:sldMk cId="228590867" sldId="267"/>
            <ac:grpSpMk id="10" creationId="{BED72CD7-8044-299A-80F5-3A766478A9A9}"/>
          </ac:grpSpMkLst>
        </pc:grpChg>
        <pc:grpChg chg="del mod">
          <ac:chgData name="Kun Suo" userId="41c30799-3a2b-4880-86a3-8488be07954a" providerId="ADAL" clId="{01B90814-4EBE-5562-8795-CE1E7277191D}" dt="2026-06-12T15:23:14.806" v="1390"/>
          <ac:grpSpMkLst>
            <pc:docMk/>
            <pc:sldMk cId="228590867" sldId="267"/>
            <ac:grpSpMk id="11" creationId="{A57B751B-CECA-98D0-CED6-6794E3457A8D}"/>
          </ac:grpSpMkLst>
        </pc:grpChg>
        <pc:grpChg chg="del mod">
          <ac:chgData name="Kun Suo" userId="41c30799-3a2b-4880-86a3-8488be07954a" providerId="ADAL" clId="{01B90814-4EBE-5562-8795-CE1E7277191D}" dt="2026-06-12T15:23:14.806" v="1390"/>
          <ac:grpSpMkLst>
            <pc:docMk/>
            <pc:sldMk cId="228590867" sldId="267"/>
            <ac:grpSpMk id="14" creationId="{38FB001E-92DF-22D9-E70A-A052C73F932B}"/>
          </ac:grpSpMkLst>
        </pc:grpChg>
        <pc:grpChg chg="del mod">
          <ac:chgData name="Kun Suo" userId="41c30799-3a2b-4880-86a3-8488be07954a" providerId="ADAL" clId="{01B90814-4EBE-5562-8795-CE1E7277191D}" dt="2026-06-12T15:23:22.686" v="1393"/>
          <ac:grpSpMkLst>
            <pc:docMk/>
            <pc:sldMk cId="228590867" sldId="267"/>
            <ac:grpSpMk id="15" creationId="{BC3B40A3-8688-ED58-D022-D00CF4CAF1A0}"/>
          </ac:grpSpMkLst>
        </pc:grpChg>
        <pc:picChg chg="add mod">
          <ac:chgData name="Kun Suo" userId="41c30799-3a2b-4880-86a3-8488be07954a" providerId="ADAL" clId="{01B90814-4EBE-5562-8795-CE1E7277191D}" dt="2026-06-04T22:12:14.588" v="638" actId="1076"/>
          <ac:picMkLst>
            <pc:docMk/>
            <pc:sldMk cId="228590867" sldId="267"/>
            <ac:picMk id="6" creationId="{B366DE1E-02CC-1C0F-C786-D731D3F74857}"/>
          </ac:picMkLst>
        </pc:picChg>
        <pc:picChg chg="mod">
          <ac:chgData name="Kun Suo" userId="41c30799-3a2b-4880-86a3-8488be07954a" providerId="ADAL" clId="{01B90814-4EBE-5562-8795-CE1E7277191D}" dt="2026-06-04T22:19:29.216" v="669" actId="1076"/>
          <ac:picMkLst>
            <pc:docMk/>
            <pc:sldMk cId="228590867" sldId="267"/>
            <ac:picMk id="3074" creationId="{68E99A68-28C2-659E-4C45-9C1D4532D60A}"/>
          </ac:picMkLst>
        </pc:picChg>
        <pc:inkChg chg="add del mod">
          <ac:chgData name="Kun Suo" userId="41c30799-3a2b-4880-86a3-8488be07954a" providerId="ADAL" clId="{01B90814-4EBE-5562-8795-CE1E7277191D}" dt="2026-06-12T15:23:22.684" v="1391"/>
          <ac:inkMkLst>
            <pc:docMk/>
            <pc:sldMk cId="228590867" sldId="267"/>
            <ac:inkMk id="7" creationId="{1FB19768-9FC6-B350-AB7B-FB6EC4ADB876}"/>
          </ac:inkMkLst>
        </pc:inkChg>
        <pc:inkChg chg="add del mod">
          <ac:chgData name="Kun Suo" userId="41c30799-3a2b-4880-86a3-8488be07954a" providerId="ADAL" clId="{01B90814-4EBE-5562-8795-CE1E7277191D}" dt="2026-06-12T15:23:22.686" v="1393"/>
          <ac:inkMkLst>
            <pc:docMk/>
            <pc:sldMk cId="228590867" sldId="267"/>
            <ac:inkMk id="8" creationId="{63BBD9EE-1C32-E1AD-8B9A-037CC39EE89F}"/>
          </ac:inkMkLst>
        </pc:inkChg>
        <pc:inkChg chg="add del mod">
          <ac:chgData name="Kun Suo" userId="41c30799-3a2b-4880-86a3-8488be07954a" providerId="ADAL" clId="{01B90814-4EBE-5562-8795-CE1E7277191D}" dt="2026-06-12T15:23:22.686" v="1394"/>
          <ac:inkMkLst>
            <pc:docMk/>
            <pc:sldMk cId="228590867" sldId="267"/>
            <ac:inkMk id="12" creationId="{30C35469-0EAC-B10F-D04A-E3AA52A89D59}"/>
          </ac:inkMkLst>
        </pc:inkChg>
        <pc:inkChg chg="add del mod">
          <ac:chgData name="Kun Suo" userId="41c30799-3a2b-4880-86a3-8488be07954a" providerId="ADAL" clId="{01B90814-4EBE-5562-8795-CE1E7277191D}" dt="2026-06-12T15:23:22.685" v="1392"/>
          <ac:inkMkLst>
            <pc:docMk/>
            <pc:sldMk cId="228590867" sldId="267"/>
            <ac:inkMk id="13" creationId="{DEC31F81-FDB7-7396-ECFA-BBD1DE8DBEC1}"/>
          </ac:inkMkLst>
        </pc:inkChg>
      </pc:sldChg>
      <pc:sldChg chg="addSp delSp modSp add mod">
        <pc:chgData name="Kun Suo" userId="41c30799-3a2b-4880-86a3-8488be07954a" providerId="ADAL" clId="{01B90814-4EBE-5562-8795-CE1E7277191D}" dt="2026-06-05T02:26:07.812" v="959" actId="1076"/>
        <pc:sldMkLst>
          <pc:docMk/>
          <pc:sldMk cId="2240075495" sldId="268"/>
        </pc:sldMkLst>
        <pc:spChg chg="mod">
          <ac:chgData name="Kun Suo" userId="41c30799-3a2b-4880-86a3-8488be07954a" providerId="ADAL" clId="{01B90814-4EBE-5562-8795-CE1E7277191D}" dt="2026-06-05T02:19:56.231" v="860" actId="20577"/>
          <ac:spMkLst>
            <pc:docMk/>
            <pc:sldMk cId="2240075495" sldId="268"/>
            <ac:spMk id="3" creationId="{E0FFC363-72B8-D0F7-8075-66855907B5BB}"/>
          </ac:spMkLst>
        </pc:spChg>
        <pc:spChg chg="mod">
          <ac:chgData name="Kun Suo" userId="41c30799-3a2b-4880-86a3-8488be07954a" providerId="ADAL" clId="{01B90814-4EBE-5562-8795-CE1E7277191D}" dt="2026-06-05T02:20:32.365" v="864" actId="14100"/>
          <ac:spMkLst>
            <pc:docMk/>
            <pc:sldMk cId="2240075495" sldId="268"/>
            <ac:spMk id="5" creationId="{268E9D57-14CB-5052-C6C3-FF781BAD8EF6}"/>
          </ac:spMkLst>
        </pc:spChg>
        <pc:spChg chg="add mod">
          <ac:chgData name="Kun Suo" userId="41c30799-3a2b-4880-86a3-8488be07954a" providerId="ADAL" clId="{01B90814-4EBE-5562-8795-CE1E7277191D}" dt="2026-06-05T02:24:24.833" v="922" actId="14100"/>
          <ac:spMkLst>
            <pc:docMk/>
            <pc:sldMk cId="2240075495" sldId="268"/>
            <ac:spMk id="9" creationId="{3CEF5EF0-C9E3-9392-C804-145CF7859285}"/>
          </ac:spMkLst>
        </pc:spChg>
        <pc:spChg chg="add mod">
          <ac:chgData name="Kun Suo" userId="41c30799-3a2b-4880-86a3-8488be07954a" providerId="ADAL" clId="{01B90814-4EBE-5562-8795-CE1E7277191D}" dt="2026-06-05T02:25:58.222" v="957" actId="1076"/>
          <ac:spMkLst>
            <pc:docMk/>
            <pc:sldMk cId="2240075495" sldId="268"/>
            <ac:spMk id="11" creationId="{C2B0EB33-8F6F-5DDC-1E5C-F991BEA3D8DF}"/>
          </ac:spMkLst>
        </pc:spChg>
        <pc:spChg chg="add mod">
          <ac:chgData name="Kun Suo" userId="41c30799-3a2b-4880-86a3-8488be07954a" providerId="ADAL" clId="{01B90814-4EBE-5562-8795-CE1E7277191D}" dt="2026-06-05T02:25:58.222" v="957" actId="1076"/>
          <ac:spMkLst>
            <pc:docMk/>
            <pc:sldMk cId="2240075495" sldId="268"/>
            <ac:spMk id="13" creationId="{708F2318-0AC4-BE5B-98BE-49D24684096B}"/>
          </ac:spMkLst>
        </pc:spChg>
        <pc:spChg chg="add mod">
          <ac:chgData name="Kun Suo" userId="41c30799-3a2b-4880-86a3-8488be07954a" providerId="ADAL" clId="{01B90814-4EBE-5562-8795-CE1E7277191D}" dt="2026-06-05T02:24:53" v="931" actId="14100"/>
          <ac:spMkLst>
            <pc:docMk/>
            <pc:sldMk cId="2240075495" sldId="268"/>
            <ac:spMk id="14" creationId="{80E8B733-813A-AA70-B271-73F396292FC3}"/>
          </ac:spMkLst>
        </pc:spChg>
        <pc:spChg chg="add mod">
          <ac:chgData name="Kun Suo" userId="41c30799-3a2b-4880-86a3-8488be07954a" providerId="ADAL" clId="{01B90814-4EBE-5562-8795-CE1E7277191D}" dt="2026-06-05T02:26:04.357" v="958" actId="1076"/>
          <ac:spMkLst>
            <pc:docMk/>
            <pc:sldMk cId="2240075495" sldId="268"/>
            <ac:spMk id="15" creationId="{96EFED8A-C282-81A5-3932-ED55163FC79A}"/>
          </ac:spMkLst>
        </pc:spChg>
        <pc:spChg chg="add mod">
          <ac:chgData name="Kun Suo" userId="41c30799-3a2b-4880-86a3-8488be07954a" providerId="ADAL" clId="{01B90814-4EBE-5562-8795-CE1E7277191D}" dt="2026-06-05T02:26:07.812" v="959" actId="1076"/>
          <ac:spMkLst>
            <pc:docMk/>
            <pc:sldMk cId="2240075495" sldId="268"/>
            <ac:spMk id="16" creationId="{97D8F6CD-97DB-8CC0-1099-3B320D62EE82}"/>
          </ac:spMkLst>
        </pc:spChg>
        <pc:picChg chg="mod">
          <ac:chgData name="Kun Suo" userId="41c30799-3a2b-4880-86a3-8488be07954a" providerId="ADAL" clId="{01B90814-4EBE-5562-8795-CE1E7277191D}" dt="2026-06-05T02:20:43.003" v="872" actId="1035"/>
          <ac:picMkLst>
            <pc:docMk/>
            <pc:sldMk cId="2240075495" sldId="268"/>
            <ac:picMk id="4" creationId="{A23F5FCB-2FF4-4884-477B-63AD897DF7C5}"/>
          </ac:picMkLst>
        </pc:picChg>
        <pc:picChg chg="mod">
          <ac:chgData name="Kun Suo" userId="41c30799-3a2b-4880-86a3-8488be07954a" providerId="ADAL" clId="{01B90814-4EBE-5562-8795-CE1E7277191D}" dt="2026-06-05T02:20:43.003" v="872" actId="1035"/>
          <ac:picMkLst>
            <pc:docMk/>
            <pc:sldMk cId="2240075495" sldId="268"/>
            <ac:picMk id="6" creationId="{DD14F671-C7EC-6678-6D89-331DFF5ECEBF}"/>
          </ac:picMkLst>
        </pc:picChg>
        <pc:picChg chg="mod">
          <ac:chgData name="Kun Suo" userId="41c30799-3a2b-4880-86a3-8488be07954a" providerId="ADAL" clId="{01B90814-4EBE-5562-8795-CE1E7277191D}" dt="2026-06-05T02:20:47.505" v="873" actId="1036"/>
          <ac:picMkLst>
            <pc:docMk/>
            <pc:sldMk cId="2240075495" sldId="268"/>
            <ac:picMk id="7" creationId="{431F557A-5129-1BE8-7561-B80C4F47A5A8}"/>
          </ac:picMkLst>
        </pc:picChg>
      </pc:sldChg>
      <pc:sldChg chg="addSp delSp modSp add mod">
        <pc:chgData name="Kun Suo" userId="41c30799-3a2b-4880-86a3-8488be07954a" providerId="ADAL" clId="{01B90814-4EBE-5562-8795-CE1E7277191D}" dt="2026-06-12T15:56:47.824" v="1443" actId="20577"/>
        <pc:sldMkLst>
          <pc:docMk/>
          <pc:sldMk cId="3328247933" sldId="269"/>
        </pc:sldMkLst>
        <pc:spChg chg="mod">
          <ac:chgData name="Kun Suo" userId="41c30799-3a2b-4880-86a3-8488be07954a" providerId="ADAL" clId="{01B90814-4EBE-5562-8795-CE1E7277191D}" dt="2026-06-05T02:32:40.885" v="1016" actId="20577"/>
          <ac:spMkLst>
            <pc:docMk/>
            <pc:sldMk cId="3328247933" sldId="269"/>
            <ac:spMk id="3" creationId="{F8F84971-8A9C-D67D-D26E-3B90D5BCE8F9}"/>
          </ac:spMkLst>
        </pc:spChg>
        <pc:spChg chg="add mod">
          <ac:chgData name="Kun Suo" userId="41c30799-3a2b-4880-86a3-8488be07954a" providerId="ADAL" clId="{01B90814-4EBE-5562-8795-CE1E7277191D}" dt="2026-06-12T15:55:45.472" v="1439" actId="1076"/>
          <ac:spMkLst>
            <pc:docMk/>
            <pc:sldMk cId="3328247933" sldId="269"/>
            <ac:spMk id="10" creationId="{B109076D-7413-E1F3-654C-D823D97C6D2A}"/>
          </ac:spMkLst>
        </pc:spChg>
        <pc:graphicFrameChg chg="add mod modGraphic">
          <ac:chgData name="Kun Suo" userId="41c30799-3a2b-4880-86a3-8488be07954a" providerId="ADAL" clId="{01B90814-4EBE-5562-8795-CE1E7277191D}" dt="2026-06-12T15:56:47.824" v="1443" actId="20577"/>
          <ac:graphicFrameMkLst>
            <pc:docMk/>
            <pc:sldMk cId="3328247933" sldId="269"/>
            <ac:graphicFrameMk id="9" creationId="{5D078214-E98A-479E-C999-F130C06FDAE4}"/>
          </ac:graphicFrameMkLst>
        </pc:graphicFrameChg>
      </pc:sldChg>
      <pc:sldChg chg="addSp delSp modSp add mod">
        <pc:chgData name="Kun Suo" userId="41c30799-3a2b-4880-86a3-8488be07954a" providerId="ADAL" clId="{01B90814-4EBE-5562-8795-CE1E7277191D}" dt="2026-06-12T15:51:06.701" v="1415" actId="20577"/>
        <pc:sldMkLst>
          <pc:docMk/>
          <pc:sldMk cId="549327490" sldId="270"/>
        </pc:sldMkLst>
        <pc:spChg chg="mod">
          <ac:chgData name="Kun Suo" userId="41c30799-3a2b-4880-86a3-8488be07954a" providerId="ADAL" clId="{01B90814-4EBE-5562-8795-CE1E7277191D}" dt="2026-06-05T02:35:38.157" v="1062"/>
          <ac:spMkLst>
            <pc:docMk/>
            <pc:sldMk cId="549327490" sldId="270"/>
            <ac:spMk id="3" creationId="{67583578-E242-C4D7-0BA4-FB6C9923302C}"/>
          </ac:spMkLst>
        </pc:spChg>
        <pc:spChg chg="mod">
          <ac:chgData name="Kun Suo" userId="41c30799-3a2b-4880-86a3-8488be07954a" providerId="ADAL" clId="{01B90814-4EBE-5562-8795-CE1E7277191D}" dt="2026-06-12T15:51:06.701" v="1415" actId="20577"/>
          <ac:spMkLst>
            <pc:docMk/>
            <pc:sldMk cId="549327490" sldId="270"/>
            <ac:spMk id="5" creationId="{FC806B46-BCBF-ECFB-7AA4-0ED81C8B77A2}"/>
          </ac:spMkLst>
        </pc:spChg>
        <pc:spChg chg="add del mod">
          <ac:chgData name="Kun Suo" userId="41c30799-3a2b-4880-86a3-8488be07954a" providerId="ADAL" clId="{01B90814-4EBE-5562-8795-CE1E7277191D}" dt="2026-06-12T15:50:23.137" v="1412"/>
          <ac:spMkLst>
            <pc:docMk/>
            <pc:sldMk cId="549327490" sldId="270"/>
            <ac:spMk id="8" creationId="{94F501AF-31DB-E004-AB0E-CD22C821B188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9" creationId="{28082D60-6BC1-3135-5248-001A814E73BE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0" creationId="{3B006B49-32F0-922E-8296-3538D52DBD90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1" creationId="{D6584D37-AE6F-0F25-8E09-005CC7C06F80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2" creationId="{17E1DF6E-5F9F-B930-183E-E4629B7FC9F0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3" creationId="{5278D1C0-147B-0536-E7A3-FCAEBB4AE021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4" creationId="{B2209A57-34A9-AAA4-B7D5-016628F2FBF6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5" creationId="{C2AC1DF2-1283-FC3F-CE2A-CC4E34283513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6" creationId="{ACADFCE7-1EA2-987C-0EA8-03704D6D6D4A}"/>
          </ac:spMkLst>
        </pc:spChg>
        <pc:spChg chg="add mod">
          <ac:chgData name="Kun Suo" userId="41c30799-3a2b-4880-86a3-8488be07954a" providerId="ADAL" clId="{01B90814-4EBE-5562-8795-CE1E7277191D}" dt="2026-06-12T15:50:09.408" v="1405" actId="1036"/>
          <ac:spMkLst>
            <pc:docMk/>
            <pc:sldMk cId="549327490" sldId="270"/>
            <ac:spMk id="17" creationId="{44183592-7F4D-4B05-1572-27046712B78E}"/>
          </ac:spMkLst>
        </pc:spChg>
        <pc:picChg chg="mod">
          <ac:chgData name="Kun Suo" userId="41c30799-3a2b-4880-86a3-8488be07954a" providerId="ADAL" clId="{01B90814-4EBE-5562-8795-CE1E7277191D}" dt="2026-06-05T02:37:03.672" v="1065" actId="1035"/>
          <ac:picMkLst>
            <pc:docMk/>
            <pc:sldMk cId="549327490" sldId="270"/>
            <ac:picMk id="4" creationId="{32A0FD9B-654F-73C9-EBAD-87217A9F9F6C}"/>
          </ac:picMkLst>
        </pc:picChg>
        <pc:picChg chg="add mod">
          <ac:chgData name="Kun Suo" userId="41c30799-3a2b-4880-86a3-8488be07954a" providerId="ADAL" clId="{01B90814-4EBE-5562-8795-CE1E7277191D}" dt="2026-06-12T15:50:20.238" v="1410" actId="1076"/>
          <ac:picMkLst>
            <pc:docMk/>
            <pc:sldMk cId="549327490" sldId="270"/>
            <ac:picMk id="6" creationId="{0EF2430F-2878-BDC8-4C63-3FDC6D5E01F2}"/>
          </ac:picMkLst>
        </pc:picChg>
        <pc:picChg chg="mod">
          <ac:chgData name="Kun Suo" userId="41c30799-3a2b-4880-86a3-8488be07954a" providerId="ADAL" clId="{01B90814-4EBE-5562-8795-CE1E7277191D}" dt="2026-06-05T02:37:21.543" v="1070" actId="1076"/>
          <ac:picMkLst>
            <pc:docMk/>
            <pc:sldMk cId="549327490" sldId="270"/>
            <ac:picMk id="7" creationId="{9FBC982F-F7BF-CE0A-E484-E09F51CBFEB0}"/>
          </ac:picMkLst>
        </pc:picChg>
      </pc:sldChg>
      <pc:sldChg chg="addSp delSp modSp add mod">
        <pc:chgData name="Kun Suo" userId="41c30799-3a2b-4880-86a3-8488be07954a" providerId="ADAL" clId="{01B90814-4EBE-5562-8795-CE1E7277191D}" dt="2026-06-05T02:31:18.959" v="1013" actId="1076"/>
        <pc:sldMkLst>
          <pc:docMk/>
          <pc:sldMk cId="623897273" sldId="271"/>
        </pc:sldMkLst>
        <pc:spChg chg="mod">
          <ac:chgData name="Kun Suo" userId="41c30799-3a2b-4880-86a3-8488be07954a" providerId="ADAL" clId="{01B90814-4EBE-5562-8795-CE1E7277191D}" dt="2026-06-05T02:28:23.285" v="961" actId="20577"/>
          <ac:spMkLst>
            <pc:docMk/>
            <pc:sldMk cId="623897273" sldId="271"/>
            <ac:spMk id="3" creationId="{FA665004-A903-815A-52A6-B1982AB7C814}"/>
          </ac:spMkLst>
        </pc:spChg>
        <pc:spChg chg="mod">
          <ac:chgData name="Kun Suo" userId="41c30799-3a2b-4880-86a3-8488be07954a" providerId="ADAL" clId="{01B90814-4EBE-5562-8795-CE1E7277191D}" dt="2026-06-05T02:28:56.482" v="975" actId="20577"/>
          <ac:spMkLst>
            <pc:docMk/>
            <pc:sldMk cId="623897273" sldId="271"/>
            <ac:spMk id="5" creationId="{9F89BDDB-9699-F7F3-0095-C6C2C8F66D9F}"/>
          </ac:spMkLst>
        </pc:spChg>
        <pc:spChg chg="add mod">
          <ac:chgData name="Kun Suo" userId="41c30799-3a2b-4880-86a3-8488be07954a" providerId="ADAL" clId="{01B90814-4EBE-5562-8795-CE1E7277191D}" dt="2026-06-05T02:29:38.223" v="985" actId="14100"/>
          <ac:spMkLst>
            <pc:docMk/>
            <pc:sldMk cId="623897273" sldId="271"/>
            <ac:spMk id="9" creationId="{77A27071-7C10-BC02-21AA-1744DCF96348}"/>
          </ac:spMkLst>
        </pc:spChg>
        <pc:spChg chg="add mod">
          <ac:chgData name="Kun Suo" userId="41c30799-3a2b-4880-86a3-8488be07954a" providerId="ADAL" clId="{01B90814-4EBE-5562-8795-CE1E7277191D}" dt="2026-06-05T02:31:18.959" v="1013" actId="1076"/>
          <ac:spMkLst>
            <pc:docMk/>
            <pc:sldMk cId="623897273" sldId="271"/>
            <ac:spMk id="10" creationId="{DB0412D6-3189-CDC1-7B00-7E41F983D461}"/>
          </ac:spMkLst>
        </pc:spChg>
        <pc:spChg chg="add mod">
          <ac:chgData name="Kun Suo" userId="41c30799-3a2b-4880-86a3-8488be07954a" providerId="ADAL" clId="{01B90814-4EBE-5562-8795-CE1E7277191D}" dt="2026-06-05T02:31:16.195" v="1012" actId="1076"/>
          <ac:spMkLst>
            <pc:docMk/>
            <pc:sldMk cId="623897273" sldId="271"/>
            <ac:spMk id="11" creationId="{26A6176C-9E45-AEE5-6BB8-909F64A39CE5}"/>
          </ac:spMkLst>
        </pc:spChg>
        <pc:spChg chg="add mod">
          <ac:chgData name="Kun Suo" userId="41c30799-3a2b-4880-86a3-8488be07954a" providerId="ADAL" clId="{01B90814-4EBE-5562-8795-CE1E7277191D}" dt="2026-06-05T02:31:14.591" v="1011" actId="1076"/>
          <ac:spMkLst>
            <pc:docMk/>
            <pc:sldMk cId="623897273" sldId="271"/>
            <ac:spMk id="12" creationId="{7123CFF7-70AC-5C7C-DC2C-BA92103EF7C6}"/>
          </ac:spMkLst>
        </pc:spChg>
        <pc:picChg chg="mod">
          <ac:chgData name="Kun Suo" userId="41c30799-3a2b-4880-86a3-8488be07954a" providerId="ADAL" clId="{01B90814-4EBE-5562-8795-CE1E7277191D}" dt="2026-06-05T02:28:44.728" v="971" actId="1035"/>
          <ac:picMkLst>
            <pc:docMk/>
            <pc:sldMk cId="623897273" sldId="271"/>
            <ac:picMk id="4" creationId="{8655D16D-95DB-4A68-1AF3-0D8574648607}"/>
          </ac:picMkLst>
        </pc:picChg>
      </pc:sldChg>
      <pc:sldChg chg="addSp delSp modSp add mod">
        <pc:chgData name="Kun Suo" userId="41c30799-3a2b-4880-86a3-8488be07954a" providerId="ADAL" clId="{01B90814-4EBE-5562-8795-CE1E7277191D}" dt="2026-06-12T15:52:04.285" v="1422" actId="1035"/>
        <pc:sldMkLst>
          <pc:docMk/>
          <pc:sldMk cId="503111776" sldId="272"/>
        </pc:sldMkLst>
        <pc:spChg chg="mod">
          <ac:chgData name="Kun Suo" userId="41c30799-3a2b-4880-86a3-8488be07954a" providerId="ADAL" clId="{01B90814-4EBE-5562-8795-CE1E7277191D}" dt="2026-06-05T02:41:12.774" v="1110" actId="20577"/>
          <ac:spMkLst>
            <pc:docMk/>
            <pc:sldMk cId="503111776" sldId="272"/>
            <ac:spMk id="3" creationId="{CF325744-C99D-A8D3-369C-61A5ED0C0F73}"/>
          </ac:spMkLst>
        </pc:spChg>
        <pc:spChg chg="mod">
          <ac:chgData name="Kun Suo" userId="41c30799-3a2b-4880-86a3-8488be07954a" providerId="ADAL" clId="{01B90814-4EBE-5562-8795-CE1E7277191D}" dt="2026-06-12T15:51:54.752" v="1417" actId="20577"/>
          <ac:spMkLst>
            <pc:docMk/>
            <pc:sldMk cId="503111776" sldId="272"/>
            <ac:spMk id="5" creationId="{FD15EA18-ABA5-31AE-F8EB-E3BE665D48B9}"/>
          </ac:spMkLst>
        </pc:spChg>
        <pc:spChg chg="add mod">
          <ac:chgData name="Kun Suo" userId="41c30799-3a2b-4880-86a3-8488be07954a" providerId="ADAL" clId="{01B90814-4EBE-5562-8795-CE1E7277191D}" dt="2026-06-12T15:51:58.910" v="1418" actId="1076"/>
          <ac:spMkLst>
            <pc:docMk/>
            <pc:sldMk cId="503111776" sldId="272"/>
            <ac:spMk id="12" creationId="{FD27A688-C5E4-C118-9021-7D799BA55901}"/>
          </ac:spMkLst>
        </pc:spChg>
        <pc:spChg chg="add mod">
          <ac:chgData name="Kun Suo" userId="41c30799-3a2b-4880-86a3-8488be07954a" providerId="ADAL" clId="{01B90814-4EBE-5562-8795-CE1E7277191D}" dt="2026-06-12T15:51:58.910" v="1418" actId="1076"/>
          <ac:spMkLst>
            <pc:docMk/>
            <pc:sldMk cId="503111776" sldId="272"/>
            <ac:spMk id="13" creationId="{C5B43045-5F24-0B4D-3199-D9FE6AC58D5F}"/>
          </ac:spMkLst>
        </pc:spChg>
        <pc:spChg chg="add mod">
          <ac:chgData name="Kun Suo" userId="41c30799-3a2b-4880-86a3-8488be07954a" providerId="ADAL" clId="{01B90814-4EBE-5562-8795-CE1E7277191D}" dt="2026-06-12T15:51:58.910" v="1418" actId="1076"/>
          <ac:spMkLst>
            <pc:docMk/>
            <pc:sldMk cId="503111776" sldId="272"/>
            <ac:spMk id="14" creationId="{9C5D8018-E227-A45E-979A-967AC67A3D77}"/>
          </ac:spMkLst>
        </pc:spChg>
        <pc:picChg chg="mod">
          <ac:chgData name="Kun Suo" userId="41c30799-3a2b-4880-86a3-8488be07954a" providerId="ADAL" clId="{01B90814-4EBE-5562-8795-CE1E7277191D}" dt="2026-06-12T15:52:04.285" v="1422" actId="1035"/>
          <ac:picMkLst>
            <pc:docMk/>
            <pc:sldMk cId="503111776" sldId="272"/>
            <ac:picMk id="7" creationId="{4E12D409-FD92-7600-290E-F13620CF5311}"/>
          </ac:picMkLst>
        </pc:picChg>
        <pc:picChg chg="mod">
          <ac:chgData name="Kun Suo" userId="41c30799-3a2b-4880-86a3-8488be07954a" providerId="ADAL" clId="{01B90814-4EBE-5562-8795-CE1E7277191D}" dt="2026-06-12T15:52:04.285" v="1422" actId="1035"/>
          <ac:picMkLst>
            <pc:docMk/>
            <pc:sldMk cId="503111776" sldId="272"/>
            <ac:picMk id="8" creationId="{6BA7AD32-F68A-A3BA-DACC-46B8A9C9D6B9}"/>
          </ac:picMkLst>
        </pc:picChg>
        <pc:picChg chg="add mod">
          <ac:chgData name="Kun Suo" userId="41c30799-3a2b-4880-86a3-8488be07954a" providerId="ADAL" clId="{01B90814-4EBE-5562-8795-CE1E7277191D}" dt="2026-06-12T15:52:04.285" v="1422" actId="1035"/>
          <ac:picMkLst>
            <pc:docMk/>
            <pc:sldMk cId="503111776" sldId="272"/>
            <ac:picMk id="9" creationId="{1B9E324E-D5BB-A095-9689-9970E2D04B01}"/>
          </ac:picMkLst>
        </pc:picChg>
      </pc:sldChg>
      <pc:sldChg chg="addSp delSp modSp add mod">
        <pc:chgData name="Kun Suo" userId="41c30799-3a2b-4880-86a3-8488be07954a" providerId="ADAL" clId="{01B90814-4EBE-5562-8795-CE1E7277191D}" dt="2026-06-05T02:49:39.605" v="1213" actId="1076"/>
        <pc:sldMkLst>
          <pc:docMk/>
          <pc:sldMk cId="1973776024" sldId="273"/>
        </pc:sldMkLst>
        <pc:spChg chg="mod">
          <ac:chgData name="Kun Suo" userId="41c30799-3a2b-4880-86a3-8488be07954a" providerId="ADAL" clId="{01B90814-4EBE-5562-8795-CE1E7277191D}" dt="2026-06-05T02:47:08.795" v="1179" actId="20577"/>
          <ac:spMkLst>
            <pc:docMk/>
            <pc:sldMk cId="1973776024" sldId="273"/>
            <ac:spMk id="3" creationId="{4E1490B7-195C-823B-BA2F-8DEC2234FDD5}"/>
          </ac:spMkLst>
        </pc:spChg>
        <pc:spChg chg="mod">
          <ac:chgData name="Kun Suo" userId="41c30799-3a2b-4880-86a3-8488be07954a" providerId="ADAL" clId="{01B90814-4EBE-5562-8795-CE1E7277191D}" dt="2026-06-05T02:48:07.513" v="1185"/>
          <ac:spMkLst>
            <pc:docMk/>
            <pc:sldMk cId="1973776024" sldId="273"/>
            <ac:spMk id="5" creationId="{BDFAD7C1-D07C-9F88-AFCA-21DC4668BE53}"/>
          </ac:spMkLst>
        </pc:spChg>
        <pc:spChg chg="add mod">
          <ac:chgData name="Kun Suo" userId="41c30799-3a2b-4880-86a3-8488be07954a" providerId="ADAL" clId="{01B90814-4EBE-5562-8795-CE1E7277191D}" dt="2026-06-05T02:48:28.900" v="1189" actId="20577"/>
          <ac:spMkLst>
            <pc:docMk/>
            <pc:sldMk cId="1973776024" sldId="273"/>
            <ac:spMk id="9" creationId="{7585CE64-F2FD-475E-03C4-C102EE06184D}"/>
          </ac:spMkLst>
        </pc:spChg>
        <pc:spChg chg="add mod">
          <ac:chgData name="Kun Suo" userId="41c30799-3a2b-4880-86a3-8488be07954a" providerId="ADAL" clId="{01B90814-4EBE-5562-8795-CE1E7277191D}" dt="2026-06-05T02:48:51.235" v="1194" actId="1076"/>
          <ac:spMkLst>
            <pc:docMk/>
            <pc:sldMk cId="1973776024" sldId="273"/>
            <ac:spMk id="10" creationId="{82DE8231-D879-5907-6F9E-785B38E0337F}"/>
          </ac:spMkLst>
        </pc:spChg>
        <pc:spChg chg="add mod">
          <ac:chgData name="Kun Suo" userId="41c30799-3a2b-4880-86a3-8488be07954a" providerId="ADAL" clId="{01B90814-4EBE-5562-8795-CE1E7277191D}" dt="2026-06-05T02:49:26.497" v="1201" actId="1076"/>
          <ac:spMkLst>
            <pc:docMk/>
            <pc:sldMk cId="1973776024" sldId="273"/>
            <ac:spMk id="11" creationId="{737DFAB8-BF6D-5DA0-BEB9-3EFF62A588A6}"/>
          </ac:spMkLst>
        </pc:spChg>
        <pc:spChg chg="add mod">
          <ac:chgData name="Kun Suo" userId="41c30799-3a2b-4880-86a3-8488be07954a" providerId="ADAL" clId="{01B90814-4EBE-5562-8795-CE1E7277191D}" dt="2026-06-05T02:49:26.497" v="1201" actId="1076"/>
          <ac:spMkLst>
            <pc:docMk/>
            <pc:sldMk cId="1973776024" sldId="273"/>
            <ac:spMk id="12" creationId="{41DCC9C1-72D2-AE0C-A6B0-EFCA6FADEAA8}"/>
          </ac:spMkLst>
        </pc:spChg>
        <pc:spChg chg="add mod">
          <ac:chgData name="Kun Suo" userId="41c30799-3a2b-4880-86a3-8488be07954a" providerId="ADAL" clId="{01B90814-4EBE-5562-8795-CE1E7277191D}" dt="2026-06-05T02:49:39.605" v="1213" actId="1076"/>
          <ac:spMkLst>
            <pc:docMk/>
            <pc:sldMk cId="1973776024" sldId="273"/>
            <ac:spMk id="13" creationId="{3131DD64-6F18-04DF-9C88-92C68AD86B97}"/>
          </ac:spMkLst>
        </pc:spChg>
      </pc:sldChg>
      <pc:sldChg chg="addSp delSp modSp add mod">
        <pc:chgData name="Kun Suo" userId="41c30799-3a2b-4880-86a3-8488be07954a" providerId="ADAL" clId="{01B90814-4EBE-5562-8795-CE1E7277191D}" dt="2026-06-12T16:14:36.966" v="1469" actId="1076"/>
        <pc:sldMkLst>
          <pc:docMk/>
          <pc:sldMk cId="3426632272" sldId="274"/>
        </pc:sldMkLst>
        <pc:spChg chg="mod">
          <ac:chgData name="Kun Suo" userId="41c30799-3a2b-4880-86a3-8488be07954a" providerId="ADAL" clId="{01B90814-4EBE-5562-8795-CE1E7277191D}" dt="2026-06-05T02:51:09.810" v="1215"/>
          <ac:spMkLst>
            <pc:docMk/>
            <pc:sldMk cId="3426632272" sldId="274"/>
            <ac:spMk id="3" creationId="{E77F6A2F-08E3-B92E-2673-03E8C0F7665F}"/>
          </ac:spMkLst>
        </pc:spChg>
        <pc:spChg chg="mod">
          <ac:chgData name="Kun Suo" userId="41c30799-3a2b-4880-86a3-8488be07954a" providerId="ADAL" clId="{01B90814-4EBE-5562-8795-CE1E7277191D}" dt="2026-06-05T02:52:20.018" v="1221" actId="20577"/>
          <ac:spMkLst>
            <pc:docMk/>
            <pc:sldMk cId="3426632272" sldId="274"/>
            <ac:spMk id="5" creationId="{E2CADA7B-B7B3-46D5-2711-FB74D3858942}"/>
          </ac:spMkLst>
        </pc:spChg>
        <pc:spChg chg="add mod">
          <ac:chgData name="Kun Suo" userId="41c30799-3a2b-4880-86a3-8488be07954a" providerId="ADAL" clId="{01B90814-4EBE-5562-8795-CE1E7277191D}" dt="2026-06-05T02:58:26.720" v="1256" actId="1076"/>
          <ac:spMkLst>
            <pc:docMk/>
            <pc:sldMk cId="3426632272" sldId="274"/>
            <ac:spMk id="9" creationId="{9A027F5C-DC46-1457-5C44-D1E81E15C712}"/>
          </ac:spMkLst>
        </pc:spChg>
        <pc:spChg chg="add mod">
          <ac:chgData name="Kun Suo" userId="41c30799-3a2b-4880-86a3-8488be07954a" providerId="ADAL" clId="{01B90814-4EBE-5562-8795-CE1E7277191D}" dt="2026-06-05T02:58:26.720" v="1256" actId="1076"/>
          <ac:spMkLst>
            <pc:docMk/>
            <pc:sldMk cId="3426632272" sldId="274"/>
            <ac:spMk id="10" creationId="{03DAFBA0-7279-6967-75FD-1BAE322D6A01}"/>
          </ac:spMkLst>
        </pc:spChg>
        <pc:spChg chg="add mod">
          <ac:chgData name="Kun Suo" userId="41c30799-3a2b-4880-86a3-8488be07954a" providerId="ADAL" clId="{01B90814-4EBE-5562-8795-CE1E7277191D}" dt="2026-06-05T02:58:08.567" v="1251" actId="20577"/>
          <ac:spMkLst>
            <pc:docMk/>
            <pc:sldMk cId="3426632272" sldId="274"/>
            <ac:spMk id="11" creationId="{3A4B769A-929D-F6BB-E336-E8116DF82935}"/>
          </ac:spMkLst>
        </pc:spChg>
        <pc:spChg chg="add mod">
          <ac:chgData name="Kun Suo" userId="41c30799-3a2b-4880-86a3-8488be07954a" providerId="ADAL" clId="{01B90814-4EBE-5562-8795-CE1E7277191D}" dt="2026-06-05T02:58:45.099" v="1261" actId="14100"/>
          <ac:spMkLst>
            <pc:docMk/>
            <pc:sldMk cId="3426632272" sldId="274"/>
            <ac:spMk id="12" creationId="{CEF296A6-C274-CA9E-2C07-46F604CA6DE2}"/>
          </ac:spMkLst>
        </pc:spChg>
        <pc:spChg chg="add mod">
          <ac:chgData name="Kun Suo" userId="41c30799-3a2b-4880-86a3-8488be07954a" providerId="ADAL" clId="{01B90814-4EBE-5562-8795-CE1E7277191D}" dt="2026-06-05T02:58:40.928" v="1259"/>
          <ac:spMkLst>
            <pc:docMk/>
            <pc:sldMk cId="3426632272" sldId="274"/>
            <ac:spMk id="13" creationId="{FC1C8136-BAC1-305D-41CB-2F8E8AF63177}"/>
          </ac:spMkLst>
        </pc:spChg>
        <pc:spChg chg="add mod">
          <ac:chgData name="Kun Suo" userId="41c30799-3a2b-4880-86a3-8488be07954a" providerId="ADAL" clId="{01B90814-4EBE-5562-8795-CE1E7277191D}" dt="2026-06-05T02:58:57.602" v="1264"/>
          <ac:spMkLst>
            <pc:docMk/>
            <pc:sldMk cId="3426632272" sldId="274"/>
            <ac:spMk id="14" creationId="{573E9402-CDF7-E767-61B6-62484689D143}"/>
          </ac:spMkLst>
        </pc:spChg>
        <pc:spChg chg="add mod">
          <ac:chgData name="Kun Suo" userId="41c30799-3a2b-4880-86a3-8488be07954a" providerId="ADAL" clId="{01B90814-4EBE-5562-8795-CE1E7277191D}" dt="2026-06-12T16:12:20.661" v="1466" actId="1076"/>
          <ac:spMkLst>
            <pc:docMk/>
            <pc:sldMk cId="3426632272" sldId="274"/>
            <ac:spMk id="15" creationId="{FC88A944-5C71-1EE4-045A-E6C7A888B4A7}"/>
          </ac:spMkLst>
        </pc:spChg>
        <pc:picChg chg="mod">
          <ac:chgData name="Kun Suo" userId="41c30799-3a2b-4880-86a3-8488be07954a" providerId="ADAL" clId="{01B90814-4EBE-5562-8795-CE1E7277191D}" dt="2026-06-05T02:52:01.884" v="1217" actId="1035"/>
          <ac:picMkLst>
            <pc:docMk/>
            <pc:sldMk cId="3426632272" sldId="274"/>
            <ac:picMk id="4" creationId="{C01D83E9-010C-D3C5-D29A-4FC8073EE79F}"/>
          </ac:picMkLst>
        </pc:picChg>
        <pc:picChg chg="add mod">
          <ac:chgData name="Kun Suo" userId="41c30799-3a2b-4880-86a3-8488be07954a" providerId="ADAL" clId="{01B90814-4EBE-5562-8795-CE1E7277191D}" dt="2026-06-12T16:14:36.966" v="1469" actId="1076"/>
          <ac:picMkLst>
            <pc:docMk/>
            <pc:sldMk cId="3426632272" sldId="274"/>
            <ac:picMk id="6" creationId="{E723B6C5-821D-5164-161D-2E0BBFF787BD}"/>
          </ac:picMkLst>
        </pc:picChg>
        <pc:picChg chg="mod">
          <ac:chgData name="Kun Suo" userId="41c30799-3a2b-4880-86a3-8488be07954a" providerId="ADAL" clId="{01B90814-4EBE-5562-8795-CE1E7277191D}" dt="2026-06-05T02:52:22.657" v="1222" actId="1076"/>
          <ac:picMkLst>
            <pc:docMk/>
            <pc:sldMk cId="3426632272" sldId="274"/>
            <ac:picMk id="8" creationId="{52458C9B-9EC9-A09C-F3C8-D70F9087D1A4}"/>
          </ac:picMkLst>
        </pc:picChg>
      </pc:sldChg>
      <pc:sldChg chg="addSp delSp modSp add mod">
        <pc:chgData name="Kun Suo" userId="41c30799-3a2b-4880-86a3-8488be07954a" providerId="ADAL" clId="{01B90814-4EBE-5562-8795-CE1E7277191D}" dt="2026-06-05T03:03:15.164" v="1323" actId="14100"/>
        <pc:sldMkLst>
          <pc:docMk/>
          <pc:sldMk cId="3749832535" sldId="275"/>
        </pc:sldMkLst>
        <pc:spChg chg="mod">
          <ac:chgData name="Kun Suo" userId="41c30799-3a2b-4880-86a3-8488be07954a" providerId="ADAL" clId="{01B90814-4EBE-5562-8795-CE1E7277191D}" dt="2026-06-05T03:00:19.280" v="1271" actId="20577"/>
          <ac:spMkLst>
            <pc:docMk/>
            <pc:sldMk cId="3749832535" sldId="275"/>
            <ac:spMk id="3" creationId="{AC63398E-BB0F-0E5A-FDA8-8EEE58B07883}"/>
          </ac:spMkLst>
        </pc:spChg>
        <pc:spChg chg="add mod">
          <ac:chgData name="Kun Suo" userId="41c30799-3a2b-4880-86a3-8488be07954a" providerId="ADAL" clId="{01B90814-4EBE-5562-8795-CE1E7277191D}" dt="2026-06-05T03:03:15.164" v="1323" actId="14100"/>
          <ac:spMkLst>
            <pc:docMk/>
            <pc:sldMk cId="3749832535" sldId="275"/>
            <ac:spMk id="10" creationId="{E1B4E6B2-17A0-B124-2752-7CF32CFB7B6A}"/>
          </ac:spMkLst>
        </pc:spChg>
        <pc:graphicFrameChg chg="add mod modGraphic">
          <ac:chgData name="Kun Suo" userId="41c30799-3a2b-4880-86a3-8488be07954a" providerId="ADAL" clId="{01B90814-4EBE-5562-8795-CE1E7277191D}" dt="2026-06-05T03:02:15.665" v="1308" actId="14734"/>
          <ac:graphicFrameMkLst>
            <pc:docMk/>
            <pc:sldMk cId="3749832535" sldId="275"/>
            <ac:graphicFrameMk id="9" creationId="{CDC5D14A-A006-BE88-A56F-CCFA18D6ECC2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11:03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24575,'0'-2'0,"0"0"0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11:33.999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1 5 24575,'0'-2'0,"0"0"0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11:34.495"/>
    </inkml:context>
    <inkml:brush xml:id="br0">
      <inkml:brushProperty name="width" value="0.025" units="cm"/>
      <inkml:brushProperty name="height" value="0.025" units="cm"/>
      <inkml:brushProperty name="color" value="#33CCFF"/>
    </inkml:brush>
  </inkml:definitions>
  <inkml:trace contextRef="#ctx0" brushRef="#br0">0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434A6-721E-8B46-8226-4B207A2DE40C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473EE-AF0F-8541-A3FA-B715EDFA03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2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square brackets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dirty="0"/>
              <a:t>方括号</a:t>
            </a:r>
            <a:endParaRPr lang="en-US" dirty="0"/>
          </a:p>
          <a:p>
            <a:r>
              <a:rPr lang="en-US" dirty="0"/>
              <a:t>curly brackets</a:t>
            </a:r>
            <a:r>
              <a:rPr lang="zh-CN" altLang="en-US" dirty="0"/>
              <a:t>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花括号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73EE-AF0F-8541-A3FA-B715EDFA03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84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属性语法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73EE-AF0F-8541-A3FA-B715EDFA03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51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公理语义学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73EE-AF0F-8541-A3FA-B715EDFA03B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58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循环不变量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473EE-AF0F-8541-A3FA-B715EDFA03B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5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53619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799501"/>
            <a:ext cx="4079240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600" y="3351784"/>
            <a:ext cx="7169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75" dirty="0"/>
              <a:t>Jos´e</a:t>
            </a:r>
            <a:r>
              <a:rPr spc="25" dirty="0"/>
              <a:t> </a:t>
            </a:r>
            <a:r>
              <a:rPr dirty="0"/>
              <a:t>Garrido</a:t>
            </a:r>
            <a:r>
              <a:rPr spc="245" dirty="0"/>
              <a:t> </a:t>
            </a:r>
            <a:r>
              <a:rPr spc="-10" dirty="0"/>
              <a:t>(KSU)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56977" y="3351784"/>
            <a:ext cx="42006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Nov.</a:t>
            </a:r>
            <a:r>
              <a:rPr spc="100" dirty="0"/>
              <a:t> </a:t>
            </a:r>
            <a:r>
              <a:rPr spc="-20" dirty="0"/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35" y="3351784"/>
            <a:ext cx="2543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jgarrido@kennesaw.edu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8.jpe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9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43" y="476059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20485"/>
            <a:ext cx="4483735" cy="677545"/>
            <a:chOff x="87743" y="520485"/>
            <a:chExt cx="4483735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96137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83436"/>
              <a:ext cx="4381765" cy="1143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526630"/>
              <a:ext cx="50800" cy="5695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520485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10" y="564723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10" y="552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539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5266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230250" y="578647"/>
            <a:ext cx="4147820" cy="89191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" spc="-10" dirty="0">
                <a:solidFill>
                  <a:srgbClr val="B30000"/>
                </a:solidFill>
              </a:rPr>
              <a:t>CS5070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Mathematical</a:t>
            </a:r>
            <a:r>
              <a:rPr spc="-70" dirty="0"/>
              <a:t> </a:t>
            </a:r>
            <a:r>
              <a:rPr lang="en" spc="-25" dirty="0">
                <a:solidFill>
                  <a:srgbClr val="B30000"/>
                </a:solidFill>
              </a:rPr>
              <a:t>Structures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for</a:t>
            </a:r>
            <a:r>
              <a:rPr spc="-70" dirty="0"/>
              <a:t> </a:t>
            </a:r>
            <a:r>
              <a:rPr lang="en" spc="-30" dirty="0">
                <a:solidFill>
                  <a:srgbClr val="B30000"/>
                </a:solidFill>
              </a:rPr>
              <a:t>Computer</a:t>
            </a:r>
            <a:r>
              <a:rPr spc="-70" dirty="0"/>
              <a:t> </a:t>
            </a:r>
            <a:r>
              <a:rPr lang="en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spc="-10" dirty="0">
                <a:solidFill>
                  <a:srgbClr val="B30000"/>
                </a:solidFill>
              </a:rPr>
              <a:t>Formal Language</a:t>
            </a:r>
            <a:br>
              <a:rPr lang="en-US" spc="-10" dirty="0">
                <a:solidFill>
                  <a:srgbClr val="B30000"/>
                </a:solidFill>
              </a:rPr>
            </a:br>
            <a:br>
              <a:rPr lang="en-US" spc="-10" dirty="0">
                <a:solidFill>
                  <a:srgbClr val="B30000"/>
                </a:solidFill>
              </a:rPr>
            </a:br>
            <a:endParaRPr lang="en" spc="-50" dirty="0">
              <a:solidFill>
                <a:srgbClr val="B30000"/>
              </a:solidFill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7935" y="1357019"/>
            <a:ext cx="2992755" cy="113492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40" dirty="0">
                <a:latin typeface="Tahoma"/>
                <a:cs typeface="Tahoma"/>
              </a:rPr>
              <a:t>Kun Suo</a:t>
            </a:r>
            <a:endParaRPr lang="en-US" sz="1100" dirty="0">
              <a:latin typeface="Tahoma"/>
              <a:cs typeface="Tahoma"/>
            </a:endParaRPr>
          </a:p>
          <a:p>
            <a:pPr marL="12700" marR="5080" indent="447675">
              <a:lnSpc>
                <a:spcPts val="1390"/>
              </a:lnSpc>
              <a:spcBef>
                <a:spcPts val="1190"/>
              </a:spcBef>
            </a:pPr>
            <a:r>
              <a:rPr lang="en" sz="1200" spc="-50" dirty="0">
                <a:latin typeface="Tahoma"/>
                <a:cs typeface="Tahoma"/>
              </a:rPr>
              <a:t>Department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lang="en" sz="1200" spc="-45" dirty="0">
                <a:latin typeface="Tahoma"/>
                <a:cs typeface="Tahoma"/>
              </a:rPr>
              <a:t>Computer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Science </a:t>
            </a:r>
            <a:r>
              <a:rPr lang="en" sz="1200" spc="-55" dirty="0">
                <a:latin typeface="Tahoma"/>
                <a:cs typeface="Tahoma"/>
              </a:rPr>
              <a:t>College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40" dirty="0">
                <a:latin typeface="Tahoma"/>
                <a:cs typeface="Tahoma"/>
              </a:rPr>
              <a:t>Computing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lang="en"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70" dirty="0">
                <a:latin typeface="Tahoma"/>
                <a:cs typeface="Tahoma"/>
              </a:rPr>
              <a:t>Software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lang="en" sz="1200" spc="-60" dirty="0">
                <a:latin typeface="Tahoma"/>
                <a:cs typeface="Tahoma"/>
              </a:rPr>
              <a:t>Engineering</a:t>
            </a:r>
            <a:endParaRPr sz="1200" dirty="0">
              <a:latin typeface="Tahoma"/>
              <a:cs typeface="Tahoma"/>
            </a:endParaRPr>
          </a:p>
          <a:p>
            <a:pPr marL="673100">
              <a:lnSpc>
                <a:spcPts val="1360"/>
              </a:lnSpc>
            </a:pPr>
            <a:r>
              <a:rPr lang="en" sz="1200" spc="-75" dirty="0">
                <a:latin typeface="Tahoma"/>
                <a:cs typeface="Tahoma"/>
              </a:rPr>
              <a:t>Kennesaw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lang="en" sz="1200" spc="-20" dirty="0">
                <a:latin typeface="Tahoma"/>
                <a:cs typeface="Tahoma"/>
              </a:rPr>
              <a:t>State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lang="en" sz="1200" spc="-10" dirty="0">
                <a:latin typeface="Tahoma"/>
                <a:cs typeface="Tahoma"/>
              </a:rPr>
              <a:t>University</a:t>
            </a:r>
            <a:endParaRPr sz="12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" sz="1200" i="1" spc="-50" dirty="0">
                <a:latin typeface="Trebuchet MS"/>
                <a:cs typeface="Trebuchet MS"/>
                <a:hlinkClick r:id="rId5"/>
              </a:rPr>
              <a:t>ksuo@kennesaw.edu</a:t>
            </a:r>
            <a:endParaRPr sz="1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5299" y="59878"/>
            <a:ext cx="432019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How This Lecture Connects to Previous Topics</a:t>
            </a:r>
            <a:endParaRPr spc="-25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B046037-568A-3569-6952-00B7C4BA3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047674"/>
              </p:ext>
            </p:extLst>
          </p:nvPr>
        </p:nvGraphicFramePr>
        <p:xfrm>
          <a:off x="171450" y="587375"/>
          <a:ext cx="4244046" cy="2482715"/>
        </p:xfrm>
        <a:graphic>
          <a:graphicData uri="http://schemas.openxmlformats.org/drawingml/2006/table">
            <a:tbl>
              <a:tblPr/>
              <a:tblGrid>
                <a:gridCol w="1121069">
                  <a:extLst>
                    <a:ext uri="{9D8B030D-6E8A-4147-A177-3AD203B41FA5}">
                      <a16:colId xmlns:a16="http://schemas.microsoft.com/office/drawing/2014/main" val="2252414519"/>
                    </a:ext>
                  </a:extLst>
                </a:gridCol>
                <a:gridCol w="3122977">
                  <a:extLst>
                    <a:ext uri="{9D8B030D-6E8A-4147-A177-3AD203B41FA5}">
                      <a16:colId xmlns:a16="http://schemas.microsoft.com/office/drawing/2014/main" val="2563065402"/>
                    </a:ext>
                  </a:extLst>
                </a:gridCol>
              </a:tblGrid>
              <a:tr h="301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Previous Topics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/>
                        <a:t>Application in Programming Languages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600699"/>
                  </a:ext>
                </a:extLst>
              </a:tr>
              <a:tr h="3838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Logic &amp; Proofs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Program correctness, assertions, axiomatic semantics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4396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Sets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Languages as sets of valid strings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93991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Relations &amp; Functions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Semantic mappings, variable lookup, denotational semantics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566804"/>
                  </a:ext>
                </a:extLst>
              </a:tr>
              <a:tr h="3863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Sequences &amp; Recursion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Recursive grammar rules and derivations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423658"/>
                  </a:ext>
                </a:extLst>
              </a:tr>
              <a:tr h="211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Induction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Loop invariants and correctness proofs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253646"/>
                  </a:ext>
                </a:extLst>
              </a:tr>
              <a:tr h="2113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Graphs &amp; Trees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Parse trees and syntax trees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695353"/>
                  </a:ext>
                </a:extLst>
              </a:tr>
              <a:tr h="301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dirty="0"/>
                        <a:t>Counting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Number of possible strings and grammar structures</a:t>
                      </a:r>
                    </a:p>
                  </a:txBody>
                  <a:tcPr marL="23258" marR="23258" marT="11629" marB="116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59358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FE904-9842-2018-AA7B-11A43F9B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BFA92C2-6002-66E9-6D07-AF4558C5D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6DF5FC8A-FD35-342A-3A69-F211C0A22C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Syntax vs. Semantics</a:t>
            </a:r>
            <a:br>
              <a:rPr lang="en-US" spc="-40" dirty="0"/>
            </a:br>
            <a:endParaRPr lang="en-US" spc="-40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AA2800C-A29D-7BC8-B437-D580AF9958E1}"/>
              </a:ext>
            </a:extLst>
          </p:cNvPr>
          <p:cNvSpPr/>
          <p:nvPr/>
        </p:nvSpPr>
        <p:spPr>
          <a:xfrm>
            <a:off x="400050" y="739775"/>
            <a:ext cx="1600200" cy="914400"/>
          </a:xfrm>
          <a:prstGeom prst="roundRect">
            <a:avLst/>
          </a:prstGeom>
          <a:solidFill>
            <a:srgbClr val="E8F1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Syntax</a:t>
            </a:r>
          </a:p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Form / structure of expressions, statements, and programs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0B3A0A5C-FED4-6578-A1A0-8EBED8482FE9}"/>
              </a:ext>
            </a:extLst>
          </p:cNvPr>
          <p:cNvSpPr/>
          <p:nvPr/>
        </p:nvSpPr>
        <p:spPr>
          <a:xfrm>
            <a:off x="2457450" y="739775"/>
            <a:ext cx="1600200" cy="914400"/>
          </a:xfrm>
          <a:prstGeom prst="roundRect">
            <a:avLst/>
          </a:prstGeom>
          <a:solidFill>
            <a:srgbClr val="E7FAF9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Semantics</a:t>
            </a:r>
          </a:p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Meaning of expressions, statements, and programs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054DEA1-2DF3-4D7E-015C-5C3BB75952DF}"/>
              </a:ext>
            </a:extLst>
          </p:cNvPr>
          <p:cNvSpPr txBox="1"/>
          <p:nvPr/>
        </p:nvSpPr>
        <p:spPr>
          <a:xfrm>
            <a:off x="247650" y="1958975"/>
            <a:ext cx="194239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Example: </a:t>
            </a:r>
          </a:p>
          <a:p>
            <a:r>
              <a:rPr lang="en-US" sz="1050" dirty="0"/>
              <a:t>whether </a:t>
            </a:r>
            <a:r>
              <a:rPr lang="en-US" sz="1050" dirty="0">
                <a:latin typeface="Courier New" panose="02070309020205020404" pitchFamily="49" charset="0"/>
              </a:rPr>
              <a:t>a = b + const</a:t>
            </a:r>
            <a:r>
              <a:rPr lang="en-US" sz="1050" dirty="0"/>
              <a:t> is written correctly.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378181-EF13-D6A8-DA49-23A9FBE47B57}"/>
              </a:ext>
            </a:extLst>
          </p:cNvPr>
          <p:cNvSpPr txBox="1"/>
          <p:nvPr/>
        </p:nvSpPr>
        <p:spPr>
          <a:xfrm>
            <a:off x="2381250" y="1958974"/>
            <a:ext cx="21336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Example: </a:t>
            </a:r>
          </a:p>
          <a:p>
            <a:r>
              <a:rPr lang="en-US" sz="1050" dirty="0"/>
              <a:t>what happens after </a:t>
            </a:r>
            <a:r>
              <a:rPr lang="en-US" sz="1050" dirty="0">
                <a:latin typeface="Courier New" panose="02070309020205020404" pitchFamily="49" charset="0"/>
              </a:rPr>
              <a:t>a = b + 1 </a:t>
            </a:r>
            <a:r>
              <a:rPr lang="en-US" sz="1050" dirty="0"/>
              <a:t>executes.</a:t>
            </a: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B104A074-1370-32C9-E687-B1D33342B6DC}"/>
              </a:ext>
            </a:extLst>
          </p:cNvPr>
          <p:cNvSpPr/>
          <p:nvPr/>
        </p:nvSpPr>
        <p:spPr>
          <a:xfrm>
            <a:off x="309749" y="2840856"/>
            <a:ext cx="1645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r>
              <a:rPr lang="en-US" sz="1600" b="1" dirty="0">
                <a:solidFill>
                  <a:srgbClr val="1F6FEB"/>
                </a:solidFill>
              </a:rPr>
              <a:t>Correct structure?</a:t>
            </a:r>
            <a:endParaRPr lang="en-US" sz="16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38784D25-8880-56AF-C507-DA0503521333}"/>
              </a:ext>
            </a:extLst>
          </p:cNvPr>
          <p:cNvSpPr/>
          <p:nvPr/>
        </p:nvSpPr>
        <p:spPr>
          <a:xfrm>
            <a:off x="2474929" y="2840856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r>
              <a:rPr lang="en-US" sz="1600" b="1" dirty="0">
                <a:solidFill>
                  <a:srgbClr val="19A7A5"/>
                </a:solidFill>
              </a:rPr>
              <a:t>Meaning as effect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46091037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8CFD0-5799-3132-745D-5CFD7BB9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6BBCC4-C79B-3E65-5781-46A706073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C7118FF0-184C-81AE-DDF0-9ADAE6EDD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419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Language description terminology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B3809D-FBFB-D3A6-3A32-E4D106BD8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469237"/>
              </p:ext>
            </p:extLst>
          </p:nvPr>
        </p:nvGraphicFramePr>
        <p:xfrm>
          <a:off x="400050" y="587375"/>
          <a:ext cx="3886200" cy="2519707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67115494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4246619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3282566"/>
                    </a:ext>
                  </a:extLst>
                </a:gridCol>
              </a:tblGrid>
              <a:tr h="165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Term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/>
                        <a:t>Meaning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Example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4575"/>
                  </a:ext>
                </a:extLst>
              </a:tr>
              <a:tr h="290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Sentence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A string of characters in a language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x = sum * 3;</a:t>
                      </a:r>
                      <a:endParaRPr lang="en-US" sz="800" dirty="0"/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52452"/>
                  </a:ext>
                </a:extLst>
              </a:tr>
              <a:tr h="35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Language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 set of valid sentences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All valid Python programs, all valid Java statements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329583"/>
                  </a:ext>
                </a:extLst>
              </a:tr>
              <a:tr h="290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Lexeme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Lowest-level unit, such as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begin</a:t>
                      </a:r>
                      <a:endParaRPr lang="en-US" sz="800" dirty="0"/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begin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x</a:t>
                      </a:r>
                      <a:r>
                        <a:rPr lang="en-US" sz="800" dirty="0"/>
                        <a:t>,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100</a:t>
                      </a:r>
                      <a:endParaRPr lang="en-US" sz="800" dirty="0"/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147698"/>
                  </a:ext>
                </a:extLst>
              </a:tr>
              <a:tr h="425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Token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Category of lexemes, such as identifier, operator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en-US" sz="800" dirty="0"/>
                        <a:t> → identifier; </a:t>
                      </a:r>
                    </a:p>
                    <a:p>
                      <a:pPr>
                        <a:buNone/>
                      </a:pPr>
                      <a:r>
                        <a:rPr lang="zh-CN" altLang="en-US" sz="800" dirty="0"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800" dirty="0">
                          <a:latin typeface="Courier New" panose="02070309020205020404" pitchFamily="49" charset="0"/>
                        </a:rPr>
                        <a:t>*</a:t>
                      </a:r>
                      <a:r>
                        <a:rPr lang="en-US" sz="800" dirty="0"/>
                        <a:t> → operator; </a:t>
                      </a:r>
                    </a:p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100</a:t>
                      </a:r>
                      <a:r>
                        <a:rPr lang="en-US" sz="800" dirty="0"/>
                        <a:t> → integer literal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294692"/>
                  </a:ext>
                </a:extLst>
              </a:tr>
              <a:tr h="492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Recognizer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Determines whether a string belongs to a language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 compiler/parser checks whether </a:t>
                      </a:r>
                      <a:r>
                        <a:rPr lang="en-US" sz="800" dirty="0">
                          <a:highlight>
                            <a:srgbClr val="C0C0C0"/>
                          </a:highlight>
                          <a:latin typeface="Courier New" panose="02070309020205020404" pitchFamily="49" charset="0"/>
                        </a:rPr>
                        <a:t>x = 3 + 5;</a:t>
                      </a:r>
                      <a:r>
                        <a:rPr lang="en-US" sz="800" dirty="0"/>
                        <a:t> is valid syntax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744369"/>
                  </a:ext>
                </a:extLst>
              </a:tr>
              <a:tr h="492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Generator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Produces valid sentences of a language</a:t>
                      </a: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A grammar rule generates valid expressions like </a:t>
                      </a:r>
                      <a:r>
                        <a:rPr lang="en-US" sz="800" dirty="0">
                          <a:highlight>
                            <a:srgbClr val="C0C0C0"/>
                          </a:highlight>
                          <a:latin typeface="Courier New" panose="02070309020205020404" pitchFamily="49" charset="0"/>
                        </a:rPr>
                        <a:t>x + y</a:t>
                      </a:r>
                      <a:r>
                        <a:rPr lang="en-US" sz="800" dirty="0"/>
                        <a:t> or </a:t>
                      </a:r>
                      <a:r>
                        <a:rPr lang="en-US" sz="800" dirty="0">
                          <a:highlight>
                            <a:srgbClr val="C0C0C0"/>
                          </a:highlight>
                          <a:latin typeface="Courier New" panose="02070309020205020404" pitchFamily="49" charset="0"/>
                        </a:rPr>
                        <a:t>a * b</a:t>
                      </a:r>
                      <a:endParaRPr lang="en-US" sz="800" dirty="0">
                        <a:highlight>
                          <a:srgbClr val="C0C0C0"/>
                        </a:highlight>
                      </a:endParaRPr>
                    </a:p>
                  </a:txBody>
                  <a:tcPr marL="17710" marR="17710" marT="8855" marB="88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976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322455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29A9D-5A99-3132-767A-AF70906A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A33E9D-4928-D8A8-D04E-AD5B12414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D5B31607-96D5-0E50-9371-B98DA3EE60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Recognizers and generators</a:t>
            </a:r>
            <a:br>
              <a:rPr lang="en-US" spc="-40" dirty="0"/>
            </a:br>
            <a:endParaRPr lang="en-US" spc="-40" dirty="0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9E077DB-44AA-8A3F-AF78-4010B25506B3}"/>
              </a:ext>
            </a:extLst>
          </p:cNvPr>
          <p:cNvSpPr/>
          <p:nvPr/>
        </p:nvSpPr>
        <p:spPr>
          <a:xfrm>
            <a:off x="400050" y="567968"/>
            <a:ext cx="1600200" cy="1619607"/>
          </a:xfrm>
          <a:prstGeom prst="roundRect">
            <a:avLst>
              <a:gd name="adj" fmla="val 11319"/>
            </a:avLst>
          </a:prstGeom>
          <a:solidFill>
            <a:srgbClr val="E8F1FF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</a:rPr>
              <a:t>Recognizer</a:t>
            </a:r>
            <a:endParaRPr lang="en-US" sz="1000" dirty="0">
              <a:solidFill>
                <a:sysClr val="windowText" lastClr="000000"/>
              </a:solidFill>
            </a:endParaRPr>
          </a:p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Reads an input string.</a:t>
            </a:r>
          </a:p>
          <a:p>
            <a:pPr algn="l"/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Answers: belongs to the language or not.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Compiler parser is a recognizer.</a:t>
            </a:r>
          </a:p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B4B1251-E226-B967-5A38-03B34197A798}"/>
              </a:ext>
            </a:extLst>
          </p:cNvPr>
          <p:cNvSpPr/>
          <p:nvPr/>
        </p:nvSpPr>
        <p:spPr>
          <a:xfrm>
            <a:off x="2533650" y="567967"/>
            <a:ext cx="1600200" cy="1619607"/>
          </a:xfrm>
          <a:prstGeom prst="roundRect">
            <a:avLst>
              <a:gd name="adj" fmla="val 12445"/>
            </a:avLst>
          </a:prstGeom>
          <a:solidFill>
            <a:srgbClr val="E7FAF9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</a:rPr>
              <a:t>Generator</a:t>
            </a:r>
          </a:p>
          <a:p>
            <a:pPr algn="ctr"/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Produces valid sentences.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Grammar rules generate structure.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000" dirty="0">
              <a:solidFill>
                <a:sysClr val="windowText" lastClr="000000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ysClr val="windowText" lastClr="000000"/>
                </a:solidFill>
              </a:rPr>
              <a:t>Useful for defining syntax.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1D8C7-72E4-D48D-CE79-03C327958DC4}"/>
              </a:ext>
            </a:extLst>
          </p:cNvPr>
          <p:cNvSpPr txBox="1"/>
          <p:nvPr/>
        </p:nvSpPr>
        <p:spPr>
          <a:xfrm>
            <a:off x="257020" y="2405708"/>
            <a:ext cx="151463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Example: </a:t>
            </a:r>
          </a:p>
          <a:p>
            <a:r>
              <a:rPr lang="en-US" sz="1050" dirty="0"/>
              <a:t>input: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a = b + const</a:t>
            </a:r>
          </a:p>
          <a:p>
            <a:endParaRPr lang="en-US" sz="1050" dirty="0"/>
          </a:p>
          <a:p>
            <a:r>
              <a:rPr lang="en-US" sz="1050" dirty="0"/>
              <a:t>output: valid?</a:t>
            </a:r>
          </a:p>
          <a:p>
            <a:endParaRPr lang="en-US" sz="105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EC4AEB-369D-DFC2-05B0-7B650776DEDC}"/>
              </a:ext>
            </a:extLst>
          </p:cNvPr>
          <p:cNvSpPr txBox="1"/>
          <p:nvPr/>
        </p:nvSpPr>
        <p:spPr>
          <a:xfrm>
            <a:off x="2381250" y="2405708"/>
            <a:ext cx="213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Example: </a:t>
            </a:r>
          </a:p>
          <a:p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&lt;stmt&gt; → &lt;var&gt; = &lt;expr&gt;</a:t>
            </a:r>
          </a:p>
          <a:p>
            <a:endParaRPr lang="en-US" sz="1050" dirty="0"/>
          </a:p>
          <a:p>
            <a:r>
              <a:rPr lang="en-US" sz="1050" dirty="0"/>
              <a:t>produces: a = b + const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0046724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97B00-3D5E-1E63-EDAC-CF45B1AE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49A4F6-7CCB-7648-E45C-75D7C9447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58C8ACDB-86C5-1F67-842D-E7D5AD972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BNF and Context-Free Grammars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A82A184-31A2-4B3E-DEBB-82BF1E34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979642E-709F-5D90-B196-47468F9CBD3C}"/>
              </a:ext>
            </a:extLst>
          </p:cNvPr>
          <p:cNvSpPr txBox="1"/>
          <p:nvPr/>
        </p:nvSpPr>
        <p:spPr>
          <a:xfrm>
            <a:off x="377532" y="557578"/>
            <a:ext cx="4037965" cy="22073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BNF(Backus-Naur Form) is a notation for describing programming language syntax.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BNF is equivalent to context-free grammars.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grammar is a finite, non-empty set of rules.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Rules have: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non-terminals, such as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&lt;expr&gt;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terminals, such as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+</a:t>
            </a:r>
            <a:r>
              <a:rPr lang="en-US" sz="1100" spc="55" dirty="0">
                <a:latin typeface="Tahoma"/>
                <a:cs typeface="Tahoma"/>
              </a:rPr>
              <a:t>, </a:t>
            </a: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lang="en-US" sz="1100" spc="55" dirty="0">
                <a:latin typeface="Tahoma"/>
                <a:cs typeface="Tahoma"/>
              </a:rPr>
              <a:t>, identifier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a start symbol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9C6EC03-A5CC-1C7D-AC4A-FAE40E5C2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055510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B79B8925-9198-DBAD-1736-AE070288F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784" y="1279441"/>
            <a:ext cx="65265" cy="65265"/>
          </a:xfrm>
          <a:prstGeom prst="rect">
            <a:avLst/>
          </a:prstGeom>
        </p:spPr>
      </p:pic>
      <p:pic>
        <p:nvPicPr>
          <p:cNvPr id="15" name="object 8">
            <a:extLst>
              <a:ext uri="{FF2B5EF4-FFF2-40B4-BE49-F238E27FC236}">
                <a16:creationId xmlns:a16="http://schemas.microsoft.com/office/drawing/2014/main" id="{C51396FA-30C7-9A5C-91DA-6D576B479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785" y="1536716"/>
            <a:ext cx="65265" cy="652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BA8ABF-B033-7A6E-D301-F5038A9F39E5}"/>
              </a:ext>
            </a:extLst>
          </p:cNvPr>
          <p:cNvSpPr txBox="1"/>
          <p:nvPr/>
        </p:nvSpPr>
        <p:spPr>
          <a:xfrm>
            <a:off x="326206" y="2451895"/>
            <a:ext cx="230555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spc="55" dirty="0">
                <a:latin typeface="Tahoma"/>
                <a:cs typeface="Tahoma"/>
              </a:rPr>
              <a:t>Example: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FFEE57-C2B6-ACF6-494D-CF27EE3AC979}"/>
              </a:ext>
            </a:extLst>
          </p:cNvPr>
          <p:cNvSpPr txBox="1"/>
          <p:nvPr/>
        </p:nvSpPr>
        <p:spPr>
          <a:xfrm>
            <a:off x="718098" y="2700552"/>
            <a:ext cx="3514470" cy="405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&lt;expr&gt; → &lt;term&gt; + &lt;term&gt; | &lt;term&gt;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8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&lt;term&gt; → &lt;var&gt; | const</a:t>
            </a:r>
          </a:p>
        </p:txBody>
      </p:sp>
    </p:spTree>
    <p:extLst>
      <p:ext uri="{BB962C8B-B14F-4D97-AF65-F5344CB8AC3E}">
        <p14:creationId xmlns:p14="http://schemas.microsoft.com/office/powerpoint/2010/main" val="1270976543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C1CFA-1D8C-59E1-C4B2-AF25C19BA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095B54-87F3-9299-453A-FE6651385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A049F428-ADE6-3CC9-A9DA-BB26938CEF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Derivations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B1A4CFC-D940-1DDF-3BFE-A43875696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695C13A3-3DEB-014E-5654-B38B4B9279C2}"/>
              </a:ext>
            </a:extLst>
          </p:cNvPr>
          <p:cNvSpPr txBox="1"/>
          <p:nvPr/>
        </p:nvSpPr>
        <p:spPr>
          <a:xfrm>
            <a:off x="377532" y="557578"/>
            <a:ext cx="4037965" cy="848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derivation is a repeated application of rules, starting with the start symbol and ending with a sentence (all terminal symbols)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DBDC48DD-1D05-D543-6173-ACFE6719A41E}"/>
              </a:ext>
            </a:extLst>
          </p:cNvPr>
          <p:cNvSpPr/>
          <p:nvPr/>
        </p:nvSpPr>
        <p:spPr>
          <a:xfrm>
            <a:off x="194602" y="1408139"/>
            <a:ext cx="4220895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13E32254-1424-E2B3-EAB8-E2DB363F3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3328" y="1445182"/>
            <a:ext cx="2817759" cy="553998"/>
          </a:xfrm>
        </p:spPr>
        <p:txBody>
          <a:bodyPr/>
          <a:lstStyle/>
          <a:p>
            <a:pPr algn="l"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&lt;program&gt;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&lt;</a:t>
            </a:r>
            <a:r>
              <a:rPr lang="en-US" altLang="en-US" sz="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stmts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</a:t>
            </a:r>
            <a:r>
              <a:rPr lang="en-US" altLang="en-US" sz="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stmts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&lt;stmt&gt; | &lt;stmt&gt; ; &lt;</a:t>
            </a:r>
            <a:r>
              <a:rPr lang="en-US" altLang="en-US" sz="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stmts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&lt;stmt&gt;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&lt;var&gt; = &lt;expr&gt;</a:t>
            </a:r>
          </a:p>
          <a:p>
            <a:pPr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&lt;var&gt;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a | b | c | d</a:t>
            </a:r>
          </a:p>
          <a:p>
            <a:pPr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&lt;expr&gt;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&lt;term&gt; + &lt;term&gt; | &lt;term&gt; - &lt;term&gt;</a:t>
            </a:r>
          </a:p>
          <a:p>
            <a:pPr eaLnBrk="1" hangingPunct="1">
              <a:buFontTx/>
              <a:buNone/>
            </a:pP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  &lt;term&gt; 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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 &lt;var&gt; | const</a:t>
            </a:r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4A395CB-0403-6047-4C88-CBBEB4191394}"/>
              </a:ext>
            </a:extLst>
          </p:cNvPr>
          <p:cNvSpPr/>
          <p:nvPr/>
        </p:nvSpPr>
        <p:spPr>
          <a:xfrm>
            <a:off x="194602" y="2152716"/>
            <a:ext cx="4220895" cy="863890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7EB8C662-0E8C-4E76-B40B-D97130C9AE24}"/>
              </a:ext>
            </a:extLst>
          </p:cNvPr>
          <p:cNvSpPr txBox="1">
            <a:spLocks noChangeArrowheads="1"/>
          </p:cNvSpPr>
          <p:nvPr/>
        </p:nvSpPr>
        <p:spPr>
          <a:xfrm>
            <a:off x="346354" y="2217028"/>
            <a:ext cx="2034896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&lt;program&gt;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&lt;</a:t>
            </a:r>
            <a:r>
              <a:rPr lang="en-US" altLang="en-US" sz="600" dirty="0" err="1">
                <a:solidFill>
                  <a:schemeClr val="bg1"/>
                </a:solidFill>
                <a:latin typeface="Courier New" panose="02070309020205020404" pitchFamily="49" charset="0"/>
              </a:rPr>
              <a:t>stmts</a:t>
            </a:r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&lt;stmt&gt;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&lt;var&gt; = &lt;expr&gt;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a = &lt;expr&gt;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a = &lt;term&gt; + &lt;term&gt;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a = &lt;var&gt; + &lt;term&gt;</a:t>
            </a:r>
          </a:p>
          <a:p>
            <a:pPr algn="l"/>
            <a:r>
              <a:rPr lang="en-US" altLang="en-US" sz="600" dirty="0">
                <a:solidFill>
                  <a:schemeClr val="bg1"/>
                </a:solidFill>
                <a:latin typeface="Courier New" panose="02070309020205020404" pitchFamily="49" charset="0"/>
              </a:rPr>
              <a:t>⇒ a = b + const</a:t>
            </a:r>
          </a:p>
          <a:p>
            <a:pPr algn="l"/>
            <a:endParaRPr lang="en-US" altLang="en-US" sz="6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D0BE65-E084-7037-3048-8CFAEE74D8C2}"/>
              </a:ext>
            </a:extLst>
          </p:cNvPr>
          <p:cNvSpPr txBox="1"/>
          <p:nvPr/>
        </p:nvSpPr>
        <p:spPr>
          <a:xfrm>
            <a:off x="3150417" y="1528272"/>
            <a:ext cx="1457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55" dirty="0">
                <a:solidFill>
                  <a:srgbClr val="FF0000"/>
                </a:solidFill>
                <a:latin typeface="Tahoma"/>
                <a:cs typeface="Tahoma"/>
              </a:rPr>
              <a:t>Grammar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43DA33-59CC-A419-A20E-CD503D547BD7}"/>
              </a:ext>
            </a:extLst>
          </p:cNvPr>
          <p:cNvSpPr txBox="1"/>
          <p:nvPr/>
        </p:nvSpPr>
        <p:spPr>
          <a:xfrm>
            <a:off x="3152322" y="2398729"/>
            <a:ext cx="1457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55" dirty="0">
                <a:solidFill>
                  <a:srgbClr val="FF0000"/>
                </a:solidFill>
                <a:latin typeface="Tahoma"/>
                <a:cs typeface="Tahoma"/>
              </a:rPr>
              <a:t>Derivation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143027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CA20-1A31-7F8B-ABC4-79CBF7B7E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AEBA53C-9C7D-D703-6021-7E58A922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D4C16D06-E9C5-86E0-8079-6D52927DB9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Derivations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B450DB2-E906-6C08-E871-E0F24FC4E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269A892-BDFD-6282-8E8F-E6F0CB9157DD}"/>
              </a:ext>
            </a:extLst>
          </p:cNvPr>
          <p:cNvSpPr txBox="1"/>
          <p:nvPr/>
        </p:nvSpPr>
        <p:spPr>
          <a:xfrm>
            <a:off x="377532" y="557578"/>
            <a:ext cx="4037965" cy="19573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leftmost derivation is one in which the leftmost nonterminal in each sentential form is the one that is expanded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derivation may be neither leftmost nor rightmost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parse tree shows the hierarchical structure of a derivation.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15" name="object 8">
            <a:extLst>
              <a:ext uri="{FF2B5EF4-FFF2-40B4-BE49-F238E27FC236}">
                <a16:creationId xmlns:a16="http://schemas.microsoft.com/office/drawing/2014/main" id="{B0B6E0C6-E510-3B6D-C99C-19B3E7148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8" y="1285602"/>
            <a:ext cx="65265" cy="65265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852EBE0F-BF90-4D8E-C745-653B97642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7" y="1522816"/>
            <a:ext cx="65265" cy="65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2E762E-1FDF-BB2E-C38B-12BBBB1DB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83" y="1958975"/>
            <a:ext cx="2956134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87547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0C16F-2F7A-EC3E-9C34-6AA6A11B6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53DD59-9B3F-E3FC-56EC-BFD5B8153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6B5B16E2-61DF-FC0A-D065-EE6B4426C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Ambiguity in Grammars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73092-E910-60DD-BFA7-E4D5837A3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AF59AF5-D550-99BA-0817-76D652E18369}"/>
              </a:ext>
            </a:extLst>
          </p:cNvPr>
          <p:cNvSpPr txBox="1"/>
          <p:nvPr/>
        </p:nvSpPr>
        <p:spPr>
          <a:xfrm>
            <a:off x="377532" y="557578"/>
            <a:ext cx="4442118" cy="1508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grammar is ambiguous if and only if it generates a sentential form that has two or more distinct parse trees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Grammar: </a:t>
            </a: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E-&gt; E + E | E*E | id</a:t>
            </a:r>
            <a:r>
              <a:rPr lang="en-US" sz="1100" spc="55" dirty="0">
                <a:latin typeface="Tahoma"/>
                <a:cs typeface="Tahoma"/>
              </a:rPr>
              <a:t>, We can create two parse tree from this grammar to obtain a string 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id + id * id</a:t>
            </a: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60" name="object 4">
            <a:extLst>
              <a:ext uri="{FF2B5EF4-FFF2-40B4-BE49-F238E27FC236}">
                <a16:creationId xmlns:a16="http://schemas.microsoft.com/office/drawing/2014/main" id="{9D77A751-0A80-D19B-DBCE-A3CC0BAE5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8" y="1284110"/>
            <a:ext cx="65265" cy="65265"/>
          </a:xfrm>
          <a:prstGeom prst="rect">
            <a:avLst/>
          </a:prstGeom>
        </p:spPr>
      </p:pic>
      <p:pic>
        <p:nvPicPr>
          <p:cNvPr id="3074" name="Picture 2" descr="ambiguous_grammar">
            <a:extLst>
              <a:ext uri="{FF2B5EF4-FFF2-40B4-BE49-F238E27FC236}">
                <a16:creationId xmlns:a16="http://schemas.microsoft.com/office/drawing/2014/main" id="{3A3A87FE-97B9-7533-50B7-B79AF0B2B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2066068"/>
            <a:ext cx="3219450" cy="101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BC1BF6-83D8-FA3C-6BA1-56A4A45E3F49}"/>
                  </a:ext>
                </a:extLst>
              </p14:cNvPr>
              <p14:cNvContentPartPr/>
              <p14:nvPr/>
            </p14:nvContentPartPr>
            <p14:xfrm>
              <a:off x="1174856" y="1356868"/>
              <a:ext cx="360" cy="1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BC1BF6-83D8-FA3C-6BA1-56A4A45E3F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0536" y="1352548"/>
                <a:ext cx="9000" cy="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8D30610-E357-E61B-A34B-CE7518F170E3}"/>
                  </a:ext>
                </a:extLst>
              </p14:cNvPr>
              <p14:cNvContentPartPr/>
              <p14:nvPr/>
            </p14:nvContentPartPr>
            <p14:xfrm>
              <a:off x="3447536" y="2609668"/>
              <a:ext cx="360" cy="18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8D30610-E357-E61B-A34B-CE7518F170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43216" y="2605348"/>
                <a:ext cx="9000" cy="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CDB8258-7028-513D-8F41-D01C6755540A}"/>
                  </a:ext>
                </a:extLst>
              </p14:cNvPr>
              <p14:cNvContentPartPr/>
              <p14:nvPr/>
            </p14:nvContentPartPr>
            <p14:xfrm>
              <a:off x="3949736" y="2550268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CDB8258-7028-513D-8F41-D01C675554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45416" y="2545948"/>
                <a:ext cx="9000" cy="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5307060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558B-D6AD-3E35-6202-AB775E25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8547456-00E6-68B6-BA52-4174750E8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8E5F8E45-D5D3-33E1-D3AF-70A572B804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299" y="59878"/>
            <a:ext cx="434334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Real-world example: Ambiguous if-then-else</a:t>
            </a:r>
            <a:endParaRPr spc="-25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579B3A3-1D06-02DC-1AFF-80BC14A2D697}"/>
              </a:ext>
            </a:extLst>
          </p:cNvPr>
          <p:cNvSpPr/>
          <p:nvPr/>
        </p:nvSpPr>
        <p:spPr>
          <a:xfrm>
            <a:off x="142724" y="550332"/>
            <a:ext cx="4295925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AA9B114-52E1-7C94-3D97-538A9ECD45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886" y="716631"/>
            <a:ext cx="3657600" cy="276999"/>
          </a:xfrm>
        </p:spPr>
        <p:txBody>
          <a:bodyPr/>
          <a:lstStyle/>
          <a:p>
            <a:pPr algn="l" eaLnBrk="1" hangingPunct="1">
              <a:buFontTx/>
              <a:buNone/>
            </a:pPr>
            <a:r>
              <a:rPr lang="en-US" altLang="en-US" sz="900" dirty="0">
                <a:solidFill>
                  <a:schemeClr val="bg1"/>
                </a:solidFill>
                <a:latin typeface="Courier New" panose="02070309020205020404" pitchFamily="49" charset="0"/>
              </a:rPr>
              <a:t>&lt;if_stmt&gt; → if (&lt;logic_expr&gt;) &lt;stmt&gt;</a:t>
            </a:r>
          </a:p>
          <a:p>
            <a:pPr algn="l" eaLnBrk="1" hangingPunct="1">
              <a:buFontTx/>
              <a:buNone/>
            </a:pPr>
            <a:r>
              <a:rPr lang="en-US" altLang="en-US" sz="900" dirty="0">
                <a:solidFill>
                  <a:schemeClr val="bg1"/>
                </a:solidFill>
                <a:latin typeface="Courier New" panose="02070309020205020404" pitchFamily="49" charset="0"/>
              </a:rPr>
              <a:t>          | if (&lt;logic_expr&gt;) &lt;stmt&gt; else &lt;stmt&gt;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9EAD9B06-0EF1-56F8-6D89-BC9EC3C2988E}"/>
              </a:ext>
            </a:extLst>
          </p:cNvPr>
          <p:cNvSpPr/>
          <p:nvPr/>
        </p:nvSpPr>
        <p:spPr>
          <a:xfrm>
            <a:off x="142724" y="1425575"/>
            <a:ext cx="4295925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7264D36-E7D2-A9F5-CC60-2C1D5CA23A44}"/>
              </a:ext>
            </a:extLst>
          </p:cNvPr>
          <p:cNvSpPr txBox="1">
            <a:spLocks noChangeArrowheads="1"/>
          </p:cNvSpPr>
          <p:nvPr/>
        </p:nvSpPr>
        <p:spPr>
          <a:xfrm>
            <a:off x="461886" y="1501775"/>
            <a:ext cx="36576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900" dirty="0">
                <a:solidFill>
                  <a:schemeClr val="bg1"/>
                </a:solidFill>
                <a:latin typeface="Courier New" panose="02070309020205020404" pitchFamily="49" charset="0"/>
              </a:rPr>
              <a:t>if (A)</a:t>
            </a:r>
          </a:p>
          <a:p>
            <a:pPr algn="l"/>
            <a:r>
              <a:rPr lang="en-US" altLang="en-US" sz="900" dirty="0">
                <a:solidFill>
                  <a:schemeClr val="bg1"/>
                </a:solidFill>
                <a:latin typeface="Courier New" panose="02070309020205020404" pitchFamily="49" charset="0"/>
              </a:rPr>
              <a:t>    if (B) S1</a:t>
            </a:r>
          </a:p>
          <a:p>
            <a:pPr algn="l"/>
            <a:r>
              <a:rPr lang="en-US" altLang="en-US" sz="900" dirty="0">
                <a:solidFill>
                  <a:schemeClr val="bg1"/>
                </a:solidFill>
                <a:latin typeface="Courier New" panose="02070309020205020404" pitchFamily="49" charset="0"/>
              </a:rPr>
              <a:t>else S2</a:t>
            </a:r>
          </a:p>
          <a:p>
            <a:pPr algn="l"/>
            <a:endParaRPr lang="en-US" altLang="en-US" sz="9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pic>
        <p:nvPicPr>
          <p:cNvPr id="19" name="object 4">
            <a:extLst>
              <a:ext uri="{FF2B5EF4-FFF2-40B4-BE49-F238E27FC236}">
                <a16:creationId xmlns:a16="http://schemas.microsoft.com/office/drawing/2014/main" id="{EA433F59-3A02-8A1E-1877-B5A33D9A8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7" y="2293572"/>
            <a:ext cx="65265" cy="65265"/>
          </a:xfrm>
          <a:prstGeom prst="rect">
            <a:avLst/>
          </a:prstGeom>
        </p:spPr>
      </p:pic>
      <p:sp>
        <p:nvSpPr>
          <p:cNvPr id="21" name="object 5">
            <a:extLst>
              <a:ext uri="{FF2B5EF4-FFF2-40B4-BE49-F238E27FC236}">
                <a16:creationId xmlns:a16="http://schemas.microsoft.com/office/drawing/2014/main" id="{4498BE56-E55C-467A-75AC-63F3E97FB985}"/>
              </a:ext>
            </a:extLst>
          </p:cNvPr>
          <p:cNvSpPr txBox="1"/>
          <p:nvPr/>
        </p:nvSpPr>
        <p:spPr>
          <a:xfrm>
            <a:off x="400050" y="2187575"/>
            <a:ext cx="4191000" cy="13225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Question: does else belong to the inner if or outer if?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solidFill>
                <a:srgbClr val="111827"/>
              </a:solidFill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dirty="0">
                <a:solidFill>
                  <a:srgbClr val="111827"/>
                </a:solidFill>
              </a:rPr>
              <a:t>Most languages attach else to the nearest unmatched if.</a:t>
            </a:r>
            <a:endParaRPr lang="en-US" sz="1100" dirty="0"/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23" name="object 4">
            <a:extLst>
              <a:ext uri="{FF2B5EF4-FFF2-40B4-BE49-F238E27FC236}">
                <a16:creationId xmlns:a16="http://schemas.microsoft.com/office/drawing/2014/main" id="{78017793-A995-9C13-E003-B129BACFB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606" y="2731910"/>
            <a:ext cx="65265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87760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F7C1-083D-1E3F-F1FC-8A5A86E9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2B88D6-2EA3-B405-49C6-2687F8EBB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3D9F098D-A218-9A4D-3B66-AD2D1EC00A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0479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Removing Ambiguity in Grammars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2C74C14-AC7E-3F15-8A96-2C89D57FC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DFCA85E8-749F-F68B-5DBF-D66BF64D515B}"/>
              </a:ext>
            </a:extLst>
          </p:cNvPr>
          <p:cNvSpPr txBox="1"/>
          <p:nvPr/>
        </p:nvSpPr>
        <p:spPr>
          <a:xfrm>
            <a:off x="377532" y="557578"/>
            <a:ext cx="3951479" cy="17585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Grammar: </a:t>
            </a: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E-&gt; E + E | E*E | id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Idea: put higher-precedence operations lower in the grammar.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Separate the grammar into precedence levels: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E → E + T | T	(low)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T → T * F | F	(higher)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Tahoma"/>
              </a:rPr>
              <a:t>F → id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60" name="object 4">
            <a:extLst>
              <a:ext uri="{FF2B5EF4-FFF2-40B4-BE49-F238E27FC236}">
                <a16:creationId xmlns:a16="http://schemas.microsoft.com/office/drawing/2014/main" id="{51707AAC-EE6D-746C-46E8-AE8756E58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8" y="1284110"/>
            <a:ext cx="65265" cy="65265"/>
          </a:xfrm>
          <a:prstGeom prst="rect">
            <a:avLst/>
          </a:prstGeom>
        </p:spPr>
      </p:pic>
      <p:pic>
        <p:nvPicPr>
          <p:cNvPr id="3074" name="Picture 2" descr="ambiguous_grammar">
            <a:extLst>
              <a:ext uri="{FF2B5EF4-FFF2-40B4-BE49-F238E27FC236}">
                <a16:creationId xmlns:a16="http://schemas.microsoft.com/office/drawing/2014/main" id="{68E99A68-28C2-659E-4C45-9C1D4532D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98"/>
          <a:stretch>
            <a:fillRect/>
          </a:stretch>
        </p:blipFill>
        <p:spPr bwMode="auto">
          <a:xfrm>
            <a:off x="1466850" y="2263775"/>
            <a:ext cx="1561504" cy="1019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366DE1E-02CC-1C0F-C786-D731D3F74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8" y="873145"/>
            <a:ext cx="65265" cy="65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2EC227-8D78-62D5-0314-CC53CE131501}"/>
              </a:ext>
            </a:extLst>
          </p:cNvPr>
          <p:cNvSpPr txBox="1"/>
          <p:nvPr/>
        </p:nvSpPr>
        <p:spPr>
          <a:xfrm>
            <a:off x="2152650" y="1849700"/>
            <a:ext cx="23053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</a:rPr>
              <a:t>*</a:t>
            </a:r>
            <a:r>
              <a:rPr lang="en-US" sz="1100" dirty="0"/>
              <a:t> has </a:t>
            </a:r>
            <a:r>
              <a:rPr lang="en-US" sz="1100" b="1" dirty="0"/>
              <a:t>higher precedence</a:t>
            </a:r>
            <a:r>
              <a:rPr lang="en-US" sz="1100" dirty="0"/>
              <a:t> than </a:t>
            </a:r>
            <a:r>
              <a:rPr lang="en-US" sz="1100" dirty="0">
                <a:latin typeface="Courier New" panose="02070309020205020404" pitchFamily="49" charset="0"/>
              </a:rPr>
              <a:t>+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8590867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5318-41AD-CB2C-4A23-6FE79C15B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0676D3-F363-D0EF-B238-19AA9E077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519876E8-EA5A-0BD7-1A15-2FF09C116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Extended BNF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8934F09-A14C-CB95-10C5-310AF25A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540972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8AF5B7D9-1404-76A7-2863-58D6C7261C0F}"/>
              </a:ext>
            </a:extLst>
          </p:cNvPr>
          <p:cNvSpPr txBox="1"/>
          <p:nvPr/>
        </p:nvSpPr>
        <p:spPr>
          <a:xfrm>
            <a:off x="377532" y="434975"/>
            <a:ext cx="4037965" cy="626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b="1" dirty="0"/>
              <a:t>Extended BNF (EBNF)</a:t>
            </a:r>
            <a:r>
              <a:rPr lang="en-US" sz="1100" dirty="0"/>
              <a:t> is a more convenient version (shorter, cleaner, easier to understand) of </a:t>
            </a:r>
            <a:r>
              <a:rPr lang="en-US" sz="1100" b="1" dirty="0"/>
              <a:t>BNF</a:t>
            </a:r>
            <a:r>
              <a:rPr lang="en-US" sz="1100" dirty="0"/>
              <a:t> for writing grammar rules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763B15C-593A-F907-D8D6-AAECF1766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845039"/>
              </p:ext>
            </p:extLst>
          </p:nvPr>
        </p:nvGraphicFramePr>
        <p:xfrm>
          <a:off x="399097" y="1230726"/>
          <a:ext cx="3810000" cy="853440"/>
        </p:xfrm>
        <a:graphic>
          <a:graphicData uri="http://schemas.openxmlformats.org/drawingml/2006/table">
            <a:tbl>
              <a:tblPr/>
              <a:tblGrid>
                <a:gridCol w="1633097">
                  <a:extLst>
                    <a:ext uri="{9D8B030D-6E8A-4147-A177-3AD203B41FA5}">
                      <a16:colId xmlns:a16="http://schemas.microsoft.com/office/drawing/2014/main" val="1994809948"/>
                    </a:ext>
                  </a:extLst>
                </a:gridCol>
                <a:gridCol w="2176903">
                  <a:extLst>
                    <a:ext uri="{9D8B030D-6E8A-4147-A177-3AD203B41FA5}">
                      <a16:colId xmlns:a16="http://schemas.microsoft.com/office/drawing/2014/main" val="1708062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EBNF Symbol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741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[ ]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10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(a | 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choice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31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>
                          <a:latin typeface="Courier New" panose="02070309020205020404" pitchFamily="49" charset="0"/>
                        </a:rPr>
                        <a:t>{ }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repetition, zero or more 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390104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38EA13E-CCD7-1EDD-F10E-372547787B58}"/>
              </a:ext>
            </a:extLst>
          </p:cNvPr>
          <p:cNvSpPr txBox="1"/>
          <p:nvPr/>
        </p:nvSpPr>
        <p:spPr>
          <a:xfrm>
            <a:off x="95300" y="2354580"/>
            <a:ext cx="23053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dirty="0"/>
              <a:t>BNF describes syntax using rules like: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D032AB-1FDE-C650-ADF3-285E8F58756B}"/>
              </a:ext>
            </a:extLst>
          </p:cNvPr>
          <p:cNvSpPr txBox="1"/>
          <p:nvPr/>
        </p:nvSpPr>
        <p:spPr>
          <a:xfrm>
            <a:off x="175340" y="2627898"/>
            <a:ext cx="2305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&lt;expr&gt; → &lt;expr&gt; + &lt;term&gt; | &lt;term&gt;</a:t>
            </a:r>
          </a:p>
          <a:p>
            <a:r>
              <a:rPr lang="en-US" sz="6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&lt;term&gt; → &lt;term&gt; * &lt;factor&gt; | &lt;factor&gt;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D75D2C-F08D-76AF-8842-5D69D486A50E}"/>
              </a:ext>
            </a:extLst>
          </p:cNvPr>
          <p:cNvSpPr txBox="1"/>
          <p:nvPr/>
        </p:nvSpPr>
        <p:spPr>
          <a:xfrm>
            <a:off x="2480692" y="2362684"/>
            <a:ext cx="16686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EBNF can write: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5C0E19-4C75-3576-1E09-7ABABB3CA84D}"/>
              </a:ext>
            </a:extLst>
          </p:cNvPr>
          <p:cNvSpPr txBox="1"/>
          <p:nvPr/>
        </p:nvSpPr>
        <p:spPr>
          <a:xfrm>
            <a:off x="2480692" y="2627898"/>
            <a:ext cx="19169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&lt;expr&gt; → &lt;term&gt; {(+ | -) &lt;term&gt;}</a:t>
            </a:r>
          </a:p>
          <a:p>
            <a:r>
              <a:rPr lang="en-US" sz="600" dirty="0">
                <a:solidFill>
                  <a:schemeClr val="tx1"/>
                </a:solidFill>
                <a:latin typeface="Courier New" panose="02070309020205020404" pitchFamily="49" charset="0"/>
                <a:ea typeface="+mn-ea"/>
                <a:cs typeface="+mn-cs"/>
              </a:rPr>
              <a:t>&lt;term&gt; → &lt;factor&gt; {(* | /) &lt;factor&gt;}</a:t>
            </a:r>
          </a:p>
        </p:txBody>
      </p:sp>
    </p:spTree>
    <p:extLst>
      <p:ext uri="{BB962C8B-B14F-4D97-AF65-F5344CB8AC3E}">
        <p14:creationId xmlns:p14="http://schemas.microsoft.com/office/powerpoint/2010/main" val="253101564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4331B-9BC2-BC06-72C3-C5E092ED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1126A8-51A7-ECD9-5082-881CAD23C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E0FFC363-72B8-D0F7-8075-66855907B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44195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Why CFGs are not enough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5FCB-2FF4-4884-477B-63AD897DF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68E9D57-14CB-5052-C6C3-FF781BAD8EF6}"/>
              </a:ext>
            </a:extLst>
          </p:cNvPr>
          <p:cNvSpPr txBox="1"/>
          <p:nvPr/>
        </p:nvSpPr>
        <p:spPr>
          <a:xfrm>
            <a:off x="377532" y="557578"/>
            <a:ext cx="3995853" cy="1296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Context-free grammars describe structure well.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But they cannot express every programming language rule cleanly.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Some rules require information about context, types, and declarations.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DD14F671-C7EC-6678-6D89-331DFF5EC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873607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431F557A-5129-1BE8-7561-B80C4F47A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284110"/>
            <a:ext cx="65265" cy="6526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CEF5EF0-C9E3-9392-C804-145CF7859285}"/>
              </a:ext>
            </a:extLst>
          </p:cNvPr>
          <p:cNvSpPr/>
          <p:nvPr/>
        </p:nvSpPr>
        <p:spPr>
          <a:xfrm>
            <a:off x="377532" y="1816522"/>
            <a:ext cx="1089318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rgbClr val="111827"/>
                </a:solidFill>
              </a:rPr>
              <a:t>x = y + 1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0EB33-8F6F-5DDC-1E5C-F991BEA3D8DF}"/>
              </a:ext>
            </a:extLst>
          </p:cNvPr>
          <p:cNvSpPr txBox="1"/>
          <p:nvPr/>
        </p:nvSpPr>
        <p:spPr>
          <a:xfrm>
            <a:off x="95300" y="2416175"/>
            <a:ext cx="23053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111827"/>
                </a:solidFill>
              </a:rPr>
              <a:t>Questions CFGs do not answer: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8F2318-0AC4-BE5B-98BE-49D24684096B}"/>
              </a:ext>
            </a:extLst>
          </p:cNvPr>
          <p:cNvSpPr txBox="1"/>
          <p:nvPr/>
        </p:nvSpPr>
        <p:spPr>
          <a:xfrm>
            <a:off x="95300" y="2667516"/>
            <a:ext cx="210016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Was x declared?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Is y numeric?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Is the assignment type-correct?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80E8B733-813A-AA70-B271-73F396292FC3}"/>
              </a:ext>
            </a:extLst>
          </p:cNvPr>
          <p:cNvSpPr/>
          <p:nvPr/>
        </p:nvSpPr>
        <p:spPr>
          <a:xfrm>
            <a:off x="1882923" y="1730375"/>
            <a:ext cx="2535852" cy="588364"/>
          </a:xfrm>
          <a:prstGeom prst="wedgeRoundRectCallout">
            <a:avLst>
              <a:gd name="adj1" fmla="val -62845"/>
              <a:gd name="adj2" fmla="val 28439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Static semantics: </a:t>
            </a: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Rules that are not easily captured by CFGs but should be checked before running the program.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EFED8A-C282-81A5-3932-ED55163FC79A}"/>
              </a:ext>
            </a:extLst>
          </p:cNvPr>
          <p:cNvSpPr txBox="1"/>
          <p:nvPr/>
        </p:nvSpPr>
        <p:spPr>
          <a:xfrm>
            <a:off x="2304097" y="2416175"/>
            <a:ext cx="11095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111827"/>
                </a:solidFill>
              </a:rPr>
              <a:t>Examples:</a:t>
            </a:r>
            <a:endParaRPr 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D8F6CD-97DB-8CC0-1099-3B320D62EE82}"/>
              </a:ext>
            </a:extLst>
          </p:cNvPr>
          <p:cNvSpPr txBox="1"/>
          <p:nvPr/>
        </p:nvSpPr>
        <p:spPr>
          <a:xfrm>
            <a:off x="2288071" y="2616042"/>
            <a:ext cx="24674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Variables declared before 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Compatible operand types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Function arguments match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111827"/>
                </a:solidFill>
              </a:rPr>
              <a:t>Return type is correct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75495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2D2BA-A9EA-85EB-1787-DF7A65513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051A089-0DC3-24B1-DFC3-39564AE8C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A665004-A903-815A-52A6-B1982AB7C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Attribute grammars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655D16D-95DB-4A68-1AF3-0D8574648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9F89BDDB-9699-F7F3-0095-C6C2C8F66D9F}"/>
              </a:ext>
            </a:extLst>
          </p:cNvPr>
          <p:cNvSpPr txBox="1"/>
          <p:nvPr/>
        </p:nvSpPr>
        <p:spPr>
          <a:xfrm>
            <a:off x="377532" y="557578"/>
            <a:ext cx="4037965" cy="4120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Attribute grammars extend CFGs by attaching information to grammar symbols.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27071-7C10-BC02-21AA-1744DCF96348}"/>
              </a:ext>
            </a:extLst>
          </p:cNvPr>
          <p:cNvSpPr txBox="1"/>
          <p:nvPr/>
        </p:nvSpPr>
        <p:spPr>
          <a:xfrm>
            <a:off x="343633" y="1041907"/>
            <a:ext cx="426456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sz="1000" dirty="0">
                <a:solidFill>
                  <a:srgbClr val="111827"/>
                </a:solidFill>
              </a:rPr>
              <a:t>Grammar symbols can carry attributes such as type, value, or scope.</a:t>
            </a:r>
          </a:p>
          <a:p>
            <a:pPr marL="171450" indent="-171450">
              <a:buFont typeface="Wingdings" pitchFamily="2" charset="2"/>
              <a:buChar char="ü"/>
            </a:pPr>
            <a:endParaRPr lang="en-US" sz="1000" dirty="0">
              <a:solidFill>
                <a:srgbClr val="111827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>
                <a:solidFill>
                  <a:srgbClr val="111827"/>
                </a:solidFill>
              </a:rPr>
              <a:t>Rules compute attributes and predicates check consistency.</a:t>
            </a:r>
          </a:p>
          <a:p>
            <a:pPr marL="171450" indent="-171450">
              <a:buFont typeface="Wingdings" pitchFamily="2" charset="2"/>
              <a:buChar char="ü"/>
            </a:pPr>
            <a:endParaRPr lang="en-US" sz="1000" dirty="0">
              <a:solidFill>
                <a:srgbClr val="111827"/>
              </a:solidFill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en-US" sz="1000" dirty="0">
                <a:solidFill>
                  <a:srgbClr val="111827"/>
                </a:solidFill>
              </a:rPr>
              <a:t>Useful for type checking in compilers.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B0412D6-3189-CDC1-7B00-7E41F983D461}"/>
              </a:ext>
            </a:extLst>
          </p:cNvPr>
          <p:cNvSpPr/>
          <p:nvPr/>
        </p:nvSpPr>
        <p:spPr>
          <a:xfrm>
            <a:off x="513443" y="2263775"/>
            <a:ext cx="1317918" cy="457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&lt;var&gt;.</a:t>
            </a:r>
            <a:r>
              <a:rPr lang="en-US" sz="1100" b="1" dirty="0" err="1">
                <a:solidFill>
                  <a:srgbClr val="111827"/>
                </a:solidFill>
              </a:rPr>
              <a:t>actual_type</a:t>
            </a:r>
            <a:endParaRPr lang="en-US" sz="1100" b="1" dirty="0">
              <a:solidFill>
                <a:srgbClr val="111827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6A6176C-9E45-AEE5-6BB8-909F64A39CE5}"/>
              </a:ext>
            </a:extLst>
          </p:cNvPr>
          <p:cNvSpPr/>
          <p:nvPr/>
        </p:nvSpPr>
        <p:spPr>
          <a:xfrm>
            <a:off x="2396514" y="2078678"/>
            <a:ext cx="1700143" cy="5164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predicate:</a:t>
            </a:r>
          </a:p>
          <a:p>
            <a:pPr algn="ctr"/>
            <a:r>
              <a:rPr lang="en-US" sz="1100" b="1" dirty="0">
                <a:solidFill>
                  <a:srgbClr val="111827"/>
                </a:solidFill>
              </a:rPr>
              <a:t>type(left) = type(right)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123CFF7-70AC-5C7C-DC2C-BA92103EF7C6}"/>
              </a:ext>
            </a:extLst>
          </p:cNvPr>
          <p:cNvSpPr/>
          <p:nvPr/>
        </p:nvSpPr>
        <p:spPr>
          <a:xfrm>
            <a:off x="1924050" y="2901509"/>
            <a:ext cx="992703" cy="36400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lookup(id)</a:t>
            </a:r>
          </a:p>
        </p:txBody>
      </p:sp>
    </p:spTree>
    <p:extLst>
      <p:ext uri="{BB962C8B-B14F-4D97-AF65-F5344CB8AC3E}">
        <p14:creationId xmlns:p14="http://schemas.microsoft.com/office/powerpoint/2010/main" val="623897273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0F34-A180-AD69-1327-1D62B44D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960272-8193-CFE1-1A01-411BC1374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F8F84971-8A9C-D67D-D26E-3B90D5BCE8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7337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Three approaches to semantics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D078214-E98A-479E-C999-F130C06FD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97539"/>
              </p:ext>
            </p:extLst>
          </p:nvPr>
        </p:nvGraphicFramePr>
        <p:xfrm>
          <a:off x="247650" y="587376"/>
          <a:ext cx="4114799" cy="171448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70176284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540162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147437387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1027550231"/>
                    </a:ext>
                  </a:extLst>
                </a:gridCol>
              </a:tblGrid>
              <a:tr h="175578">
                <a:tc>
                  <a:txBody>
                    <a:bodyPr/>
                    <a:lstStyle/>
                    <a:p>
                      <a:pPr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Main Idea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Focus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/>
                        <a:t>Best use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777756"/>
                  </a:ext>
                </a:extLst>
              </a:tr>
              <a:tr h="431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Operational semantics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Meaning is described by execution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 How does it run?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teaching, manuals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88912"/>
                  </a:ext>
                </a:extLst>
              </a:tr>
              <a:tr h="561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Denotational semantics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/>
                        <a:t>Meaning is described by mathematical functions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What does it mean?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rigor, language design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550568"/>
                  </a:ext>
                </a:extLst>
              </a:tr>
              <a:tr h="4317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Axiomatic semantics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Meaning is described by logic assertions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 Why is it correct?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program correctness proofs</a:t>
                      </a:r>
                    </a:p>
                  </a:txBody>
                  <a:tcPr marL="52173" marR="52173" marT="26086" marB="2608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076466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09076D-7413-E1F3-654C-D823D97C6D2A}"/>
              </a:ext>
            </a:extLst>
          </p:cNvPr>
          <p:cNvSpPr/>
          <p:nvPr/>
        </p:nvSpPr>
        <p:spPr>
          <a:xfrm>
            <a:off x="476250" y="2644775"/>
            <a:ext cx="3657600" cy="304800"/>
          </a:xfrm>
          <a:prstGeom prst="roundRect">
            <a:avLst>
              <a:gd name="adj" fmla="val 23578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Same program, three ways to define what it means.</a:t>
            </a:r>
          </a:p>
        </p:txBody>
      </p:sp>
    </p:spTree>
    <p:extLst>
      <p:ext uri="{BB962C8B-B14F-4D97-AF65-F5344CB8AC3E}">
        <p14:creationId xmlns:p14="http://schemas.microsoft.com/office/powerpoint/2010/main" val="3328247933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AB35-2500-4F73-17AA-E874D7B18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BF9F04-89C7-0DDF-57F0-53E9F0F3B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67583578-E242-C4D7-0BA4-FB6C992330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dirty="0"/>
              <a:t>Operational Semantics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2A0FD9B-654F-73C9-EBAD-87217A9F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C806B46-BCBF-ECFB-7AA4-0ED81C8B77A2}"/>
              </a:ext>
            </a:extLst>
          </p:cNvPr>
          <p:cNvSpPr txBox="1"/>
          <p:nvPr/>
        </p:nvSpPr>
        <p:spPr>
          <a:xfrm>
            <a:off x="377532" y="557578"/>
            <a:ext cx="4037965" cy="12968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[Main idea] Operational semantics explains meaning by the state changes caused by execution.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It’s like writing an "operating manual" for the program.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dirty="0"/>
              <a:t>Very intuitive; Good for teaching and language manuals.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9FBC982F-F7BF-CE0A-E484-E09F51CBF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108647"/>
            <a:ext cx="65265" cy="6526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8082D60-6BC1-3135-5248-001A814E73BE}"/>
              </a:ext>
            </a:extLst>
          </p:cNvPr>
          <p:cNvSpPr/>
          <p:nvPr/>
        </p:nvSpPr>
        <p:spPr>
          <a:xfrm>
            <a:off x="171450" y="1880854"/>
            <a:ext cx="1470318" cy="457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Program state before</a:t>
            </a:r>
            <a:endParaRPr lang="en-US" sz="11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B006B49-32F0-922E-8296-3538D52DBD90}"/>
              </a:ext>
            </a:extLst>
          </p:cNvPr>
          <p:cNvSpPr/>
          <p:nvPr/>
        </p:nvSpPr>
        <p:spPr>
          <a:xfrm>
            <a:off x="3061750" y="1880854"/>
            <a:ext cx="1371600" cy="45719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Program state after</a:t>
            </a:r>
            <a:endParaRPr lang="en-US" sz="11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6584D37-AE6F-0F25-8E09-005CC7C06F80}"/>
              </a:ext>
            </a:extLst>
          </p:cNvPr>
          <p:cNvSpPr/>
          <p:nvPr/>
        </p:nvSpPr>
        <p:spPr>
          <a:xfrm>
            <a:off x="1818359" y="1880855"/>
            <a:ext cx="1066800" cy="4571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Statement</a:t>
            </a:r>
            <a:endParaRPr lang="en-US" sz="11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7E1DF6E-5F9F-B930-183E-E4629B7FC9F0}"/>
              </a:ext>
            </a:extLst>
          </p:cNvPr>
          <p:cNvSpPr/>
          <p:nvPr/>
        </p:nvSpPr>
        <p:spPr>
          <a:xfrm>
            <a:off x="221919" y="2568576"/>
            <a:ext cx="1148299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5278D1C0-147B-0536-E7A3-FCAEBB4AE021}"/>
              </a:ext>
            </a:extLst>
          </p:cNvPr>
          <p:cNvSpPr txBox="1">
            <a:spLocks noChangeArrowheads="1"/>
          </p:cNvSpPr>
          <p:nvPr/>
        </p:nvSpPr>
        <p:spPr>
          <a:xfrm>
            <a:off x="314456" y="2665626"/>
            <a:ext cx="128524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3</a:t>
            </a:r>
            <a:endParaRPr lang="en-US" sz="900" dirty="0"/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5</a:t>
            </a:r>
            <a:endParaRPr lang="en-US" sz="900" dirty="0"/>
          </a:p>
          <a:p>
            <a:pPr algn="l"/>
            <a:endParaRPr lang="en-US" altLang="en-US" sz="9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B2209A57-34A9-AAA4-B7D5-016628F2FBF6}"/>
              </a:ext>
            </a:extLst>
          </p:cNvPr>
          <p:cNvSpPr/>
          <p:nvPr/>
        </p:nvSpPr>
        <p:spPr>
          <a:xfrm>
            <a:off x="1730900" y="2568576"/>
            <a:ext cx="1148299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C2AC1DF2-1283-FC3F-CE2A-CC4E34283513}"/>
              </a:ext>
            </a:extLst>
          </p:cNvPr>
          <p:cNvSpPr txBox="1">
            <a:spLocks noChangeArrowheads="1"/>
          </p:cNvSpPr>
          <p:nvPr/>
        </p:nvSpPr>
        <p:spPr>
          <a:xfrm>
            <a:off x="1823437" y="2665626"/>
            <a:ext cx="128524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 + y</a:t>
            </a:r>
            <a:endParaRPr lang="en-US" sz="900" dirty="0"/>
          </a:p>
          <a:p>
            <a:pPr algn="l"/>
            <a:endParaRPr lang="en-US" altLang="en-US" sz="9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ACADFCE7-1EA2-987C-0EA8-03704D6D6D4A}"/>
              </a:ext>
            </a:extLst>
          </p:cNvPr>
          <p:cNvSpPr/>
          <p:nvPr/>
        </p:nvSpPr>
        <p:spPr>
          <a:xfrm>
            <a:off x="3210592" y="2568576"/>
            <a:ext cx="1148299" cy="609599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4183592-7F4D-4B05-1572-27046712B78E}"/>
              </a:ext>
            </a:extLst>
          </p:cNvPr>
          <p:cNvSpPr txBox="1">
            <a:spLocks noChangeArrowheads="1"/>
          </p:cNvSpPr>
          <p:nvPr/>
        </p:nvSpPr>
        <p:spPr>
          <a:xfrm>
            <a:off x="3303129" y="2665626"/>
            <a:ext cx="128524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8</a:t>
            </a:r>
            <a:endParaRPr lang="en-US" sz="900" dirty="0"/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5</a:t>
            </a:r>
            <a:endParaRPr lang="en-US" sz="900" dirty="0"/>
          </a:p>
          <a:p>
            <a:pPr algn="l"/>
            <a:endParaRPr lang="en-US" altLang="en-US" sz="9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pic>
        <p:nvPicPr>
          <p:cNvPr id="6" name="object 7">
            <a:extLst>
              <a:ext uri="{FF2B5EF4-FFF2-40B4-BE49-F238E27FC236}">
                <a16:creationId xmlns:a16="http://schemas.microsoft.com/office/drawing/2014/main" id="{0EF2430F-2878-BDC8-4C63-3FDC6D5E0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8" y="1520649"/>
            <a:ext cx="65265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27490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FB5F-2CCF-BB8B-4247-E00F3D4B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C915E95-A56D-15BE-8219-3EDD59E2D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CF325744-C99D-A8D3-369C-61A5ED0C0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Denotational Semantics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621D086-0FE8-CD8A-6F5C-9EBB37C70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84809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FD15EA18-ABA5-31AE-F8EB-E3BE665D48B9}"/>
              </a:ext>
            </a:extLst>
          </p:cNvPr>
          <p:cNvSpPr txBox="1"/>
          <p:nvPr/>
        </p:nvSpPr>
        <p:spPr>
          <a:xfrm>
            <a:off x="377532" y="557578"/>
            <a:ext cx="4365918" cy="1720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[Main idea] It does not concern itself with how the program executes, but only with the mathematical object the program ultimately represents.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Represent program state as values of variables.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Define expressions and statements as functions over states.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Very rigorous, but often heavy for language users.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4E12D409-FD92-7600-290E-F13620CF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73175"/>
            <a:ext cx="65265" cy="65265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6BA7AD32-F68A-A3BA-DACC-46B8A9C9D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5172" y="1493058"/>
            <a:ext cx="65265" cy="65265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1B9E324E-D5BB-A095-9689-9970E2D04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13123"/>
            <a:ext cx="65265" cy="65265"/>
          </a:xfrm>
          <a:prstGeom prst="rect">
            <a:avLst/>
          </a:prstGeom>
        </p:spPr>
      </p:pic>
      <p:sp>
        <p:nvSpPr>
          <p:cNvPr id="12" name="Shape 4">
            <a:extLst>
              <a:ext uri="{FF2B5EF4-FFF2-40B4-BE49-F238E27FC236}">
                <a16:creationId xmlns:a16="http://schemas.microsoft.com/office/drawing/2014/main" id="{FD27A688-C5E4-C118-9021-7D799BA55901}"/>
              </a:ext>
            </a:extLst>
          </p:cNvPr>
          <p:cNvSpPr/>
          <p:nvPr/>
        </p:nvSpPr>
        <p:spPr>
          <a:xfrm>
            <a:off x="291174" y="2308728"/>
            <a:ext cx="2133600" cy="1099283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C5B43045-5F24-0B4D-3199-D9FE6AC58D5F}"/>
              </a:ext>
            </a:extLst>
          </p:cNvPr>
          <p:cNvSpPr txBox="1">
            <a:spLocks noChangeArrowheads="1"/>
          </p:cNvSpPr>
          <p:nvPr/>
        </p:nvSpPr>
        <p:spPr>
          <a:xfrm>
            <a:off x="434180" y="2478658"/>
            <a:ext cx="191439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s = {&lt;x, 3&gt;, &lt;y, 5&gt;}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VARMAP(x, s) = 3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 err="1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M_expr</a:t>
            </a:r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+ y, s) = 8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9C5D8018-E227-A45E-979A-967AC67A3D77}"/>
              </a:ext>
            </a:extLst>
          </p:cNvPr>
          <p:cNvSpPr/>
          <p:nvPr/>
        </p:nvSpPr>
        <p:spPr>
          <a:xfrm>
            <a:off x="2859470" y="2387960"/>
            <a:ext cx="1470318" cy="892213"/>
          </a:xfrm>
          <a:prstGeom prst="wedgeRoundRectCallout">
            <a:avLst>
              <a:gd name="adj1" fmla="val -89350"/>
              <a:gd name="adj2" fmla="val 9924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mathematically heavy, so only introduce the idea briefly:</a:t>
            </a:r>
          </a:p>
          <a:p>
            <a:pPr algn="ctr"/>
            <a:r>
              <a:rPr lang="en-US" sz="800" i="1" dirty="0">
                <a:solidFill>
                  <a:schemeClr val="tx1"/>
                </a:solidFill>
              </a:rPr>
              <a:t>A variable lookup function returns the current value of a variable.</a:t>
            </a:r>
          </a:p>
        </p:txBody>
      </p:sp>
    </p:spTree>
    <p:extLst>
      <p:ext uri="{BB962C8B-B14F-4D97-AF65-F5344CB8AC3E}">
        <p14:creationId xmlns:p14="http://schemas.microsoft.com/office/powerpoint/2010/main" val="503111776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C1C9E-62E8-EF4B-975D-7F958C8F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CD13AA8-8527-261F-9717-AB59BCFD0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4E1490B7-195C-823B-BA2F-8DEC2234F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Axiomatic Semantics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4A6FB93-3B72-B7D4-FBBF-7CBEB7746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684809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BDFAD7C1-D07C-9F88-AFCA-21DC4668BE53}"/>
              </a:ext>
            </a:extLst>
          </p:cNvPr>
          <p:cNvSpPr txBox="1"/>
          <p:nvPr/>
        </p:nvSpPr>
        <p:spPr>
          <a:xfrm>
            <a:off x="377532" y="557578"/>
            <a:ext cx="4037965" cy="1085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Axiomatic semantics uses logic to reason about program correctness.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[Main idea] </a:t>
            </a:r>
            <a:r>
              <a:rPr lang="en-US" sz="1100" dirty="0">
                <a:latin typeface="Tahoma"/>
                <a:cs typeface="Tahoma"/>
              </a:rPr>
              <a:t>prove the program satisfies its specification.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7B3CBD5D-A22B-C8C9-001C-9E841052E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104874"/>
            <a:ext cx="65265" cy="6526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85CE64-F2FD-475E-03C4-C102EE06184D}"/>
              </a:ext>
            </a:extLst>
          </p:cNvPr>
          <p:cNvSpPr/>
          <p:nvPr/>
        </p:nvSpPr>
        <p:spPr>
          <a:xfrm>
            <a:off x="171450" y="1464050"/>
            <a:ext cx="1470318" cy="4572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{P} statement {Q}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82DE8231-D879-5907-6F9E-785B38E0337F}"/>
              </a:ext>
            </a:extLst>
          </p:cNvPr>
          <p:cNvSpPr txBox="1"/>
          <p:nvPr/>
        </p:nvSpPr>
        <p:spPr>
          <a:xfrm>
            <a:off x="286809" y="2164266"/>
            <a:ext cx="1775118" cy="8737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P = precondition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Q = postcondition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endParaRPr lang="en-US" sz="1100" spc="55" dirty="0">
              <a:latin typeface="Tahoma"/>
              <a:cs typeface="Tahoma"/>
            </a:endParaRP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737DFAB8-BF6D-5DA0-BEB9-3EFF62A588A6}"/>
              </a:ext>
            </a:extLst>
          </p:cNvPr>
          <p:cNvSpPr/>
          <p:nvPr/>
        </p:nvSpPr>
        <p:spPr>
          <a:xfrm>
            <a:off x="2152650" y="1849945"/>
            <a:ext cx="2079918" cy="928047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1DCC9C1-72D2-AE0C-A6B0-EFCA6FADEAA8}"/>
              </a:ext>
            </a:extLst>
          </p:cNvPr>
          <p:cNvSpPr txBox="1">
            <a:spLocks noChangeArrowheads="1"/>
          </p:cNvSpPr>
          <p:nvPr/>
        </p:nvSpPr>
        <p:spPr>
          <a:xfrm>
            <a:off x="2245187" y="1946995"/>
            <a:ext cx="128524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b &gt; 0 }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 + 1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a &gt; 1 }</a:t>
            </a:r>
          </a:p>
          <a:p>
            <a:endParaRPr lang="en-US" sz="900" dirty="0">
              <a:solidFill>
                <a:srgbClr val="F8FAFC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3131DD64-6F18-04DF-9C88-92C68AD86B97}"/>
              </a:ext>
            </a:extLst>
          </p:cNvPr>
          <p:cNvSpPr txBox="1"/>
          <p:nvPr/>
        </p:nvSpPr>
        <p:spPr>
          <a:xfrm>
            <a:off x="2141073" y="1542655"/>
            <a:ext cx="1775118" cy="200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1973776024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3B86-E938-CE00-EE3C-410C5086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94ACCD7-CBA8-B970-D09B-F6895D4ED8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E77F6A2F-08E3-B92E-2673-03E8C0F766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Loop Invariants</a:t>
            </a:r>
            <a:endParaRPr spc="-25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01D83E9-010C-D3C5-D29A-4FC8073EE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663575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2CADA7B-B7B3-46D5-2711-FB74D3858942}"/>
              </a:ext>
            </a:extLst>
          </p:cNvPr>
          <p:cNvSpPr txBox="1"/>
          <p:nvPr/>
        </p:nvSpPr>
        <p:spPr>
          <a:xfrm>
            <a:off x="377532" y="557578"/>
            <a:ext cx="4037965" cy="10981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A loop invariant is a condition that remains true: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before the loop starts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after each iteration</a:t>
            </a:r>
          </a:p>
          <a:p>
            <a:pPr marL="209550" marR="446405" indent="-171450">
              <a:lnSpc>
                <a:spcPct val="125299"/>
              </a:lnSpc>
              <a:spcBef>
                <a:spcPts val="100"/>
              </a:spcBef>
              <a:buFont typeface="Wingdings" pitchFamily="2" charset="2"/>
              <a:buChar char="ü"/>
            </a:pPr>
            <a:r>
              <a:rPr lang="en-US" sz="1100" spc="55" dirty="0">
                <a:latin typeface="Tahoma"/>
                <a:cs typeface="Tahoma"/>
              </a:rPr>
              <a:t>when the loop ends</a:t>
            </a:r>
          </a:p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100" spc="55" dirty="0">
                <a:latin typeface="Tahoma"/>
                <a:cs typeface="Tahoma"/>
              </a:rPr>
              <a:t>This is useful for proving loop correctness.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52458C9B-9EC9-A09C-F3C8-D70F9087D1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410" y="1558251"/>
            <a:ext cx="65265" cy="65265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9A027F5C-DC46-1457-5C44-D1E81E15C712}"/>
              </a:ext>
            </a:extLst>
          </p:cNvPr>
          <p:cNvSpPr/>
          <p:nvPr/>
        </p:nvSpPr>
        <p:spPr>
          <a:xfrm>
            <a:off x="2457450" y="1805052"/>
            <a:ext cx="1775118" cy="782006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03DAFBA0-7279-6967-75FD-1BAE322D6A01}"/>
              </a:ext>
            </a:extLst>
          </p:cNvPr>
          <p:cNvSpPr txBox="1">
            <a:spLocks noChangeArrowheads="1"/>
          </p:cNvSpPr>
          <p:nvPr/>
        </p:nvSpPr>
        <p:spPr>
          <a:xfrm>
            <a:off x="2549987" y="1921853"/>
            <a:ext cx="193142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(i &lt; n) {</a:t>
            </a: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= sum + A[i];</a:t>
            </a: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+ 1;</a:t>
            </a: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A4B769A-929D-F6BB-E336-E8116DF82935}"/>
              </a:ext>
            </a:extLst>
          </p:cNvPr>
          <p:cNvSpPr txBox="1"/>
          <p:nvPr/>
        </p:nvSpPr>
        <p:spPr>
          <a:xfrm>
            <a:off x="247650" y="1983206"/>
            <a:ext cx="2438400" cy="3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latin typeface="+mn-lt"/>
              </a:rPr>
              <a:t>Loop invariant: </a:t>
            </a:r>
            <a:r>
              <a:rPr lang="en-US" sz="1000" spc="55" dirty="0">
                <a:latin typeface="+mn-lt"/>
                <a:cs typeface="Tahoma"/>
              </a:rPr>
              <a:t>sum contains the total of processed elements.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CEF296A6-C274-CA9E-2C07-46F604CA6DE2}"/>
              </a:ext>
            </a:extLst>
          </p:cNvPr>
          <p:cNvSpPr/>
          <p:nvPr/>
        </p:nvSpPr>
        <p:spPr>
          <a:xfrm>
            <a:off x="2457450" y="2694023"/>
            <a:ext cx="1775118" cy="594374"/>
          </a:xfrm>
          <a:prstGeom prst="roundRect">
            <a:avLst>
              <a:gd name="adj" fmla="val 1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C1C8136-BAC1-305D-41CB-2F8E8AF63177}"/>
              </a:ext>
            </a:extLst>
          </p:cNvPr>
          <p:cNvSpPr txBox="1">
            <a:spLocks noChangeArrowheads="1"/>
          </p:cNvSpPr>
          <p:nvPr/>
        </p:nvSpPr>
        <p:spPr>
          <a:xfrm>
            <a:off x="2549987" y="2759961"/>
            <a:ext cx="193142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0</a:t>
            </a: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n:</a:t>
            </a:r>
          </a:p>
          <a:p>
            <a:r>
              <a:rPr lang="en-US" sz="9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= sum + i</a:t>
            </a: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573E9402-CDF7-E767-61B6-62484689D143}"/>
              </a:ext>
            </a:extLst>
          </p:cNvPr>
          <p:cNvSpPr txBox="1"/>
          <p:nvPr/>
        </p:nvSpPr>
        <p:spPr>
          <a:xfrm>
            <a:off x="247650" y="2691310"/>
            <a:ext cx="2438400" cy="383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446405">
              <a:lnSpc>
                <a:spcPct val="125299"/>
              </a:lnSpc>
              <a:spcBef>
                <a:spcPts val="100"/>
              </a:spcBef>
            </a:pPr>
            <a:r>
              <a:rPr lang="en-US" sz="1000" dirty="0">
                <a:latin typeface="+mn-lt"/>
              </a:rPr>
              <a:t>Loop invariant: </a:t>
            </a:r>
            <a:r>
              <a:rPr lang="en-US" sz="1000" spc="55" dirty="0">
                <a:latin typeface="+mn-lt"/>
                <a:cs typeface="Tahoma"/>
              </a:rPr>
              <a:t>After k iterations, sum = 1 + 2 + ... + 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23B6C5-821D-5164-161D-2E0BBFF787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0113" y="47711"/>
            <a:ext cx="778337" cy="5065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88A944-5C71-1EE4-045A-E6C7A888B4A7}"/>
              </a:ext>
            </a:extLst>
          </p:cNvPr>
          <p:cNvSpPr txBox="1"/>
          <p:nvPr/>
        </p:nvSpPr>
        <p:spPr>
          <a:xfrm>
            <a:off x="2838450" y="118264"/>
            <a:ext cx="13237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dirty="0">
                <a:sym typeface="Wingdings" pitchFamily="2" charset="2"/>
              </a:rPr>
              <a:t></a:t>
            </a:r>
            <a:r>
              <a:rPr lang="en-US" sz="1100" dirty="0"/>
              <a:t> 1 + 2 + ... + n ?</a:t>
            </a:r>
          </a:p>
        </p:txBody>
      </p:sp>
    </p:spTree>
    <p:extLst>
      <p:ext uri="{BB962C8B-B14F-4D97-AF65-F5344CB8AC3E}">
        <p14:creationId xmlns:p14="http://schemas.microsoft.com/office/powerpoint/2010/main" val="3426632272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F3560-7539-9023-B802-0D3A5CDB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8647B8-D338-549F-A0F6-578161D9A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AC63398E-BB0F-0E5A-FDA8-8EEE58B078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253619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Summary</a:t>
            </a:r>
            <a:endParaRPr spc="-25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5D14A-A006-BE88-A56F-CCFA18D6E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190721"/>
              </p:ext>
            </p:extLst>
          </p:nvPr>
        </p:nvGraphicFramePr>
        <p:xfrm>
          <a:off x="247650" y="587376"/>
          <a:ext cx="4114800" cy="1381144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1550823486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73538118"/>
                    </a:ext>
                  </a:extLst>
                </a:gridCol>
              </a:tblGrid>
              <a:tr h="1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Concept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Main purpose or idea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57584"/>
                  </a:ext>
                </a:extLst>
              </a:tr>
              <a:tr h="1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BNF / CFG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Formal tools for describing syntax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2842093"/>
                  </a:ext>
                </a:extLst>
              </a:tr>
              <a:tr h="1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Derivation / parse tree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How grammar rules generate structure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584104"/>
                  </a:ext>
                </a:extLst>
              </a:tr>
              <a:tr h="2233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Ambiguity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Multiple parse trees; must be avoided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684203"/>
                  </a:ext>
                </a:extLst>
              </a:tr>
              <a:tr h="1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EBNF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Compact grammar notation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6364311"/>
                  </a:ext>
                </a:extLst>
              </a:tr>
              <a:tr h="156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Static semantics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Type/declaration rules beyond CFG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241682"/>
                  </a:ext>
                </a:extLst>
              </a:tr>
              <a:tr h="290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Semantics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Operational, denotational, and axiomatic views of meaning</a:t>
                      </a:r>
                    </a:p>
                  </a:txBody>
                  <a:tcPr marL="33283" marR="33283" marT="16641" marB="166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376828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B4E6B2-17A0-B124-2752-7CF32CFB7B6A}"/>
              </a:ext>
            </a:extLst>
          </p:cNvPr>
          <p:cNvSpPr/>
          <p:nvPr/>
        </p:nvSpPr>
        <p:spPr>
          <a:xfrm>
            <a:off x="552450" y="2416175"/>
            <a:ext cx="3505200" cy="685800"/>
          </a:xfrm>
          <a:prstGeom prst="roundRect">
            <a:avLst>
              <a:gd name="adj" fmla="val 11376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111827"/>
                </a:solidFill>
              </a:rPr>
              <a:t>Formal syntax tells us what programs look like; </a:t>
            </a:r>
          </a:p>
          <a:p>
            <a:pPr algn="ctr"/>
            <a:endParaRPr lang="en-US" sz="1100" b="1" dirty="0">
              <a:solidFill>
                <a:srgbClr val="111827"/>
              </a:solidFill>
            </a:endParaRPr>
          </a:p>
          <a:p>
            <a:pPr algn="ctr"/>
            <a:r>
              <a:rPr lang="en-US" sz="1100" b="1" dirty="0">
                <a:solidFill>
                  <a:srgbClr val="111827"/>
                </a:solidFill>
              </a:rPr>
              <a:t>Formal semantics tells us what programs mean.</a:t>
            </a:r>
          </a:p>
        </p:txBody>
      </p:sp>
    </p:spTree>
    <p:extLst>
      <p:ext uri="{BB962C8B-B14F-4D97-AF65-F5344CB8AC3E}">
        <p14:creationId xmlns:p14="http://schemas.microsoft.com/office/powerpoint/2010/main" val="3749832535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517</TotalTime>
  <Words>1584</Words>
  <Application>Microsoft Macintosh PowerPoint</Application>
  <PresentationFormat>Custom</PresentationFormat>
  <Paragraphs>281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Courier New</vt:lpstr>
      <vt:lpstr>Tahoma</vt:lpstr>
      <vt:lpstr>Trebuchet MS</vt:lpstr>
      <vt:lpstr>Wingdings</vt:lpstr>
      <vt:lpstr>Office Theme</vt:lpstr>
      <vt:lpstr>CS5070 Mathematical Structures for Computer Science Formal Language  </vt:lpstr>
      <vt:lpstr>How This Lecture Connects to Previous Topics</vt:lpstr>
      <vt:lpstr>Syntax vs. Semantics </vt:lpstr>
      <vt:lpstr>Language description terminology</vt:lpstr>
      <vt:lpstr>Recognizers and generators </vt:lpstr>
      <vt:lpstr>BNF and Context-Free Grammars</vt:lpstr>
      <vt:lpstr>Derivations</vt:lpstr>
      <vt:lpstr>Derivations</vt:lpstr>
      <vt:lpstr>Ambiguity in Grammars</vt:lpstr>
      <vt:lpstr>Real-world example: Ambiguous if-then-else</vt:lpstr>
      <vt:lpstr>Removing Ambiguity in Grammars</vt:lpstr>
      <vt:lpstr>Extended BNF</vt:lpstr>
      <vt:lpstr>Why CFGs are not enough</vt:lpstr>
      <vt:lpstr>Attribute grammars</vt:lpstr>
      <vt:lpstr>Three approaches to semantics</vt:lpstr>
      <vt:lpstr>Operational Semantics</vt:lpstr>
      <vt:lpstr>Denotational Semantics</vt:lpstr>
      <vt:lpstr>Axiomatic Semantics</vt:lpstr>
      <vt:lpstr>Loop Invariants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7</dc:title>
  <dc:creator>José Garrido</dc:creator>
  <cp:lastModifiedBy>Kun Suo</cp:lastModifiedBy>
  <cp:revision>5</cp:revision>
  <dcterms:created xsi:type="dcterms:W3CDTF">2026-04-21T18:14:43Z</dcterms:created>
  <dcterms:modified xsi:type="dcterms:W3CDTF">2026-06-12T16:14:47Z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2022-04-11T00:00:00Z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2026-04-21T00:00:00Z</vt:filetime>
  </property>
  <property fmtid="{D5CDD505-2E9C-101B-9397-08002B2CF9AE}" pid="6" name="PTEX.Fullbanner">
    <vt:lpwstr>This is MiKTeX-pdfTeX 2.9.6870 (1.40.19)</vt:lpwstr>
  </property>
  <property fmtid="{D5CDD505-2E9C-101B-9397-08002B2CF9AE}" pid="7" name="Producer">
    <vt:lpwstr>pdfTeX-1.40.19</vt:lpwstr>
  </property>
  <property fmtid="{D5CDD505-2E9C-101B-9397-08002B2CF9AE}" pid="8" name="data-panorama-remediation-history">
    <vt:lpwstr>[{"pageNumber":0,"geomIndex":0,"lastGeomIndex":6,"textElement":"CS5070","tableIndex":-1,"rowIndex":-1,"cellIndex":-1,"fontColor":"#b30000","identifiers":{"PARAGRAPH_ID":"0","RUN_ID":"0","SLIDE_ID":"0"},"issueDetails":{"luminance25":"0.6866853124353136","isHeader":"false","luminance75":"0.6866853124353136","textColor":"cc0000"},"issueTypeId":"LowContrastIssue:PPTX","dismiss":false,"pageNumbers":[1],"coordinatesList":[[18.552000045776367,60.8599853515625,325.92471504211426,6.823440074920654]]},{"pageNumber":0,"geomIndex":46,"lastGeomIndex":47,"textElement":"-","tableIndex":-1,"rowIndex":-1,"cellIndex":-1,"fontColor":"#b30000","identifiers":{"PARAGRAPH_ID":"1","RUN_ID":"0","SLIDE_ID":"0"},"issueDetails":{"luminance25":"0.6866853124353136","isHeader":"false","luminance75":"0.6866853124353136","textColor":"cc0000"},"issueTypeId":"LowContrastIssue:PPTX","dismiss":false,"pageNumbers":[1],"coordinatesList":[[154.05999755859375,78.6199951171875,55.205841064453125,6.823440074920654]]},{"languageSet":"default","pageNumber":0,"geomIndex":-1,"identifiers":{},"issueTypeId":"MissingLanguageSet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[3]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isReadingOrderVerified":"true","pageNumber":0,"geomIndex":-1,"issueTypeId":"ReadingOrderIssue:PPTX","dismiss":false,"pageNumbers":[11],"coordinatesList":[[10.0,10.0,2.0,2.0]]}]</vt:lpwstr>
  </property>
  <property fmtid="{D5CDD505-2E9C-101B-9397-08002B2CF9AE}" pid="9" name="ReadingOrderVerifiedPages">
    <vt:lpwstr>2,3,4,5,11</vt:lpwstr>
  </property>
</Properties>
</file>
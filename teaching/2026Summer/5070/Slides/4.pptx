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2" r:id="rId10"/>
    <p:sldId id="271" r:id="rId11"/>
    <p:sldId id="270" r:id="rId12"/>
    <p:sldId id="263" r:id="rId13"/>
    <p:sldId id="264" r:id="rId14"/>
    <p:sldId id="265" r:id="rId15"/>
    <p:sldId id="266" r:id="rId16"/>
    <p:sldId id="267" r:id="rId17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37421-79D9-FC41-871F-0C093994279D}" v="221" dt="2026-05-30T15:11:42.2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4"/>
    <p:restoredTop sz="94633"/>
  </p:normalViewPr>
  <p:slideViewPr>
    <p:cSldViewPr>
      <p:cViewPr varScale="1">
        <p:scale>
          <a:sx n="283" d="100"/>
          <a:sy n="283" d="100"/>
        </p:scale>
        <p:origin x="64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01B90814-4EBE-5562-8795-CE1E7277191D}"/>
    <pc:docChg chg="custSel addSld modSld">
      <pc:chgData name="Kun Suo" userId="41c30799-3a2b-4880-86a3-8488be07954a" providerId="ADAL" clId="{01B90814-4EBE-5562-8795-CE1E7277191D}" dt="2026-05-30T16:12:27.829" v="503" actId="20577"/>
      <pc:docMkLst>
        <pc:docMk/>
      </pc:docMkLst>
      <pc:sldChg chg="modSp mod">
        <pc:chgData name="Kun Suo" userId="41c30799-3a2b-4880-86a3-8488be07954a" providerId="ADAL" clId="{01B90814-4EBE-5562-8795-CE1E7277191D}" dt="2026-05-30T01:20:39.204" v="1" actId="20577"/>
        <pc:sldMkLst>
          <pc:docMk/>
          <pc:sldMk cId="0" sldId="256"/>
        </pc:sldMkLst>
        <pc:spChg chg="mod">
          <ac:chgData name="Kun Suo" userId="41c30799-3a2b-4880-86a3-8488be07954a" providerId="ADAL" clId="{01B90814-4EBE-5562-8795-CE1E7277191D}" dt="2026-05-30T01:20:39.204" v="1" actId="20577"/>
          <ac:spMkLst>
            <pc:docMk/>
            <pc:sldMk cId="0" sldId="256"/>
            <ac:spMk id="12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5-30T02:55:52.301" v="118"/>
        <pc:sldMkLst>
          <pc:docMk/>
          <pc:sldMk cId="0" sldId="257"/>
        </pc:sldMkLst>
        <pc:spChg chg="mod">
          <ac:chgData name="Kun Suo" userId="41c30799-3a2b-4880-86a3-8488be07954a" providerId="ADAL" clId="{01B90814-4EBE-5562-8795-CE1E7277191D}" dt="2026-05-30T01:35:55.912" v="45"/>
          <ac:spMkLst>
            <pc:docMk/>
            <pc:sldMk cId="0" sldId="257"/>
            <ac:spMk id="10" creationId="{00000000-0000-0000-0000-000000000000}"/>
          </ac:spMkLst>
        </pc:spChg>
        <pc:grpChg chg="del mod">
          <ac:chgData name="Kun Suo" userId="41c30799-3a2b-4880-86a3-8488be07954a" providerId="ADAL" clId="{01B90814-4EBE-5562-8795-CE1E7277191D}" dt="2026-05-30T02:55:16.393" v="87"/>
          <ac:grpSpMkLst>
            <pc:docMk/>
            <pc:sldMk cId="0" sldId="257"/>
            <ac:grpSpMk id="14" creationId="{00CDB6FA-FEE6-E877-9AAF-5E4662470EE2}"/>
          </ac:grpSpMkLst>
        </pc:grpChg>
        <pc:grpChg chg="del mod">
          <ac:chgData name="Kun Suo" userId="41c30799-3a2b-4880-86a3-8488be07954a" providerId="ADAL" clId="{01B90814-4EBE-5562-8795-CE1E7277191D}" dt="2026-05-30T02:55:32.095" v="91"/>
          <ac:grpSpMkLst>
            <pc:docMk/>
            <pc:sldMk cId="0" sldId="257"/>
            <ac:grpSpMk id="15" creationId="{4D1A847B-8456-D04B-D9AD-6A9A5D5C323C}"/>
          </ac:grpSpMkLst>
        </pc:grpChg>
        <pc:grpChg chg="del mod">
          <ac:chgData name="Kun Suo" userId="41c30799-3a2b-4880-86a3-8488be07954a" providerId="ADAL" clId="{01B90814-4EBE-5562-8795-CE1E7277191D}" dt="2026-05-30T02:55:32.095" v="91"/>
          <ac:grpSpMkLst>
            <pc:docMk/>
            <pc:sldMk cId="0" sldId="257"/>
            <ac:grpSpMk id="19" creationId="{F0BEAAC4-2E7A-B227-949C-D8CE47AB741A}"/>
          </ac:grpSpMkLst>
        </pc:grpChg>
        <pc:grpChg chg="del mod">
          <ac:chgData name="Kun Suo" userId="41c30799-3a2b-4880-86a3-8488be07954a" providerId="ADAL" clId="{01B90814-4EBE-5562-8795-CE1E7277191D}" dt="2026-05-30T02:55:33.188" v="93"/>
          <ac:grpSpMkLst>
            <pc:docMk/>
            <pc:sldMk cId="0" sldId="257"/>
            <ac:grpSpMk id="20" creationId="{3BD29508-E0BE-42A9-F680-AB824EED0F4A}"/>
          </ac:grpSpMkLst>
        </pc:grpChg>
        <pc:grpChg chg="del mod">
          <ac:chgData name="Kun Suo" userId="41c30799-3a2b-4880-86a3-8488be07954a" providerId="ADAL" clId="{01B90814-4EBE-5562-8795-CE1E7277191D}" dt="2026-05-30T02:55:33.188" v="93"/>
          <ac:grpSpMkLst>
            <pc:docMk/>
            <pc:sldMk cId="0" sldId="257"/>
            <ac:grpSpMk id="22" creationId="{61E5CFB6-DA89-6687-4E00-868114D1259C}"/>
          </ac:grpSpMkLst>
        </pc:grpChg>
        <pc:grpChg chg="del mod">
          <ac:chgData name="Kun Suo" userId="41c30799-3a2b-4880-86a3-8488be07954a" providerId="ADAL" clId="{01B90814-4EBE-5562-8795-CE1E7277191D}" dt="2026-05-30T02:55:38.400" v="96"/>
          <ac:grpSpMkLst>
            <pc:docMk/>
            <pc:sldMk cId="0" sldId="257"/>
            <ac:grpSpMk id="23" creationId="{D885529C-63CB-DC4D-160A-447987B8FEB1}"/>
          </ac:grpSpMkLst>
        </pc:grpChg>
        <pc:grpChg chg="del mod">
          <ac:chgData name="Kun Suo" userId="41c30799-3a2b-4880-86a3-8488be07954a" providerId="ADAL" clId="{01B90814-4EBE-5562-8795-CE1E7277191D}" dt="2026-05-30T02:55:38.400" v="96"/>
          <ac:grpSpMkLst>
            <pc:docMk/>
            <pc:sldMk cId="0" sldId="257"/>
            <ac:grpSpMk id="26" creationId="{8C4D10B1-D6B6-A58E-1A07-8BE90BF4341B}"/>
          </ac:grpSpMkLst>
        </pc:grpChg>
        <pc:grpChg chg="del mod">
          <ac:chgData name="Kun Suo" userId="41c30799-3a2b-4880-86a3-8488be07954a" providerId="ADAL" clId="{01B90814-4EBE-5562-8795-CE1E7277191D}" dt="2026-05-30T02:55:39.939" v="98"/>
          <ac:grpSpMkLst>
            <pc:docMk/>
            <pc:sldMk cId="0" sldId="257"/>
            <ac:grpSpMk id="27" creationId="{453A8715-EFA5-7E13-56A2-78B1855D642F}"/>
          </ac:grpSpMkLst>
        </pc:grpChg>
        <pc:grpChg chg="del mod">
          <ac:chgData name="Kun Suo" userId="41c30799-3a2b-4880-86a3-8488be07954a" providerId="ADAL" clId="{01B90814-4EBE-5562-8795-CE1E7277191D}" dt="2026-05-30T02:55:39.939" v="98"/>
          <ac:grpSpMkLst>
            <pc:docMk/>
            <pc:sldMk cId="0" sldId="257"/>
            <ac:grpSpMk id="29" creationId="{8C9FBBC3-CCA2-BD65-D9CA-9372297599C2}"/>
          </ac:grpSpMkLst>
        </pc:grpChg>
        <pc:grpChg chg="del mod">
          <ac:chgData name="Kun Suo" userId="41c30799-3a2b-4880-86a3-8488be07954a" providerId="ADAL" clId="{01B90814-4EBE-5562-8795-CE1E7277191D}" dt="2026-05-30T02:55:43.676" v="101"/>
          <ac:grpSpMkLst>
            <pc:docMk/>
            <pc:sldMk cId="0" sldId="257"/>
            <ac:grpSpMk id="30" creationId="{24848B2E-1C76-6A4B-4E40-F1D3F40D6FEA}"/>
          </ac:grpSpMkLst>
        </pc:grpChg>
        <pc:grpChg chg="del mod">
          <ac:chgData name="Kun Suo" userId="41c30799-3a2b-4880-86a3-8488be07954a" providerId="ADAL" clId="{01B90814-4EBE-5562-8795-CE1E7277191D}" dt="2026-05-30T02:55:43.676" v="101"/>
          <ac:grpSpMkLst>
            <pc:docMk/>
            <pc:sldMk cId="0" sldId="257"/>
            <ac:grpSpMk id="33" creationId="{22347C92-5845-0070-D734-3EFD8B1FC3EF}"/>
          </ac:grpSpMkLst>
        </pc:grpChg>
        <pc:grpChg chg="del mod">
          <ac:chgData name="Kun Suo" userId="41c30799-3a2b-4880-86a3-8488be07954a" providerId="ADAL" clId="{01B90814-4EBE-5562-8795-CE1E7277191D}" dt="2026-05-30T02:55:45.740" v="104"/>
          <ac:grpSpMkLst>
            <pc:docMk/>
            <pc:sldMk cId="0" sldId="257"/>
            <ac:grpSpMk id="34" creationId="{091D7A39-3A09-604B-FDD9-C4C9B2EFE76B}"/>
          </ac:grpSpMkLst>
        </pc:grpChg>
        <pc:grpChg chg="del mod">
          <ac:chgData name="Kun Suo" userId="41c30799-3a2b-4880-86a3-8488be07954a" providerId="ADAL" clId="{01B90814-4EBE-5562-8795-CE1E7277191D}" dt="2026-05-30T02:55:45.740" v="104"/>
          <ac:grpSpMkLst>
            <pc:docMk/>
            <pc:sldMk cId="0" sldId="257"/>
            <ac:grpSpMk id="37" creationId="{F8B80498-CD76-903B-8D0B-7AECDBEEB519}"/>
          </ac:grpSpMkLst>
        </pc:grpChg>
        <pc:grpChg chg="del mod">
          <ac:chgData name="Kun Suo" userId="41c30799-3a2b-4880-86a3-8488be07954a" providerId="ADAL" clId="{01B90814-4EBE-5562-8795-CE1E7277191D}" dt="2026-05-30T02:55:52.301" v="117"/>
          <ac:grpSpMkLst>
            <pc:docMk/>
            <pc:sldMk cId="0" sldId="257"/>
            <ac:grpSpMk id="38" creationId="{929BDAA6-B7AF-F643-3F15-6168AFE52F9A}"/>
          </ac:grpSpMkLst>
        </pc:grpChg>
        <pc:picChg chg="mod">
          <ac:chgData name="Kun Suo" userId="41c30799-3a2b-4880-86a3-8488be07954a" providerId="ADAL" clId="{01B90814-4EBE-5562-8795-CE1E7277191D}" dt="2026-05-30T01:35:59.420" v="49" actId="103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01:36:01.749" v="50" actId="1035"/>
          <ac:picMkLst>
            <pc:docMk/>
            <pc:sldMk cId="0" sldId="257"/>
            <ac:picMk id="9" creationId="{00000000-0000-0000-0000-000000000000}"/>
          </ac:picMkLst>
        </pc:picChg>
        <pc:inkChg chg="add del mod">
          <ac:chgData name="Kun Suo" userId="41c30799-3a2b-4880-86a3-8488be07954a" providerId="ADAL" clId="{01B90814-4EBE-5562-8795-CE1E7277191D}" dt="2026-05-30T02:55:52.296" v="105"/>
          <ac:inkMkLst>
            <pc:docMk/>
            <pc:sldMk cId="0" sldId="257"/>
            <ac:inkMk id="11" creationId="{8EA70EC6-9549-F3C8-6818-41526D49C6D7}"/>
          </ac:inkMkLst>
        </pc:inkChg>
        <pc:inkChg chg="add del mod">
          <ac:chgData name="Kun Suo" userId="41c30799-3a2b-4880-86a3-8488be07954a" providerId="ADAL" clId="{01B90814-4EBE-5562-8795-CE1E7277191D}" dt="2026-05-30T02:55:52.300" v="112"/>
          <ac:inkMkLst>
            <pc:docMk/>
            <pc:sldMk cId="0" sldId="257"/>
            <ac:inkMk id="12" creationId="{7277A7E4-4CFE-E127-E4D3-54C3A6886669}"/>
          </ac:inkMkLst>
        </pc:inkChg>
        <pc:inkChg chg="add del mod">
          <ac:chgData name="Kun Suo" userId="41c30799-3a2b-4880-86a3-8488be07954a" providerId="ADAL" clId="{01B90814-4EBE-5562-8795-CE1E7277191D}" dt="2026-05-30T02:55:52.300" v="113"/>
          <ac:inkMkLst>
            <pc:docMk/>
            <pc:sldMk cId="0" sldId="257"/>
            <ac:inkMk id="13" creationId="{4261A3F0-464A-8C6A-4BC2-A5004E86CA75}"/>
          </ac:inkMkLst>
        </pc:inkChg>
        <pc:inkChg chg="add del mod">
          <ac:chgData name="Kun Suo" userId="41c30799-3a2b-4880-86a3-8488be07954a" providerId="ADAL" clId="{01B90814-4EBE-5562-8795-CE1E7277191D}" dt="2026-05-30T02:55:52.300" v="111"/>
          <ac:inkMkLst>
            <pc:docMk/>
            <pc:sldMk cId="0" sldId="257"/>
            <ac:inkMk id="16" creationId="{41EEDEAB-60FC-9A05-DE97-7BE1DA115008}"/>
          </ac:inkMkLst>
        </pc:inkChg>
        <pc:inkChg chg="add del mod">
          <ac:chgData name="Kun Suo" userId="41c30799-3a2b-4880-86a3-8488be07954a" providerId="ADAL" clId="{01B90814-4EBE-5562-8795-CE1E7277191D}" dt="2026-05-30T02:55:52.301" v="116"/>
          <ac:inkMkLst>
            <pc:docMk/>
            <pc:sldMk cId="0" sldId="257"/>
            <ac:inkMk id="17" creationId="{1850BDA1-B0CC-3137-5121-F3C5E7278D05}"/>
          </ac:inkMkLst>
        </pc:inkChg>
        <pc:inkChg chg="add del mod">
          <ac:chgData name="Kun Suo" userId="41c30799-3a2b-4880-86a3-8488be07954a" providerId="ADAL" clId="{01B90814-4EBE-5562-8795-CE1E7277191D}" dt="2026-05-30T02:55:52.299" v="108"/>
          <ac:inkMkLst>
            <pc:docMk/>
            <pc:sldMk cId="0" sldId="257"/>
            <ac:inkMk id="18" creationId="{82DF02AF-B9D5-1259-481D-57EB2815C627}"/>
          </ac:inkMkLst>
        </pc:inkChg>
        <pc:inkChg chg="add del mod">
          <ac:chgData name="Kun Suo" userId="41c30799-3a2b-4880-86a3-8488be07954a" providerId="ADAL" clId="{01B90814-4EBE-5562-8795-CE1E7277191D}" dt="2026-05-30T02:55:52.300" v="114"/>
          <ac:inkMkLst>
            <pc:docMk/>
            <pc:sldMk cId="0" sldId="257"/>
            <ac:inkMk id="21" creationId="{38BE2A8B-90AB-4DD1-F461-924DF503E973}"/>
          </ac:inkMkLst>
        </pc:inkChg>
        <pc:inkChg chg="add del mod">
          <ac:chgData name="Kun Suo" userId="41c30799-3a2b-4880-86a3-8488be07954a" providerId="ADAL" clId="{01B90814-4EBE-5562-8795-CE1E7277191D}" dt="2026-05-30T02:55:52.301" v="118"/>
          <ac:inkMkLst>
            <pc:docMk/>
            <pc:sldMk cId="0" sldId="257"/>
            <ac:inkMk id="24" creationId="{2ED0DC91-2D8F-9379-3CAA-F0884281ABF5}"/>
          </ac:inkMkLst>
        </pc:inkChg>
        <pc:inkChg chg="add del mod">
          <ac:chgData name="Kun Suo" userId="41c30799-3a2b-4880-86a3-8488be07954a" providerId="ADAL" clId="{01B90814-4EBE-5562-8795-CE1E7277191D}" dt="2026-05-30T02:55:52.300" v="110"/>
          <ac:inkMkLst>
            <pc:docMk/>
            <pc:sldMk cId="0" sldId="257"/>
            <ac:inkMk id="25" creationId="{8BAC8649-BF6A-1CCE-470A-44265E137173}"/>
          </ac:inkMkLst>
        </pc:inkChg>
        <pc:inkChg chg="add del">
          <ac:chgData name="Kun Suo" userId="41c30799-3a2b-4880-86a3-8488be07954a" providerId="ADAL" clId="{01B90814-4EBE-5562-8795-CE1E7277191D}" dt="2026-05-30T02:55:52.299" v="107"/>
          <ac:inkMkLst>
            <pc:docMk/>
            <pc:sldMk cId="0" sldId="257"/>
            <ac:inkMk id="28" creationId="{ACFA94E0-7203-D835-E6ED-729DC0BB2A22}"/>
          </ac:inkMkLst>
        </pc:inkChg>
        <pc:inkChg chg="add del mod">
          <ac:chgData name="Kun Suo" userId="41c30799-3a2b-4880-86a3-8488be07954a" providerId="ADAL" clId="{01B90814-4EBE-5562-8795-CE1E7277191D}" dt="2026-05-30T02:55:52.301" v="117"/>
          <ac:inkMkLst>
            <pc:docMk/>
            <pc:sldMk cId="0" sldId="257"/>
            <ac:inkMk id="31" creationId="{84A44E43-7B7C-7CE7-5FF1-740FC06EE5A4}"/>
          </ac:inkMkLst>
        </pc:inkChg>
        <pc:inkChg chg="add del mod">
          <ac:chgData name="Kun Suo" userId="41c30799-3a2b-4880-86a3-8488be07954a" providerId="ADAL" clId="{01B90814-4EBE-5562-8795-CE1E7277191D}" dt="2026-05-30T02:55:52.299" v="106"/>
          <ac:inkMkLst>
            <pc:docMk/>
            <pc:sldMk cId="0" sldId="257"/>
            <ac:inkMk id="32" creationId="{CDBA8019-0649-88EF-F811-1ED42BE1B517}"/>
          </ac:inkMkLst>
        </pc:inkChg>
        <pc:inkChg chg="add">
          <ac:chgData name="Kun Suo" userId="41c30799-3a2b-4880-86a3-8488be07954a" providerId="ADAL" clId="{01B90814-4EBE-5562-8795-CE1E7277191D}" dt="2026-05-30T02:55:44.238" v="102" actId="9405"/>
          <ac:inkMkLst>
            <pc:docMk/>
            <pc:sldMk cId="0" sldId="257"/>
            <ac:inkMk id="35" creationId="{9F04EDAB-8DAE-393B-B8C2-25021B087025}"/>
          </ac:inkMkLst>
        </pc:inkChg>
        <pc:inkChg chg="add del mod">
          <ac:chgData name="Kun Suo" userId="41c30799-3a2b-4880-86a3-8488be07954a" providerId="ADAL" clId="{01B90814-4EBE-5562-8795-CE1E7277191D}" dt="2026-05-30T02:55:52.300" v="115"/>
          <ac:inkMkLst>
            <pc:docMk/>
            <pc:sldMk cId="0" sldId="257"/>
            <ac:inkMk id="36" creationId="{C34EAFB9-B7D9-630D-46BF-1F0B5C4E7887}"/>
          </ac:inkMkLst>
        </pc:inkChg>
      </pc:sldChg>
      <pc:sldChg chg="modSp">
        <pc:chgData name="Kun Suo" userId="41c30799-3a2b-4880-86a3-8488be07954a" providerId="ADAL" clId="{01B90814-4EBE-5562-8795-CE1E7277191D}" dt="2026-05-30T01:36:16.928" v="51" actId="1076"/>
        <pc:sldMkLst>
          <pc:docMk/>
          <pc:sldMk cId="0" sldId="258"/>
        </pc:sldMkLst>
        <pc:picChg chg="mod">
          <ac:chgData name="Kun Suo" userId="41c30799-3a2b-4880-86a3-8488be07954a" providerId="ADAL" clId="{01B90814-4EBE-5562-8795-CE1E7277191D}" dt="2026-05-30T01:36:16.928" v="51" actId="1076"/>
          <ac:picMkLst>
            <pc:docMk/>
            <pc:sldMk cId="0" sldId="258"/>
            <ac:picMk id="1028" creationId="{4CF2BD38-8531-880A-64DF-A1DD5CAA7CFA}"/>
          </ac:picMkLst>
        </pc:picChg>
      </pc:sldChg>
      <pc:sldChg chg="addSp delSp modSp mod">
        <pc:chgData name="Kun Suo" userId="41c30799-3a2b-4880-86a3-8488be07954a" providerId="ADAL" clId="{01B90814-4EBE-5562-8795-CE1E7277191D}" dt="2026-05-30T01:40:32.444" v="62" actId="1076"/>
        <pc:sldMkLst>
          <pc:docMk/>
          <pc:sldMk cId="0" sldId="259"/>
        </pc:sldMkLst>
        <pc:spChg chg="mod">
          <ac:chgData name="Kun Suo" userId="41c30799-3a2b-4880-86a3-8488be07954a" providerId="ADAL" clId="{01B90814-4EBE-5562-8795-CE1E7277191D}" dt="2026-05-30T01:39:34.652" v="54" actId="20577"/>
          <ac:spMkLst>
            <pc:docMk/>
            <pc:sldMk cId="0" sldId="259"/>
            <ac:spMk id="5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27:53.736" v="22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01:39:31.562" v="53" actId="478"/>
          <ac:spMkLst>
            <pc:docMk/>
            <pc:sldMk cId="0" sldId="259"/>
            <ac:spMk id="16" creationId="{00000000-0000-0000-0000-000000000000}"/>
          </ac:spMkLst>
        </pc:spChg>
        <pc:picChg chg="del">
          <ac:chgData name="Kun Suo" userId="41c30799-3a2b-4880-86a3-8488be07954a" providerId="ADAL" clId="{01B90814-4EBE-5562-8795-CE1E7277191D}" dt="2026-05-30T01:39:31.562" v="53" actId="478"/>
          <ac:picMkLst>
            <pc:docMk/>
            <pc:sldMk cId="0" sldId="259"/>
            <ac:picMk id="6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01:39:31.562" v="53" actId="478"/>
          <ac:picMkLst>
            <pc:docMk/>
            <pc:sldMk cId="0" sldId="259"/>
            <ac:picMk id="7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01:39:31.562" v="53" actId="478"/>
          <ac:picMkLst>
            <pc:docMk/>
            <pc:sldMk cId="0" sldId="259"/>
            <ac:picMk id="8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01:39:31.562" v="53" actId="478"/>
          <ac:picMkLst>
            <pc:docMk/>
            <pc:sldMk cId="0" sldId="259"/>
            <ac:picMk id="11" creationId="{00000000-0000-0000-0000-000000000000}"/>
          </ac:picMkLst>
        </pc:picChg>
        <pc:picChg chg="add mod">
          <ac:chgData name="Kun Suo" userId="41c30799-3a2b-4880-86a3-8488be07954a" providerId="ADAL" clId="{01B90814-4EBE-5562-8795-CE1E7277191D}" dt="2026-05-30T01:39:58.145" v="57" actId="14100"/>
          <ac:picMkLst>
            <pc:docMk/>
            <pc:sldMk cId="0" sldId="259"/>
            <ac:picMk id="17" creationId="{33A4A8A7-DDEB-C763-4875-7CFDE78B3007}"/>
          </ac:picMkLst>
        </pc:picChg>
        <pc:picChg chg="add mod">
          <ac:chgData name="Kun Suo" userId="41c30799-3a2b-4880-86a3-8488be07954a" providerId="ADAL" clId="{01B90814-4EBE-5562-8795-CE1E7277191D}" dt="2026-05-30T01:40:32.444" v="62" actId="1076"/>
          <ac:picMkLst>
            <pc:docMk/>
            <pc:sldMk cId="0" sldId="259"/>
            <ac:picMk id="18" creationId="{8EE6541E-6A3E-1F28-F8C1-5A07B9FD1CA4}"/>
          </ac:picMkLst>
        </pc:picChg>
      </pc:sldChg>
      <pc:sldChg chg="modSp mod">
        <pc:chgData name="Kun Suo" userId="41c30799-3a2b-4880-86a3-8488be07954a" providerId="ADAL" clId="{01B90814-4EBE-5562-8795-CE1E7277191D}" dt="2026-05-30T14:38:39.038" v="124" actId="20577"/>
        <pc:sldMkLst>
          <pc:docMk/>
          <pc:sldMk cId="0" sldId="261"/>
        </pc:sldMkLst>
        <pc:spChg chg="mod">
          <ac:chgData name="Kun Suo" userId="41c30799-3a2b-4880-86a3-8488be07954a" providerId="ADAL" clId="{01B90814-4EBE-5562-8795-CE1E7277191D}" dt="2026-05-30T14:38:39.038" v="124" actId="20577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5-30T14:48:26.324" v="299" actId="14100"/>
        <pc:sldMkLst>
          <pc:docMk/>
          <pc:sldMk cId="0" sldId="262"/>
        </pc:sldMkLst>
        <pc:spChg chg="mod">
          <ac:chgData name="Kun Suo" userId="41c30799-3a2b-4880-86a3-8488be07954a" providerId="ADAL" clId="{01B90814-4EBE-5562-8795-CE1E7277191D}" dt="2026-05-30T14:48:21.861" v="298" actId="1036"/>
          <ac:spMkLst>
            <pc:docMk/>
            <pc:sldMk cId="0" sldId="262"/>
            <ac:spMk id="5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14:42:55.256" v="166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14:42:55.256" v="166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14:42:55.256" v="166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Kun Suo" userId="41c30799-3a2b-4880-86a3-8488be07954a" providerId="ADAL" clId="{01B90814-4EBE-5562-8795-CE1E7277191D}" dt="2026-05-30T14:42:55.256" v="166" actId="478"/>
          <ac:spMkLst>
            <pc:docMk/>
            <pc:sldMk cId="0" sldId="262"/>
            <ac:spMk id="13" creationId="{00000000-0000-0000-0000-000000000000}"/>
          </ac:spMkLst>
        </pc:spChg>
        <pc:spChg chg="add del">
          <ac:chgData name="Kun Suo" userId="41c30799-3a2b-4880-86a3-8488be07954a" providerId="ADAL" clId="{01B90814-4EBE-5562-8795-CE1E7277191D}" dt="2026-05-30T14:42:42.807" v="163" actId="478"/>
          <ac:spMkLst>
            <pc:docMk/>
            <pc:sldMk cId="0" sldId="262"/>
            <ac:spMk id="15" creationId="{9CD23189-D615-90AD-8143-06A4F9102340}"/>
          </ac:spMkLst>
        </pc:spChg>
        <pc:picChg chg="mod">
          <ac:chgData name="Kun Suo" userId="41c30799-3a2b-4880-86a3-8488be07954a" providerId="ADAL" clId="{01B90814-4EBE-5562-8795-CE1E7277191D}" dt="2026-05-30T14:48:21.861" v="298" actId="1036"/>
          <ac:picMkLst>
            <pc:docMk/>
            <pc:sldMk cId="0" sldId="262"/>
            <ac:picMk id="4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14:42:51.306" v="165" actId="478"/>
          <ac:picMkLst>
            <pc:docMk/>
            <pc:sldMk cId="0" sldId="262"/>
            <ac:picMk id="6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14:42:51.306" v="165" actId="478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14:48:21.861" v="298" actId="1036"/>
          <ac:picMkLst>
            <pc:docMk/>
            <pc:sldMk cId="0" sldId="262"/>
            <ac:picMk id="8" creationId="{00000000-0000-0000-0000-000000000000}"/>
          </ac:picMkLst>
        </pc:picChg>
        <pc:picChg chg="del">
          <ac:chgData name="Kun Suo" userId="41c30799-3a2b-4880-86a3-8488be07954a" providerId="ADAL" clId="{01B90814-4EBE-5562-8795-CE1E7277191D}" dt="2026-05-30T14:45:39.980" v="228" actId="478"/>
          <ac:picMkLst>
            <pc:docMk/>
            <pc:sldMk cId="0" sldId="262"/>
            <ac:picMk id="9" creationId="{00000000-0000-0000-0000-000000000000}"/>
          </ac:picMkLst>
        </pc:picChg>
        <pc:picChg chg="add mod">
          <ac:chgData name="Kun Suo" userId="41c30799-3a2b-4880-86a3-8488be07954a" providerId="ADAL" clId="{01B90814-4EBE-5562-8795-CE1E7277191D}" dt="2026-05-30T14:48:26.324" v="299" actId="14100"/>
          <ac:picMkLst>
            <pc:docMk/>
            <pc:sldMk cId="0" sldId="262"/>
            <ac:picMk id="16" creationId="{115C6531-254F-1C04-1DD1-A221194818E5}"/>
          </ac:picMkLst>
        </pc:picChg>
      </pc:sldChg>
      <pc:sldChg chg="addSp delSp modSp mod">
        <pc:chgData name="Kun Suo" userId="41c30799-3a2b-4880-86a3-8488be07954a" providerId="ADAL" clId="{01B90814-4EBE-5562-8795-CE1E7277191D}" dt="2026-05-30T15:12:07.857" v="502" actId="20577"/>
        <pc:sldMkLst>
          <pc:docMk/>
          <pc:sldMk cId="0" sldId="265"/>
        </pc:sldMkLst>
        <pc:spChg chg="mod">
          <ac:chgData name="Kun Suo" userId="41c30799-3a2b-4880-86a3-8488be07954a" providerId="ADAL" clId="{01B90814-4EBE-5562-8795-CE1E7277191D}" dt="2026-05-30T15:12:07.857" v="502" actId="20577"/>
          <ac:spMkLst>
            <pc:docMk/>
            <pc:sldMk cId="0" sldId="265"/>
            <ac:spMk id="5" creationId="{00000000-0000-0000-0000-000000000000}"/>
          </ac:spMkLst>
        </pc:spChg>
        <pc:spChg chg="add del mod">
          <ac:chgData name="Kun Suo" userId="41c30799-3a2b-4880-86a3-8488be07954a" providerId="ADAL" clId="{01B90814-4EBE-5562-8795-CE1E7277191D}" dt="2026-05-30T15:11:52.060" v="499" actId="478"/>
          <ac:spMkLst>
            <pc:docMk/>
            <pc:sldMk cId="0" sldId="265"/>
            <ac:spMk id="11" creationId="{FE6A4E9C-A452-3EB0-ABE4-D072FD569BC8}"/>
          </ac:spMkLst>
        </pc:spChg>
        <pc:picChg chg="mod">
          <ac:chgData name="Kun Suo" userId="41c30799-3a2b-4880-86a3-8488be07954a" providerId="ADAL" clId="{01B90814-4EBE-5562-8795-CE1E7277191D}" dt="2026-05-30T15:11:05.917" v="477" actId="1076"/>
          <ac:picMkLst>
            <pc:docMk/>
            <pc:sldMk cId="0" sldId="265"/>
            <ac:picMk id="4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15:11:05.917" v="477" actId="1076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15:11:05.917" v="477" actId="1076"/>
          <ac:picMkLst>
            <pc:docMk/>
            <pc:sldMk cId="0" sldId="265"/>
            <ac:picMk id="7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15:11:05.917" v="477" actId="1076"/>
          <ac:picMkLst>
            <pc:docMk/>
            <pc:sldMk cId="0" sldId="265"/>
            <ac:picMk id="8" creationId="{00000000-0000-0000-0000-000000000000}"/>
          </ac:picMkLst>
        </pc:picChg>
        <pc:picChg chg="mod">
          <ac:chgData name="Kun Suo" userId="41c30799-3a2b-4880-86a3-8488be07954a" providerId="ADAL" clId="{01B90814-4EBE-5562-8795-CE1E7277191D}" dt="2026-05-30T15:11:49.766" v="498" actId="1076"/>
          <ac:picMkLst>
            <pc:docMk/>
            <pc:sldMk cId="0" sldId="265"/>
            <ac:picMk id="9" creationId="{00000000-0000-0000-0000-000000000000}"/>
          </ac:picMkLst>
        </pc:picChg>
        <pc:picChg chg="add mod">
          <ac:chgData name="Kun Suo" userId="41c30799-3a2b-4880-86a3-8488be07954a" providerId="ADAL" clId="{01B90814-4EBE-5562-8795-CE1E7277191D}" dt="2026-05-30T15:11:47.282" v="497" actId="1076"/>
          <ac:picMkLst>
            <pc:docMk/>
            <pc:sldMk cId="0" sldId="265"/>
            <ac:picMk id="10" creationId="{0AC423BE-718E-41B5-142B-46E5E523DA90}"/>
          </ac:picMkLst>
        </pc:picChg>
      </pc:sldChg>
      <pc:sldChg chg="modSp mod">
        <pc:chgData name="Kun Suo" userId="41c30799-3a2b-4880-86a3-8488be07954a" providerId="ADAL" clId="{01B90814-4EBE-5562-8795-CE1E7277191D}" dt="2026-05-30T16:12:27.829" v="503" actId="20577"/>
        <pc:sldMkLst>
          <pc:docMk/>
          <pc:sldMk cId="0" sldId="266"/>
        </pc:sldMkLst>
        <pc:spChg chg="mod">
          <ac:chgData name="Kun Suo" userId="41c30799-3a2b-4880-86a3-8488be07954a" providerId="ADAL" clId="{01B90814-4EBE-5562-8795-CE1E7277191D}" dt="2026-05-30T16:12:27.829" v="503" actId="20577"/>
          <ac:spMkLst>
            <pc:docMk/>
            <pc:sldMk cId="0" sldId="266"/>
            <ac:spMk id="7" creationId="{00000000-0000-0000-0000-000000000000}"/>
          </ac:spMkLst>
        </pc:spChg>
      </pc:sldChg>
      <pc:sldChg chg="delSp modSp add mod">
        <pc:chgData name="Kun Suo" userId="41c30799-3a2b-4880-86a3-8488be07954a" providerId="ADAL" clId="{01B90814-4EBE-5562-8795-CE1E7277191D}" dt="2026-05-30T03:05:27.496" v="120" actId="20577"/>
        <pc:sldMkLst>
          <pc:docMk/>
          <pc:sldMk cId="2713149843" sldId="269"/>
        </pc:sldMkLst>
        <pc:spChg chg="mod">
          <ac:chgData name="Kun Suo" userId="41c30799-3a2b-4880-86a3-8488be07954a" providerId="ADAL" clId="{01B90814-4EBE-5562-8795-CE1E7277191D}" dt="2026-05-30T03:04:21.793" v="119" actId="207"/>
          <ac:spMkLst>
            <pc:docMk/>
            <pc:sldMk cId="2713149843" sldId="269"/>
            <ac:spMk id="5" creationId="{7B0F755C-7F4C-3E35-20B1-E1241FBF537D}"/>
          </ac:spMkLst>
        </pc:spChg>
        <pc:spChg chg="mod">
          <ac:chgData name="Kun Suo" userId="41c30799-3a2b-4880-86a3-8488be07954a" providerId="ADAL" clId="{01B90814-4EBE-5562-8795-CE1E7277191D}" dt="2026-05-30T03:05:27.496" v="120" actId="20577"/>
          <ac:spMkLst>
            <pc:docMk/>
            <pc:sldMk cId="2713149843" sldId="269"/>
            <ac:spMk id="10" creationId="{36884519-267F-21D9-3443-72F0D0E620A6}"/>
          </ac:spMkLst>
        </pc:spChg>
        <pc:spChg chg="mod">
          <ac:chgData name="Kun Suo" userId="41c30799-3a2b-4880-86a3-8488be07954a" providerId="ADAL" clId="{01B90814-4EBE-5562-8795-CE1E7277191D}" dt="2026-05-30T01:41:40.413" v="83" actId="1036"/>
          <ac:spMkLst>
            <pc:docMk/>
            <pc:sldMk cId="2713149843" sldId="269"/>
            <ac:spMk id="12" creationId="{7C02C24B-6C0A-B813-5D5E-37A34D888DBB}"/>
          </ac:spMkLst>
        </pc:spChg>
        <pc:spChg chg="mod">
          <ac:chgData name="Kun Suo" userId="41c30799-3a2b-4880-86a3-8488be07954a" providerId="ADAL" clId="{01B90814-4EBE-5562-8795-CE1E7277191D}" dt="2026-05-30T01:41:40.413" v="83" actId="1036"/>
          <ac:spMkLst>
            <pc:docMk/>
            <pc:sldMk cId="2713149843" sldId="269"/>
            <ac:spMk id="13" creationId="{6E35ACD4-FF52-B68D-DB41-CEA0B7E90751}"/>
          </ac:spMkLst>
        </pc:spChg>
        <pc:spChg chg="mod">
          <ac:chgData name="Kun Suo" userId="41c30799-3a2b-4880-86a3-8488be07954a" providerId="ADAL" clId="{01B90814-4EBE-5562-8795-CE1E7277191D}" dt="2026-05-30T01:41:40.413" v="83" actId="1036"/>
          <ac:spMkLst>
            <pc:docMk/>
            <pc:sldMk cId="2713149843" sldId="269"/>
            <ac:spMk id="14" creationId="{5A96A4ED-7027-2D38-5FCF-136EB11D0AEA}"/>
          </ac:spMkLst>
        </pc:spChg>
        <pc:spChg chg="mod">
          <ac:chgData name="Kun Suo" userId="41c30799-3a2b-4880-86a3-8488be07954a" providerId="ADAL" clId="{01B90814-4EBE-5562-8795-CE1E7277191D}" dt="2026-05-30T01:41:40.413" v="83" actId="1036"/>
          <ac:spMkLst>
            <pc:docMk/>
            <pc:sldMk cId="2713149843" sldId="269"/>
            <ac:spMk id="15" creationId="{8DC9BF36-6462-A812-29C6-8E974E3B1330}"/>
          </ac:spMkLst>
        </pc:spChg>
        <pc:spChg chg="mod">
          <ac:chgData name="Kun Suo" userId="41c30799-3a2b-4880-86a3-8488be07954a" providerId="ADAL" clId="{01B90814-4EBE-5562-8795-CE1E7277191D}" dt="2026-05-30T01:41:40.413" v="83" actId="1036"/>
          <ac:spMkLst>
            <pc:docMk/>
            <pc:sldMk cId="2713149843" sldId="269"/>
            <ac:spMk id="16" creationId="{C0C01E06-5C79-5166-77B3-EA10E282010C}"/>
          </ac:spMkLst>
        </pc:spChg>
        <pc:picChg chg="del">
          <ac:chgData name="Kun Suo" userId="41c30799-3a2b-4880-86a3-8488be07954a" providerId="ADAL" clId="{01B90814-4EBE-5562-8795-CE1E7277191D}" dt="2026-05-30T01:41:16.104" v="64" actId="478"/>
          <ac:picMkLst>
            <pc:docMk/>
            <pc:sldMk cId="2713149843" sldId="269"/>
            <ac:picMk id="4" creationId="{418EF77A-A292-8E97-18BD-6B7DF50158E5}"/>
          </ac:picMkLst>
        </pc:picChg>
        <pc:picChg chg="mod">
          <ac:chgData name="Kun Suo" userId="41c30799-3a2b-4880-86a3-8488be07954a" providerId="ADAL" clId="{01B90814-4EBE-5562-8795-CE1E7277191D}" dt="2026-05-30T01:41:21.249" v="70" actId="1035"/>
          <ac:picMkLst>
            <pc:docMk/>
            <pc:sldMk cId="2713149843" sldId="269"/>
            <ac:picMk id="6" creationId="{13F26826-E0FB-A9B3-0215-C20106773CCA}"/>
          </ac:picMkLst>
        </pc:picChg>
        <pc:picChg chg="mod">
          <ac:chgData name="Kun Suo" userId="41c30799-3a2b-4880-86a3-8488be07954a" providerId="ADAL" clId="{01B90814-4EBE-5562-8795-CE1E7277191D}" dt="2026-05-30T01:41:25.966" v="76" actId="1035"/>
          <ac:picMkLst>
            <pc:docMk/>
            <pc:sldMk cId="2713149843" sldId="269"/>
            <ac:picMk id="7" creationId="{A571D98C-0B68-942E-14F7-ADAD062E78BC}"/>
          </ac:picMkLst>
        </pc:picChg>
        <pc:picChg chg="mod">
          <ac:chgData name="Kun Suo" userId="41c30799-3a2b-4880-86a3-8488be07954a" providerId="ADAL" clId="{01B90814-4EBE-5562-8795-CE1E7277191D}" dt="2026-05-30T01:41:35.228" v="81" actId="1035"/>
          <ac:picMkLst>
            <pc:docMk/>
            <pc:sldMk cId="2713149843" sldId="269"/>
            <ac:picMk id="8" creationId="{0FBAC5E2-C4DF-50E3-DEE5-8E7B2AFC6C5F}"/>
          </ac:picMkLst>
        </pc:picChg>
        <pc:picChg chg="mod">
          <ac:chgData name="Kun Suo" userId="41c30799-3a2b-4880-86a3-8488be07954a" providerId="ADAL" clId="{01B90814-4EBE-5562-8795-CE1E7277191D}" dt="2026-05-30T01:41:40.413" v="83" actId="1036"/>
          <ac:picMkLst>
            <pc:docMk/>
            <pc:sldMk cId="2713149843" sldId="269"/>
            <ac:picMk id="11" creationId="{3CA1B08E-0C89-2E10-5202-CE0E6C6DD1D5}"/>
          </ac:picMkLst>
        </pc:picChg>
      </pc:sldChg>
      <pc:sldChg chg="addSp delSp modSp add mod">
        <pc:chgData name="Kun Suo" userId="41c30799-3a2b-4880-86a3-8488be07954a" providerId="ADAL" clId="{01B90814-4EBE-5562-8795-CE1E7277191D}" dt="2026-05-30T14:56:35.818" v="459"/>
        <pc:sldMkLst>
          <pc:docMk/>
          <pc:sldMk cId="835597700" sldId="270"/>
        </pc:sldMkLst>
        <pc:grpChg chg="del mod">
          <ac:chgData name="Kun Suo" userId="41c30799-3a2b-4880-86a3-8488be07954a" providerId="ADAL" clId="{01B90814-4EBE-5562-8795-CE1E7277191D}" dt="2026-05-30T14:54:49.596" v="314"/>
          <ac:grpSpMkLst>
            <pc:docMk/>
            <pc:sldMk cId="835597700" sldId="270"/>
            <ac:grpSpMk id="16" creationId="{35ADBD39-E994-0408-1F4F-0D56F5ACEAD3}"/>
          </ac:grpSpMkLst>
        </pc:grpChg>
        <pc:grpChg chg="del mod">
          <ac:chgData name="Kun Suo" userId="41c30799-3a2b-4880-86a3-8488be07954a" providerId="ADAL" clId="{01B90814-4EBE-5562-8795-CE1E7277191D}" dt="2026-05-30T14:54:53.977" v="320"/>
          <ac:grpSpMkLst>
            <pc:docMk/>
            <pc:sldMk cId="835597700" sldId="270"/>
            <ac:grpSpMk id="17" creationId="{5A3E77CC-B74C-21AB-01B6-D823D2CD56A4}"/>
          </ac:grpSpMkLst>
        </pc:grpChg>
        <pc:grpChg chg="del mod">
          <ac:chgData name="Kun Suo" userId="41c30799-3a2b-4880-86a3-8488be07954a" providerId="ADAL" clId="{01B90814-4EBE-5562-8795-CE1E7277191D}" dt="2026-05-30T14:54:53.977" v="320"/>
          <ac:grpSpMkLst>
            <pc:docMk/>
            <pc:sldMk cId="835597700" sldId="270"/>
            <ac:grpSpMk id="23" creationId="{FD2D1245-CA7B-F174-5EEC-24A7B3D45526}"/>
          </ac:grpSpMkLst>
        </pc:grpChg>
        <pc:grpChg chg="del mod">
          <ac:chgData name="Kun Suo" userId="41c30799-3a2b-4880-86a3-8488be07954a" providerId="ADAL" clId="{01B90814-4EBE-5562-8795-CE1E7277191D}" dt="2026-05-30T14:56:35.807" v="413"/>
          <ac:grpSpMkLst>
            <pc:docMk/>
            <pc:sldMk cId="835597700" sldId="270"/>
            <ac:grpSpMk id="24" creationId="{B24B51A7-478E-C80E-8F0A-490FA7DF0CAE}"/>
          </ac:grpSpMkLst>
        </pc:grpChg>
        <pc:grpChg chg="del mod">
          <ac:chgData name="Kun Suo" userId="41c30799-3a2b-4880-86a3-8488be07954a" providerId="ADAL" clId="{01B90814-4EBE-5562-8795-CE1E7277191D}" dt="2026-05-30T14:55:02.393" v="330"/>
          <ac:grpSpMkLst>
            <pc:docMk/>
            <pc:sldMk cId="835597700" sldId="270"/>
            <ac:grpSpMk id="34" creationId="{29756C0B-CFBD-3D7B-F2A0-9C538124CDD8}"/>
          </ac:grpSpMkLst>
        </pc:grpChg>
        <pc:grpChg chg="del mod">
          <ac:chgData name="Kun Suo" userId="41c30799-3a2b-4880-86a3-8488be07954a" providerId="ADAL" clId="{01B90814-4EBE-5562-8795-CE1E7277191D}" dt="2026-05-30T14:55:15.623" v="340"/>
          <ac:grpSpMkLst>
            <pc:docMk/>
            <pc:sldMk cId="835597700" sldId="270"/>
            <ac:grpSpMk id="35" creationId="{B62412CE-5CB7-5420-97DE-F640F383F2DC}"/>
          </ac:grpSpMkLst>
        </pc:grpChg>
        <pc:grpChg chg="del mod">
          <ac:chgData name="Kun Suo" userId="41c30799-3a2b-4880-86a3-8488be07954a" providerId="ADAL" clId="{01B90814-4EBE-5562-8795-CE1E7277191D}" dt="2026-05-30T14:55:15.623" v="340"/>
          <ac:grpSpMkLst>
            <pc:docMk/>
            <pc:sldMk cId="835597700" sldId="270"/>
            <ac:grpSpMk id="45" creationId="{E703B3F9-4C87-358F-B44A-B642B04158F6}"/>
          </ac:grpSpMkLst>
        </pc:grpChg>
        <pc:grpChg chg="del mod">
          <ac:chgData name="Kun Suo" userId="41c30799-3a2b-4880-86a3-8488be07954a" providerId="ADAL" clId="{01B90814-4EBE-5562-8795-CE1E7277191D}" dt="2026-05-30T14:55:19.529" v="344"/>
          <ac:grpSpMkLst>
            <pc:docMk/>
            <pc:sldMk cId="835597700" sldId="270"/>
            <ac:grpSpMk id="46" creationId="{AC18EA60-4287-BFC6-B956-4E343D6A8A2E}"/>
          </ac:grpSpMkLst>
        </pc:grpChg>
        <pc:grpChg chg="del mod">
          <ac:chgData name="Kun Suo" userId="41c30799-3a2b-4880-86a3-8488be07954a" providerId="ADAL" clId="{01B90814-4EBE-5562-8795-CE1E7277191D}" dt="2026-05-30T14:55:19.529" v="344"/>
          <ac:grpSpMkLst>
            <pc:docMk/>
            <pc:sldMk cId="835597700" sldId="270"/>
            <ac:grpSpMk id="50" creationId="{3DFF4C64-FEAB-7505-774B-4C94B2582987}"/>
          </ac:grpSpMkLst>
        </pc:grpChg>
        <pc:grpChg chg="del mod">
          <ac:chgData name="Kun Suo" userId="41c30799-3a2b-4880-86a3-8488be07954a" providerId="ADAL" clId="{01B90814-4EBE-5562-8795-CE1E7277191D}" dt="2026-05-30T14:56:35.817" v="454"/>
          <ac:grpSpMkLst>
            <pc:docMk/>
            <pc:sldMk cId="835597700" sldId="270"/>
            <ac:grpSpMk id="51" creationId="{5C02F63B-AA34-67DB-3266-3E4563E07501}"/>
          </ac:grpSpMkLst>
        </pc:grpChg>
        <pc:grpChg chg="del mod">
          <ac:chgData name="Kun Suo" userId="41c30799-3a2b-4880-86a3-8488be07954a" providerId="ADAL" clId="{01B90814-4EBE-5562-8795-CE1E7277191D}" dt="2026-05-30T14:55:32.900" v="362"/>
          <ac:grpSpMkLst>
            <pc:docMk/>
            <pc:sldMk cId="835597700" sldId="270"/>
            <ac:grpSpMk id="69" creationId="{A3A09174-9A76-EAFA-638C-E6CECF712FB5}"/>
          </ac:grpSpMkLst>
        </pc:grpChg>
        <pc:grpChg chg="del mod">
          <ac:chgData name="Kun Suo" userId="41c30799-3a2b-4880-86a3-8488be07954a" providerId="ADAL" clId="{01B90814-4EBE-5562-8795-CE1E7277191D}" dt="2026-05-30T14:56:35.818" v="457"/>
          <ac:grpSpMkLst>
            <pc:docMk/>
            <pc:sldMk cId="835597700" sldId="270"/>
            <ac:grpSpMk id="70" creationId="{3338D3BE-0BD6-376E-15FD-9D77A65AE0F2}"/>
          </ac:grpSpMkLst>
        </pc:grpChg>
        <pc:grpChg chg="del mod">
          <ac:chgData name="Kun Suo" userId="41c30799-3a2b-4880-86a3-8488be07954a" providerId="ADAL" clId="{01B90814-4EBE-5562-8795-CE1E7277191D}" dt="2026-05-30T14:55:32.900" v="362"/>
          <ac:grpSpMkLst>
            <pc:docMk/>
            <pc:sldMk cId="835597700" sldId="270"/>
            <ac:grpSpMk id="71" creationId="{D615ADEA-E3B2-3AD4-30D5-7C0596DE9255}"/>
          </ac:grpSpMkLst>
        </pc:grpChg>
        <pc:grpChg chg="del mod">
          <ac:chgData name="Kun Suo" userId="41c30799-3a2b-4880-86a3-8488be07954a" providerId="ADAL" clId="{01B90814-4EBE-5562-8795-CE1E7277191D}" dt="2026-05-30T14:56:35.811" v="427"/>
          <ac:grpSpMkLst>
            <pc:docMk/>
            <pc:sldMk cId="835597700" sldId="270"/>
            <ac:grpSpMk id="72" creationId="{71E8117A-5F8A-29B7-4B15-B1790173B84A}"/>
          </ac:grpSpMkLst>
        </pc:grpChg>
        <pc:grpChg chg="del mod">
          <ac:chgData name="Kun Suo" userId="41c30799-3a2b-4880-86a3-8488be07954a" providerId="ADAL" clId="{01B90814-4EBE-5562-8795-CE1E7277191D}" dt="2026-05-30T14:55:53.018" v="366"/>
          <ac:grpSpMkLst>
            <pc:docMk/>
            <pc:sldMk cId="835597700" sldId="270"/>
            <ac:grpSpMk id="76" creationId="{6C842044-72F9-F1D7-B6A9-7F4529DDA048}"/>
          </ac:grpSpMkLst>
        </pc:grpChg>
        <pc:grpChg chg="del mod">
          <ac:chgData name="Kun Suo" userId="41c30799-3a2b-4880-86a3-8488be07954a" providerId="ADAL" clId="{01B90814-4EBE-5562-8795-CE1E7277191D}" dt="2026-05-30T14:55:55.406" v="368"/>
          <ac:grpSpMkLst>
            <pc:docMk/>
            <pc:sldMk cId="835597700" sldId="270"/>
            <ac:grpSpMk id="77" creationId="{CE900AF3-127C-CD14-1658-CA1804BF7E5E}"/>
          </ac:grpSpMkLst>
        </pc:grpChg>
        <pc:grpChg chg="del mod">
          <ac:chgData name="Kun Suo" userId="41c30799-3a2b-4880-86a3-8488be07954a" providerId="ADAL" clId="{01B90814-4EBE-5562-8795-CE1E7277191D}" dt="2026-05-30T14:55:55.406" v="368"/>
          <ac:grpSpMkLst>
            <pc:docMk/>
            <pc:sldMk cId="835597700" sldId="270"/>
            <ac:grpSpMk id="79" creationId="{67479113-983E-0080-7CCC-06772634FD03}"/>
          </ac:grpSpMkLst>
        </pc:grpChg>
        <pc:grpChg chg="del mod">
          <ac:chgData name="Kun Suo" userId="41c30799-3a2b-4880-86a3-8488be07954a" providerId="ADAL" clId="{01B90814-4EBE-5562-8795-CE1E7277191D}" dt="2026-05-30T14:56:35.807" v="410"/>
          <ac:grpSpMkLst>
            <pc:docMk/>
            <pc:sldMk cId="835597700" sldId="270"/>
            <ac:grpSpMk id="80" creationId="{DF9E3776-E99A-8F2E-6398-888536677788}"/>
          </ac:grpSpMkLst>
        </pc:grpChg>
        <pc:grpChg chg="del mod">
          <ac:chgData name="Kun Suo" userId="41c30799-3a2b-4880-86a3-8488be07954a" providerId="ADAL" clId="{01B90814-4EBE-5562-8795-CE1E7277191D}" dt="2026-05-30T14:56:06.565" v="377"/>
          <ac:grpSpMkLst>
            <pc:docMk/>
            <pc:sldMk cId="835597700" sldId="270"/>
            <ac:grpSpMk id="89" creationId="{44EDE764-79EA-E123-2CC2-528AEEE62AE1}"/>
          </ac:grpSpMkLst>
        </pc:grpChg>
        <pc:grpChg chg="del mod">
          <ac:chgData name="Kun Suo" userId="41c30799-3a2b-4880-86a3-8488be07954a" providerId="ADAL" clId="{01B90814-4EBE-5562-8795-CE1E7277191D}" dt="2026-05-30T14:56:35.810" v="423"/>
          <ac:grpSpMkLst>
            <pc:docMk/>
            <pc:sldMk cId="835597700" sldId="270"/>
            <ac:grpSpMk id="90" creationId="{8D8659BB-9D98-3C02-43EB-597CAB581600}"/>
          </ac:grpSpMkLst>
        </pc:grpChg>
        <pc:grpChg chg="del mod">
          <ac:chgData name="Kun Suo" userId="41c30799-3a2b-4880-86a3-8488be07954a" providerId="ADAL" clId="{01B90814-4EBE-5562-8795-CE1E7277191D}" dt="2026-05-30T14:56:17.913" v="390"/>
          <ac:grpSpMkLst>
            <pc:docMk/>
            <pc:sldMk cId="835597700" sldId="270"/>
            <ac:grpSpMk id="103" creationId="{E1AA850E-5411-7BE7-B2F7-A053B5241836}"/>
          </ac:grpSpMkLst>
        </pc:grpChg>
        <pc:grpChg chg="del mod">
          <ac:chgData name="Kun Suo" userId="41c30799-3a2b-4880-86a3-8488be07954a" providerId="ADAL" clId="{01B90814-4EBE-5562-8795-CE1E7277191D}" dt="2026-05-30T14:56:35.807" v="411"/>
          <ac:grpSpMkLst>
            <pc:docMk/>
            <pc:sldMk cId="835597700" sldId="270"/>
            <ac:grpSpMk id="104" creationId="{7ACE0E0A-1A94-99DD-B532-161ED31FA730}"/>
          </ac:grpSpMkLst>
        </pc:grpChg>
        <pc:grpChg chg="del mod">
          <ac:chgData name="Kun Suo" userId="41c30799-3a2b-4880-86a3-8488be07954a" providerId="ADAL" clId="{01B90814-4EBE-5562-8795-CE1E7277191D}" dt="2026-05-30T14:56:17.913" v="390"/>
          <ac:grpSpMkLst>
            <pc:docMk/>
            <pc:sldMk cId="835597700" sldId="270"/>
            <ac:grpSpMk id="105" creationId="{283E6462-1EEE-E25A-6807-06237021A690}"/>
          </ac:grpSpMkLst>
        </pc:grpChg>
        <pc:grpChg chg="del mod">
          <ac:chgData name="Kun Suo" userId="41c30799-3a2b-4880-86a3-8488be07954a" providerId="ADAL" clId="{01B90814-4EBE-5562-8795-CE1E7277191D}" dt="2026-05-30T14:56:35.803" v="396"/>
          <ac:grpSpMkLst>
            <pc:docMk/>
            <pc:sldMk cId="835597700" sldId="270"/>
            <ac:grpSpMk id="106" creationId="{1AD944D4-C61C-96C2-60FA-4424F08699EA}"/>
          </ac:grpSpMkLst>
        </pc:grpChg>
        <pc:grpChg chg="del mod">
          <ac:chgData name="Kun Suo" userId="41c30799-3a2b-4880-86a3-8488be07954a" providerId="ADAL" clId="{01B90814-4EBE-5562-8795-CE1E7277191D}" dt="2026-05-30T14:56:17.913" v="390"/>
          <ac:grpSpMkLst>
            <pc:docMk/>
            <pc:sldMk cId="835597700" sldId="270"/>
            <ac:grpSpMk id="107" creationId="{6B4D2A51-A499-675D-8C7C-CBA948162841}"/>
          </ac:grpSpMkLst>
        </pc:grpChg>
        <pc:grpChg chg="del mod">
          <ac:chgData name="Kun Suo" userId="41c30799-3a2b-4880-86a3-8488be07954a" providerId="ADAL" clId="{01B90814-4EBE-5562-8795-CE1E7277191D}" dt="2026-05-30T14:56:35.816" v="448"/>
          <ac:grpSpMkLst>
            <pc:docMk/>
            <pc:sldMk cId="835597700" sldId="270"/>
            <ac:grpSpMk id="108" creationId="{263A6DCC-0D59-CFC8-CECA-CBC5E6AF898C}"/>
          </ac:grpSpMkLst>
        </pc:grpChg>
        <pc:grpChg chg="del mod">
          <ac:chgData name="Kun Suo" userId="41c30799-3a2b-4880-86a3-8488be07954a" providerId="ADAL" clId="{01B90814-4EBE-5562-8795-CE1E7277191D}" dt="2026-05-30T14:56:17.913" v="390"/>
          <ac:grpSpMkLst>
            <pc:docMk/>
            <pc:sldMk cId="835597700" sldId="270"/>
            <ac:grpSpMk id="109" creationId="{4E48DB24-A72C-1D4F-C9B2-6D94F359B587}"/>
          </ac:grpSpMkLst>
        </pc:grpChg>
        <pc:grpChg chg="del mod">
          <ac:chgData name="Kun Suo" userId="41c30799-3a2b-4880-86a3-8488be07954a" providerId="ADAL" clId="{01B90814-4EBE-5562-8795-CE1E7277191D}" dt="2026-05-30T14:56:35.809" v="418"/>
          <ac:grpSpMkLst>
            <pc:docMk/>
            <pc:sldMk cId="835597700" sldId="270"/>
            <ac:grpSpMk id="110" creationId="{DA30013D-2696-54D5-27AE-FAE274E49B02}"/>
          </ac:grpSpMkLst>
        </pc:grpChg>
        <pc:inkChg chg="add del mod">
          <ac:chgData name="Kun Suo" userId="41c30799-3a2b-4880-86a3-8488be07954a" providerId="ADAL" clId="{01B90814-4EBE-5562-8795-CE1E7277191D}" dt="2026-05-30T14:56:35.816" v="450"/>
          <ac:inkMkLst>
            <pc:docMk/>
            <pc:sldMk cId="835597700" sldId="270"/>
            <ac:inkMk id="14" creationId="{33EC5EC8-E839-26AA-DA88-B15A0053F797}"/>
          </ac:inkMkLst>
        </pc:inkChg>
        <pc:inkChg chg="add del mod">
          <ac:chgData name="Kun Suo" userId="41c30799-3a2b-4880-86a3-8488be07954a" providerId="ADAL" clId="{01B90814-4EBE-5562-8795-CE1E7277191D}" dt="2026-05-30T14:56:35.803" v="397"/>
          <ac:inkMkLst>
            <pc:docMk/>
            <pc:sldMk cId="835597700" sldId="270"/>
            <ac:inkMk id="15" creationId="{8C7FF04A-4BFE-87B9-5649-2300A58FBF2B}"/>
          </ac:inkMkLst>
        </pc:inkChg>
        <pc:inkChg chg="add del mod">
          <ac:chgData name="Kun Suo" userId="41c30799-3a2b-4880-86a3-8488be07954a" providerId="ADAL" clId="{01B90814-4EBE-5562-8795-CE1E7277191D}" dt="2026-05-30T14:56:35.807" v="413"/>
          <ac:inkMkLst>
            <pc:docMk/>
            <pc:sldMk cId="835597700" sldId="270"/>
            <ac:inkMk id="18" creationId="{3D5136C8-5AFD-BF56-0DB9-2D3BB9CEC3F8}"/>
          </ac:inkMkLst>
        </pc:inkChg>
        <pc:inkChg chg="add del mod">
          <ac:chgData name="Kun Suo" userId="41c30799-3a2b-4880-86a3-8488be07954a" providerId="ADAL" clId="{01B90814-4EBE-5562-8795-CE1E7277191D}" dt="2026-05-30T14:56:35.803" v="394"/>
          <ac:inkMkLst>
            <pc:docMk/>
            <pc:sldMk cId="835597700" sldId="270"/>
            <ac:inkMk id="19" creationId="{6AECA04E-CAC3-F789-B26F-056FE036B213}"/>
          </ac:inkMkLst>
        </pc:inkChg>
        <pc:inkChg chg="add del">
          <ac:chgData name="Kun Suo" userId="41c30799-3a2b-4880-86a3-8488be07954a" providerId="ADAL" clId="{01B90814-4EBE-5562-8795-CE1E7277191D}" dt="2026-05-30T14:56:35.809" v="420"/>
          <ac:inkMkLst>
            <pc:docMk/>
            <pc:sldMk cId="835597700" sldId="270"/>
            <ac:inkMk id="20" creationId="{781854C2-8D55-758F-62A7-82E4A94F74EA}"/>
          </ac:inkMkLst>
        </pc:inkChg>
        <pc:inkChg chg="add del">
          <ac:chgData name="Kun Suo" userId="41c30799-3a2b-4880-86a3-8488be07954a" providerId="ADAL" clId="{01B90814-4EBE-5562-8795-CE1E7277191D}" dt="2026-05-30T14:56:35.812" v="434"/>
          <ac:inkMkLst>
            <pc:docMk/>
            <pc:sldMk cId="835597700" sldId="270"/>
            <ac:inkMk id="21" creationId="{9CAA683C-02CF-06AD-FB18-6B417F3F093F}"/>
          </ac:inkMkLst>
        </pc:inkChg>
        <pc:inkChg chg="add del">
          <ac:chgData name="Kun Suo" userId="41c30799-3a2b-4880-86a3-8488be07954a" providerId="ADAL" clId="{01B90814-4EBE-5562-8795-CE1E7277191D}" dt="2026-05-30T14:56:35.803" v="395"/>
          <ac:inkMkLst>
            <pc:docMk/>
            <pc:sldMk cId="835597700" sldId="270"/>
            <ac:inkMk id="22" creationId="{E830C930-6355-973D-DCAB-437A8F223B2B}"/>
          </ac:inkMkLst>
        </pc:inkChg>
        <pc:inkChg chg="add del mod">
          <ac:chgData name="Kun Suo" userId="41c30799-3a2b-4880-86a3-8488be07954a" providerId="ADAL" clId="{01B90814-4EBE-5562-8795-CE1E7277191D}" dt="2026-05-30T14:56:35.814" v="440"/>
          <ac:inkMkLst>
            <pc:docMk/>
            <pc:sldMk cId="835597700" sldId="270"/>
            <ac:inkMk id="25" creationId="{25384253-849E-9FAB-0A07-78370364BBD1}"/>
          </ac:inkMkLst>
        </pc:inkChg>
        <pc:inkChg chg="add del mod">
          <ac:chgData name="Kun Suo" userId="41c30799-3a2b-4880-86a3-8488be07954a" providerId="ADAL" clId="{01B90814-4EBE-5562-8795-CE1E7277191D}" dt="2026-05-30T14:56:35.817" v="455"/>
          <ac:inkMkLst>
            <pc:docMk/>
            <pc:sldMk cId="835597700" sldId="270"/>
            <ac:inkMk id="26" creationId="{BD907D5B-227A-33DA-D23D-D5C01A44B077}"/>
          </ac:inkMkLst>
        </pc:inkChg>
        <pc:inkChg chg="add del mod">
          <ac:chgData name="Kun Suo" userId="41c30799-3a2b-4880-86a3-8488be07954a" providerId="ADAL" clId="{01B90814-4EBE-5562-8795-CE1E7277191D}" dt="2026-05-30T14:56:35.805" v="402"/>
          <ac:inkMkLst>
            <pc:docMk/>
            <pc:sldMk cId="835597700" sldId="270"/>
            <ac:inkMk id="27" creationId="{CCEDB11F-F8C7-CC01-AE0C-DF1D1A9CCDF6}"/>
          </ac:inkMkLst>
        </pc:inkChg>
        <pc:inkChg chg="add del mod">
          <ac:chgData name="Kun Suo" userId="41c30799-3a2b-4880-86a3-8488be07954a" providerId="ADAL" clId="{01B90814-4EBE-5562-8795-CE1E7277191D}" dt="2026-05-30T14:56:35.808" v="417"/>
          <ac:inkMkLst>
            <pc:docMk/>
            <pc:sldMk cId="835597700" sldId="270"/>
            <ac:inkMk id="28" creationId="{71014471-5D93-5169-BA5A-8B1C55C5A12B}"/>
          </ac:inkMkLst>
        </pc:inkChg>
        <pc:inkChg chg="add del mod">
          <ac:chgData name="Kun Suo" userId="41c30799-3a2b-4880-86a3-8488be07954a" providerId="ADAL" clId="{01B90814-4EBE-5562-8795-CE1E7277191D}" dt="2026-05-30T14:56:35.811" v="426"/>
          <ac:inkMkLst>
            <pc:docMk/>
            <pc:sldMk cId="835597700" sldId="270"/>
            <ac:inkMk id="29" creationId="{99259543-BE1A-8F1A-0F08-3FF43356C394}"/>
          </ac:inkMkLst>
        </pc:inkChg>
        <pc:inkChg chg="add del mod">
          <ac:chgData name="Kun Suo" userId="41c30799-3a2b-4880-86a3-8488be07954a" providerId="ADAL" clId="{01B90814-4EBE-5562-8795-CE1E7277191D}" dt="2026-05-30T14:56:35.813" v="439"/>
          <ac:inkMkLst>
            <pc:docMk/>
            <pc:sldMk cId="835597700" sldId="270"/>
            <ac:inkMk id="30" creationId="{D3684935-8A25-3E7B-CD65-AAAB2D5433F6}"/>
          </ac:inkMkLst>
        </pc:inkChg>
        <pc:inkChg chg="add del mod">
          <ac:chgData name="Kun Suo" userId="41c30799-3a2b-4880-86a3-8488be07954a" providerId="ADAL" clId="{01B90814-4EBE-5562-8795-CE1E7277191D}" dt="2026-05-30T14:56:35.817" v="454"/>
          <ac:inkMkLst>
            <pc:docMk/>
            <pc:sldMk cId="835597700" sldId="270"/>
            <ac:inkMk id="31" creationId="{035CC1CF-150D-1D3E-C4A8-DBE6B77E485A}"/>
          </ac:inkMkLst>
        </pc:inkChg>
        <pc:inkChg chg="add del mod">
          <ac:chgData name="Kun Suo" userId="41c30799-3a2b-4880-86a3-8488be07954a" providerId="ADAL" clId="{01B90814-4EBE-5562-8795-CE1E7277191D}" dt="2026-05-30T14:56:35.805" v="403"/>
          <ac:inkMkLst>
            <pc:docMk/>
            <pc:sldMk cId="835597700" sldId="270"/>
            <ac:inkMk id="32" creationId="{599936CF-BA3D-2C7E-63C0-FB4A1F340A6E}"/>
          </ac:inkMkLst>
        </pc:inkChg>
        <pc:inkChg chg="add del mod">
          <ac:chgData name="Kun Suo" userId="41c30799-3a2b-4880-86a3-8488be07954a" providerId="ADAL" clId="{01B90814-4EBE-5562-8795-CE1E7277191D}" dt="2026-05-30T14:56:35.808" v="416"/>
          <ac:inkMkLst>
            <pc:docMk/>
            <pc:sldMk cId="835597700" sldId="270"/>
            <ac:inkMk id="33" creationId="{D4D3B42A-ACAB-955B-7D19-AB4A6EDC03C1}"/>
          </ac:inkMkLst>
        </pc:inkChg>
        <pc:inkChg chg="add mod">
          <ac:chgData name="Kun Suo" userId="41c30799-3a2b-4880-86a3-8488be07954a" providerId="ADAL" clId="{01B90814-4EBE-5562-8795-CE1E7277191D}" dt="2026-05-30T14:56:35.805" v="403"/>
          <ac:inkMkLst>
            <pc:docMk/>
            <pc:sldMk cId="835597700" sldId="270"/>
            <ac:inkMk id="36" creationId="{C511F34E-F554-06D5-0889-AD4E789BCBEE}"/>
          </ac:inkMkLst>
        </pc:inkChg>
        <pc:inkChg chg="add del mod">
          <ac:chgData name="Kun Suo" userId="41c30799-3a2b-4880-86a3-8488be07954a" providerId="ADAL" clId="{01B90814-4EBE-5562-8795-CE1E7277191D}" dt="2026-05-30T14:56:35.813" v="437"/>
          <ac:inkMkLst>
            <pc:docMk/>
            <pc:sldMk cId="835597700" sldId="270"/>
            <ac:inkMk id="37" creationId="{9669C71E-3A89-B7D3-AEF7-46033D0DCD71}"/>
          </ac:inkMkLst>
        </pc:inkChg>
        <pc:inkChg chg="add del mod">
          <ac:chgData name="Kun Suo" userId="41c30799-3a2b-4880-86a3-8488be07954a" providerId="ADAL" clId="{01B90814-4EBE-5562-8795-CE1E7277191D}" dt="2026-05-30T14:56:35.817" v="453"/>
          <ac:inkMkLst>
            <pc:docMk/>
            <pc:sldMk cId="835597700" sldId="270"/>
            <ac:inkMk id="38" creationId="{C4687D89-0D15-2DED-A56B-AFF11BC53A12}"/>
          </ac:inkMkLst>
        </pc:inkChg>
        <pc:inkChg chg="add del">
          <ac:chgData name="Kun Suo" userId="41c30799-3a2b-4880-86a3-8488be07954a" providerId="ADAL" clId="{01B90814-4EBE-5562-8795-CE1E7277191D}" dt="2026-05-30T14:56:35.805" v="404"/>
          <ac:inkMkLst>
            <pc:docMk/>
            <pc:sldMk cId="835597700" sldId="270"/>
            <ac:inkMk id="39" creationId="{736B1474-3AAA-2B07-9779-CB4CA217BF0C}"/>
          </ac:inkMkLst>
        </pc:inkChg>
        <pc:inkChg chg="add del mod">
          <ac:chgData name="Kun Suo" userId="41c30799-3a2b-4880-86a3-8488be07954a" providerId="ADAL" clId="{01B90814-4EBE-5562-8795-CE1E7277191D}" dt="2026-05-30T14:56:35.808" v="415"/>
          <ac:inkMkLst>
            <pc:docMk/>
            <pc:sldMk cId="835597700" sldId="270"/>
            <ac:inkMk id="40" creationId="{B4A6178D-00AA-A9CB-75B4-C9544A505EC7}"/>
          </ac:inkMkLst>
        </pc:inkChg>
        <pc:inkChg chg="add del mod">
          <ac:chgData name="Kun Suo" userId="41c30799-3a2b-4880-86a3-8488be07954a" providerId="ADAL" clId="{01B90814-4EBE-5562-8795-CE1E7277191D}" dt="2026-05-30T14:56:35.810" v="424"/>
          <ac:inkMkLst>
            <pc:docMk/>
            <pc:sldMk cId="835597700" sldId="270"/>
            <ac:inkMk id="41" creationId="{939CCC45-659E-CEE5-1B14-056516D566FF}"/>
          </ac:inkMkLst>
        </pc:inkChg>
        <pc:inkChg chg="add del mod">
          <ac:chgData name="Kun Suo" userId="41c30799-3a2b-4880-86a3-8488be07954a" providerId="ADAL" clId="{01B90814-4EBE-5562-8795-CE1E7277191D}" dt="2026-05-30T14:56:35.813" v="438"/>
          <ac:inkMkLst>
            <pc:docMk/>
            <pc:sldMk cId="835597700" sldId="270"/>
            <ac:inkMk id="42" creationId="{A50D6ADA-B472-7725-96E0-481CBAED0DBE}"/>
          </ac:inkMkLst>
        </pc:inkChg>
        <pc:inkChg chg="add del mod">
          <ac:chgData name="Kun Suo" userId="41c30799-3a2b-4880-86a3-8488be07954a" providerId="ADAL" clId="{01B90814-4EBE-5562-8795-CE1E7277191D}" dt="2026-05-30T14:56:35.817" v="452"/>
          <ac:inkMkLst>
            <pc:docMk/>
            <pc:sldMk cId="835597700" sldId="270"/>
            <ac:inkMk id="43" creationId="{7AE59E19-4098-2E65-7567-CFC9545DCE86}"/>
          </ac:inkMkLst>
        </pc:inkChg>
        <pc:inkChg chg="add">
          <ac:chgData name="Kun Suo" userId="41c30799-3a2b-4880-86a3-8488be07954a" providerId="ADAL" clId="{01B90814-4EBE-5562-8795-CE1E7277191D}" dt="2026-05-30T14:55:14.761" v="339" actId="9405"/>
          <ac:inkMkLst>
            <pc:docMk/>
            <pc:sldMk cId="835597700" sldId="270"/>
            <ac:inkMk id="44" creationId="{51AA55D0-BC91-DE05-39B4-E3A440DFD2E9}"/>
          </ac:inkMkLst>
        </pc:inkChg>
        <pc:inkChg chg="add del mod">
          <ac:chgData name="Kun Suo" userId="41c30799-3a2b-4880-86a3-8488be07954a" providerId="ADAL" clId="{01B90814-4EBE-5562-8795-CE1E7277191D}" dt="2026-05-30T14:56:35.812" v="431"/>
          <ac:inkMkLst>
            <pc:docMk/>
            <pc:sldMk cId="835597700" sldId="270"/>
            <ac:inkMk id="47" creationId="{010DB411-C919-DF1C-D569-6CB451C045E4}"/>
          </ac:inkMkLst>
        </pc:inkChg>
        <pc:inkChg chg="add del mod">
          <ac:chgData name="Kun Suo" userId="41c30799-3a2b-4880-86a3-8488be07954a" providerId="ADAL" clId="{01B90814-4EBE-5562-8795-CE1E7277191D}" dt="2026-05-30T14:56:35.810" v="421"/>
          <ac:inkMkLst>
            <pc:docMk/>
            <pc:sldMk cId="835597700" sldId="270"/>
            <ac:inkMk id="48" creationId="{DB7C9676-2417-D64D-180E-DF0C98C02964}"/>
          </ac:inkMkLst>
        </pc:inkChg>
        <pc:inkChg chg="add del mod">
          <ac:chgData name="Kun Suo" userId="41c30799-3a2b-4880-86a3-8488be07954a" providerId="ADAL" clId="{01B90814-4EBE-5562-8795-CE1E7277191D}" dt="2026-05-30T14:56:35.812" v="430"/>
          <ac:inkMkLst>
            <pc:docMk/>
            <pc:sldMk cId="835597700" sldId="270"/>
            <ac:inkMk id="49" creationId="{710833DE-3506-6541-EF39-77679FEC9B0F}"/>
          </ac:inkMkLst>
        </pc:inkChg>
        <pc:inkChg chg="add del">
          <ac:chgData name="Kun Suo" userId="41c30799-3a2b-4880-86a3-8488be07954a" providerId="ADAL" clId="{01B90814-4EBE-5562-8795-CE1E7277191D}" dt="2026-05-30T14:56:35.806" v="406"/>
          <ac:inkMkLst>
            <pc:docMk/>
            <pc:sldMk cId="835597700" sldId="270"/>
            <ac:inkMk id="52" creationId="{7B7EF9AF-726D-A2A2-A06B-41A9111D409A}"/>
          </ac:inkMkLst>
        </pc:inkChg>
        <pc:inkChg chg="add del mod">
          <ac:chgData name="Kun Suo" userId="41c30799-3a2b-4880-86a3-8488be07954a" providerId="ADAL" clId="{01B90814-4EBE-5562-8795-CE1E7277191D}" dt="2026-05-30T14:56:35.811" v="428"/>
          <ac:inkMkLst>
            <pc:docMk/>
            <pc:sldMk cId="835597700" sldId="270"/>
            <ac:inkMk id="53" creationId="{CED4A54B-2330-8BAE-7669-2F7923EE3463}"/>
          </ac:inkMkLst>
        </pc:inkChg>
        <pc:inkChg chg="add del mod">
          <ac:chgData name="Kun Suo" userId="41c30799-3a2b-4880-86a3-8488be07954a" providerId="ADAL" clId="{01B90814-4EBE-5562-8795-CE1E7277191D}" dt="2026-05-30T14:56:35.811" v="427"/>
          <ac:inkMkLst>
            <pc:docMk/>
            <pc:sldMk cId="835597700" sldId="270"/>
            <ac:inkMk id="54" creationId="{0D4C55DB-0B5F-E586-C56B-C2A1E2C63C02}"/>
          </ac:inkMkLst>
        </pc:inkChg>
        <pc:inkChg chg="add del mod">
          <ac:chgData name="Kun Suo" userId="41c30799-3a2b-4880-86a3-8488be07954a" providerId="ADAL" clId="{01B90814-4EBE-5562-8795-CE1E7277191D}" dt="2026-05-30T14:56:35.811" v="429"/>
          <ac:inkMkLst>
            <pc:docMk/>
            <pc:sldMk cId="835597700" sldId="270"/>
            <ac:inkMk id="55" creationId="{7F1E16BC-4115-1A7C-A36F-56CC4E5C087E}"/>
          </ac:inkMkLst>
        </pc:inkChg>
        <pc:inkChg chg="add del mod">
          <ac:chgData name="Kun Suo" userId="41c30799-3a2b-4880-86a3-8488be07954a" providerId="ADAL" clId="{01B90814-4EBE-5562-8795-CE1E7277191D}" dt="2026-05-30T14:56:35.815" v="444"/>
          <ac:inkMkLst>
            <pc:docMk/>
            <pc:sldMk cId="835597700" sldId="270"/>
            <ac:inkMk id="56" creationId="{D646494C-5189-96EB-5AB5-41C8E46E8041}"/>
          </ac:inkMkLst>
        </pc:inkChg>
        <pc:inkChg chg="add del mod">
          <ac:chgData name="Kun Suo" userId="41c30799-3a2b-4880-86a3-8488be07954a" providerId="ADAL" clId="{01B90814-4EBE-5562-8795-CE1E7277191D}" dt="2026-05-30T14:56:35.814" v="442"/>
          <ac:inkMkLst>
            <pc:docMk/>
            <pc:sldMk cId="835597700" sldId="270"/>
            <ac:inkMk id="57" creationId="{7C3DE3A5-CB52-A8CB-9F25-8BD9DB4B533A}"/>
          </ac:inkMkLst>
        </pc:inkChg>
        <pc:inkChg chg="add del mod">
          <ac:chgData name="Kun Suo" userId="41c30799-3a2b-4880-86a3-8488be07954a" providerId="ADAL" clId="{01B90814-4EBE-5562-8795-CE1E7277191D}" dt="2026-05-30T14:56:35.806" v="407"/>
          <ac:inkMkLst>
            <pc:docMk/>
            <pc:sldMk cId="835597700" sldId="270"/>
            <ac:inkMk id="58" creationId="{41616DE9-25CE-5F20-E9F6-4C3028A564D9}"/>
          </ac:inkMkLst>
        </pc:inkChg>
        <pc:inkChg chg="add del mod">
          <ac:chgData name="Kun Suo" userId="41c30799-3a2b-4880-86a3-8488be07954a" providerId="ADAL" clId="{01B90814-4EBE-5562-8795-CE1E7277191D}" dt="2026-05-30T14:56:35.818" v="457"/>
          <ac:inkMkLst>
            <pc:docMk/>
            <pc:sldMk cId="835597700" sldId="270"/>
            <ac:inkMk id="59" creationId="{EA2B26D7-3AB8-74DA-6C4E-25FD3BA1C008}"/>
          </ac:inkMkLst>
        </pc:inkChg>
        <pc:inkChg chg="add del mod">
          <ac:chgData name="Kun Suo" userId="41c30799-3a2b-4880-86a3-8488be07954a" providerId="ADAL" clId="{01B90814-4EBE-5562-8795-CE1E7277191D}" dt="2026-05-30T14:56:35.817" v="456"/>
          <ac:inkMkLst>
            <pc:docMk/>
            <pc:sldMk cId="835597700" sldId="270"/>
            <ac:inkMk id="60" creationId="{466AA507-4A0D-B05D-9285-C2FF77A34371}"/>
          </ac:inkMkLst>
        </pc:inkChg>
        <pc:inkChg chg="add del mod">
          <ac:chgData name="Kun Suo" userId="41c30799-3a2b-4880-86a3-8488be07954a" providerId="ADAL" clId="{01B90814-4EBE-5562-8795-CE1E7277191D}" dt="2026-05-30T14:56:35.814" v="443"/>
          <ac:inkMkLst>
            <pc:docMk/>
            <pc:sldMk cId="835597700" sldId="270"/>
            <ac:inkMk id="61" creationId="{B5AFB803-006A-FBB2-EF5C-9DD18C08B60D}"/>
          </ac:inkMkLst>
        </pc:inkChg>
        <pc:inkChg chg="add">
          <ac:chgData name="Kun Suo" userId="41c30799-3a2b-4880-86a3-8488be07954a" providerId="ADAL" clId="{01B90814-4EBE-5562-8795-CE1E7277191D}" dt="2026-05-30T14:55:26.686" v="355" actId="9405"/>
          <ac:inkMkLst>
            <pc:docMk/>
            <pc:sldMk cId="835597700" sldId="270"/>
            <ac:inkMk id="62" creationId="{5D085E2D-58CC-5C94-D2B1-7E0D16FB2F46}"/>
          </ac:inkMkLst>
        </pc:inkChg>
        <pc:inkChg chg="add del mod">
          <ac:chgData name="Kun Suo" userId="41c30799-3a2b-4880-86a3-8488be07954a" providerId="ADAL" clId="{01B90814-4EBE-5562-8795-CE1E7277191D}" dt="2026-05-30T14:56:35.818" v="458"/>
          <ac:inkMkLst>
            <pc:docMk/>
            <pc:sldMk cId="835597700" sldId="270"/>
            <ac:inkMk id="63" creationId="{E9AF84F6-C0FE-735C-780B-ABE480ACB5A1}"/>
          </ac:inkMkLst>
        </pc:inkChg>
        <pc:inkChg chg="add del mod">
          <ac:chgData name="Kun Suo" userId="41c30799-3a2b-4880-86a3-8488be07954a" providerId="ADAL" clId="{01B90814-4EBE-5562-8795-CE1E7277191D}" dt="2026-05-30T14:56:35.809" v="419"/>
          <ac:inkMkLst>
            <pc:docMk/>
            <pc:sldMk cId="835597700" sldId="270"/>
            <ac:inkMk id="64" creationId="{2AC5F540-38B3-0938-AB58-5E05CEB1C8DE}"/>
          </ac:inkMkLst>
        </pc:inkChg>
        <pc:inkChg chg="add">
          <ac:chgData name="Kun Suo" userId="41c30799-3a2b-4880-86a3-8488be07954a" providerId="ADAL" clId="{01B90814-4EBE-5562-8795-CE1E7277191D}" dt="2026-05-30T14:55:29.385" v="358" actId="9405"/>
          <ac:inkMkLst>
            <pc:docMk/>
            <pc:sldMk cId="835597700" sldId="270"/>
            <ac:inkMk id="65" creationId="{BDD2B5E2-B709-A326-8D9B-93F9BA8E71C6}"/>
          </ac:inkMkLst>
        </pc:inkChg>
        <pc:inkChg chg="add del mod">
          <ac:chgData name="Kun Suo" userId="41c30799-3a2b-4880-86a3-8488be07954a" providerId="ADAL" clId="{01B90814-4EBE-5562-8795-CE1E7277191D}" dt="2026-05-30T14:56:35.807" v="409"/>
          <ac:inkMkLst>
            <pc:docMk/>
            <pc:sldMk cId="835597700" sldId="270"/>
            <ac:inkMk id="66" creationId="{F6B51EAB-DAF5-2A43-0D81-A303D55FA100}"/>
          </ac:inkMkLst>
        </pc:inkChg>
        <pc:inkChg chg="add del mod">
          <ac:chgData name="Kun Suo" userId="41c30799-3a2b-4880-86a3-8488be07954a" providerId="ADAL" clId="{01B90814-4EBE-5562-8795-CE1E7277191D}" dt="2026-05-30T14:56:35.815" v="446"/>
          <ac:inkMkLst>
            <pc:docMk/>
            <pc:sldMk cId="835597700" sldId="270"/>
            <ac:inkMk id="67" creationId="{7E78632A-4B62-13ED-D213-9E31580731A1}"/>
          </ac:inkMkLst>
        </pc:inkChg>
        <pc:inkChg chg="add del mod">
          <ac:chgData name="Kun Suo" userId="41c30799-3a2b-4880-86a3-8488be07954a" providerId="ADAL" clId="{01B90814-4EBE-5562-8795-CE1E7277191D}" dt="2026-05-30T14:56:35.815" v="445"/>
          <ac:inkMkLst>
            <pc:docMk/>
            <pc:sldMk cId="835597700" sldId="270"/>
            <ac:inkMk id="68" creationId="{F61FEE45-F796-867B-DDA2-89D5CC4E15E4}"/>
          </ac:inkMkLst>
        </pc:inkChg>
        <pc:inkChg chg="add del">
          <ac:chgData name="Kun Suo" userId="41c30799-3a2b-4880-86a3-8488be07954a" providerId="ADAL" clId="{01B90814-4EBE-5562-8795-CE1E7277191D}" dt="2026-05-30T14:56:35.812" v="432"/>
          <ac:inkMkLst>
            <pc:docMk/>
            <pc:sldMk cId="835597700" sldId="270"/>
            <ac:inkMk id="73" creationId="{DD52B4C0-98DF-F61D-6448-0F82809B33E7}"/>
          </ac:inkMkLst>
        </pc:inkChg>
        <pc:inkChg chg="add del mod">
          <ac:chgData name="Kun Suo" userId="41c30799-3a2b-4880-86a3-8488be07954a" providerId="ADAL" clId="{01B90814-4EBE-5562-8795-CE1E7277191D}" dt="2026-05-30T14:56:35.815" v="447"/>
          <ac:inkMkLst>
            <pc:docMk/>
            <pc:sldMk cId="835597700" sldId="270"/>
            <ac:inkMk id="74" creationId="{E91D6415-00F9-9E28-A9AB-9A259D1A1E24}"/>
          </ac:inkMkLst>
        </pc:inkChg>
        <pc:inkChg chg="add del mod">
          <ac:chgData name="Kun Suo" userId="41c30799-3a2b-4880-86a3-8488be07954a" providerId="ADAL" clId="{01B90814-4EBE-5562-8795-CE1E7277191D}" dt="2026-05-30T14:56:35.807" v="410"/>
          <ac:inkMkLst>
            <pc:docMk/>
            <pc:sldMk cId="835597700" sldId="270"/>
            <ac:inkMk id="75" creationId="{8C4B48D5-97F4-4105-59C6-9350C82CE5B9}"/>
          </ac:inkMkLst>
        </pc:inkChg>
        <pc:inkChg chg="add del mod">
          <ac:chgData name="Kun Suo" userId="41c30799-3a2b-4880-86a3-8488be07954a" providerId="ADAL" clId="{01B90814-4EBE-5562-8795-CE1E7277191D}" dt="2026-05-30T14:56:35.802" v="391"/>
          <ac:inkMkLst>
            <pc:docMk/>
            <pc:sldMk cId="835597700" sldId="270"/>
            <ac:inkMk id="78" creationId="{D4269E2D-0108-0737-8564-56F5004F3CC0}"/>
          </ac:inkMkLst>
        </pc:inkChg>
        <pc:inkChg chg="add del">
          <ac:chgData name="Kun Suo" userId="41c30799-3a2b-4880-86a3-8488be07954a" providerId="ADAL" clId="{01B90814-4EBE-5562-8795-CE1E7277191D}" dt="2026-05-30T14:56:35.816" v="451"/>
          <ac:inkMkLst>
            <pc:docMk/>
            <pc:sldMk cId="835597700" sldId="270"/>
            <ac:inkMk id="81" creationId="{C872F10D-2823-58C5-AB8D-042A8EB78E9A}"/>
          </ac:inkMkLst>
        </pc:inkChg>
        <pc:inkChg chg="add del">
          <ac:chgData name="Kun Suo" userId="41c30799-3a2b-4880-86a3-8488be07954a" providerId="ADAL" clId="{01B90814-4EBE-5562-8795-CE1E7277191D}" dt="2026-05-30T14:56:35.806" v="408"/>
          <ac:inkMkLst>
            <pc:docMk/>
            <pc:sldMk cId="835597700" sldId="270"/>
            <ac:inkMk id="82" creationId="{087E1426-A5F1-42E3-7756-3C99DC14FFD2}"/>
          </ac:inkMkLst>
        </pc:inkChg>
        <pc:inkChg chg="add del">
          <ac:chgData name="Kun Suo" userId="41c30799-3a2b-4880-86a3-8488be07954a" providerId="ADAL" clId="{01B90814-4EBE-5562-8795-CE1E7277191D}" dt="2026-05-30T14:56:35.804" v="398"/>
          <ac:inkMkLst>
            <pc:docMk/>
            <pc:sldMk cId="835597700" sldId="270"/>
            <ac:inkMk id="83" creationId="{F0C2E57A-764F-F2DD-2C6C-F299ECB982D3}"/>
          </ac:inkMkLst>
        </pc:inkChg>
        <pc:inkChg chg="add del mod">
          <ac:chgData name="Kun Suo" userId="41c30799-3a2b-4880-86a3-8488be07954a" providerId="ADAL" clId="{01B90814-4EBE-5562-8795-CE1E7277191D}" dt="2026-05-30T14:56:35.807" v="412"/>
          <ac:inkMkLst>
            <pc:docMk/>
            <pc:sldMk cId="835597700" sldId="270"/>
            <ac:inkMk id="84" creationId="{50EC9C9E-A6C9-B565-4BFC-7E0F4F7F95E3}"/>
          </ac:inkMkLst>
        </pc:inkChg>
        <pc:inkChg chg="add del mod">
          <ac:chgData name="Kun Suo" userId="41c30799-3a2b-4880-86a3-8488be07954a" providerId="ADAL" clId="{01B90814-4EBE-5562-8795-CE1E7277191D}" dt="2026-05-30T14:56:35.812" v="435"/>
          <ac:inkMkLst>
            <pc:docMk/>
            <pc:sldMk cId="835597700" sldId="270"/>
            <ac:inkMk id="85" creationId="{E1BC4D27-7B92-71C2-B8C2-E0AED0AB2E4D}"/>
          </ac:inkMkLst>
        </pc:inkChg>
        <pc:inkChg chg="add del mod">
          <ac:chgData name="Kun Suo" userId="41c30799-3a2b-4880-86a3-8488be07954a" providerId="ADAL" clId="{01B90814-4EBE-5562-8795-CE1E7277191D}" dt="2026-05-30T14:56:35.804" v="399"/>
          <ac:inkMkLst>
            <pc:docMk/>
            <pc:sldMk cId="835597700" sldId="270"/>
            <ac:inkMk id="86" creationId="{65D22305-6207-2B09-B396-717CF34D0C1E}"/>
          </ac:inkMkLst>
        </pc:inkChg>
        <pc:inkChg chg="add del mod">
          <ac:chgData name="Kun Suo" userId="41c30799-3a2b-4880-86a3-8488be07954a" providerId="ADAL" clId="{01B90814-4EBE-5562-8795-CE1E7277191D}" dt="2026-05-30T14:56:35.810" v="422"/>
          <ac:inkMkLst>
            <pc:docMk/>
            <pc:sldMk cId="835597700" sldId="270"/>
            <ac:inkMk id="87" creationId="{7CF2B7A3-72A7-26F5-940A-07D8F1626889}"/>
          </ac:inkMkLst>
        </pc:inkChg>
        <pc:inkChg chg="add del mod">
          <ac:chgData name="Kun Suo" userId="41c30799-3a2b-4880-86a3-8488be07954a" providerId="ADAL" clId="{01B90814-4EBE-5562-8795-CE1E7277191D}" dt="2026-05-30T14:56:35.810" v="423"/>
          <ac:inkMkLst>
            <pc:docMk/>
            <pc:sldMk cId="835597700" sldId="270"/>
            <ac:inkMk id="88" creationId="{3AEBD620-BAE7-B191-CDA0-CA6B694C6BD4}"/>
          </ac:inkMkLst>
        </pc:inkChg>
        <pc:inkChg chg="add del">
          <ac:chgData name="Kun Suo" userId="41c30799-3a2b-4880-86a3-8488be07954a" providerId="ADAL" clId="{01B90814-4EBE-5562-8795-CE1E7277191D}" dt="2026-05-30T14:56:35.814" v="441"/>
          <ac:inkMkLst>
            <pc:docMk/>
            <pc:sldMk cId="835597700" sldId="270"/>
            <ac:inkMk id="91" creationId="{85889092-4527-ABCD-8380-A9DEBFA6C169}"/>
          </ac:inkMkLst>
        </pc:inkChg>
        <pc:inkChg chg="add del mod">
          <ac:chgData name="Kun Suo" userId="41c30799-3a2b-4880-86a3-8488be07954a" providerId="ADAL" clId="{01B90814-4EBE-5562-8795-CE1E7277191D}" dt="2026-05-30T14:56:35.809" v="418"/>
          <ac:inkMkLst>
            <pc:docMk/>
            <pc:sldMk cId="835597700" sldId="270"/>
            <ac:inkMk id="92" creationId="{3DCD50B3-8C58-D4CB-4ABB-4D51143ADF63}"/>
          </ac:inkMkLst>
        </pc:inkChg>
        <pc:inkChg chg="add del mod">
          <ac:chgData name="Kun Suo" userId="41c30799-3a2b-4880-86a3-8488be07954a" providerId="ADAL" clId="{01B90814-4EBE-5562-8795-CE1E7277191D}" dt="2026-05-30T14:56:35.813" v="436"/>
          <ac:inkMkLst>
            <pc:docMk/>
            <pc:sldMk cId="835597700" sldId="270"/>
            <ac:inkMk id="93" creationId="{CB53C54E-D9EB-9E52-155C-4CB21CBF5161}"/>
          </ac:inkMkLst>
        </pc:inkChg>
        <pc:inkChg chg="add del mod">
          <ac:chgData name="Kun Suo" userId="41c30799-3a2b-4880-86a3-8488be07954a" providerId="ADAL" clId="{01B90814-4EBE-5562-8795-CE1E7277191D}" dt="2026-05-30T14:56:35.816" v="448"/>
          <ac:inkMkLst>
            <pc:docMk/>
            <pc:sldMk cId="835597700" sldId="270"/>
            <ac:inkMk id="94" creationId="{B5945CF6-8B29-008C-F1B8-44AC259A2DDE}"/>
          </ac:inkMkLst>
        </pc:inkChg>
        <pc:inkChg chg="add del">
          <ac:chgData name="Kun Suo" userId="41c30799-3a2b-4880-86a3-8488be07954a" providerId="ADAL" clId="{01B90814-4EBE-5562-8795-CE1E7277191D}" dt="2026-05-30T14:56:35.808" v="414"/>
          <ac:inkMkLst>
            <pc:docMk/>
            <pc:sldMk cId="835597700" sldId="270"/>
            <ac:inkMk id="95" creationId="{82501C44-56BB-6CDC-4CF7-0032BCCF595D}"/>
          </ac:inkMkLst>
        </pc:inkChg>
        <pc:inkChg chg="add del mod">
          <ac:chgData name="Kun Suo" userId="41c30799-3a2b-4880-86a3-8488be07954a" providerId="ADAL" clId="{01B90814-4EBE-5562-8795-CE1E7277191D}" dt="2026-05-30T14:56:35.816" v="449"/>
          <ac:inkMkLst>
            <pc:docMk/>
            <pc:sldMk cId="835597700" sldId="270"/>
            <ac:inkMk id="96" creationId="{06D5A3D4-0C1B-0889-4E13-DFC7E8AE51D3}"/>
          </ac:inkMkLst>
        </pc:inkChg>
        <pc:inkChg chg="add del mod">
          <ac:chgData name="Kun Suo" userId="41c30799-3a2b-4880-86a3-8488be07954a" providerId="ADAL" clId="{01B90814-4EBE-5562-8795-CE1E7277191D}" dt="2026-05-30T14:56:35.812" v="433"/>
          <ac:inkMkLst>
            <pc:docMk/>
            <pc:sldMk cId="835597700" sldId="270"/>
            <ac:inkMk id="97" creationId="{E9B48497-9EB9-56E4-DB48-3720C6415833}"/>
          </ac:inkMkLst>
        </pc:inkChg>
        <pc:inkChg chg="add del">
          <ac:chgData name="Kun Suo" userId="41c30799-3a2b-4880-86a3-8488be07954a" providerId="ADAL" clId="{01B90814-4EBE-5562-8795-CE1E7277191D}" dt="2026-05-30T14:56:35.803" v="396"/>
          <ac:inkMkLst>
            <pc:docMk/>
            <pc:sldMk cId="835597700" sldId="270"/>
            <ac:inkMk id="98" creationId="{A5148021-70FF-7E05-E007-AB6DE9BBCFBB}"/>
          </ac:inkMkLst>
        </pc:inkChg>
        <pc:inkChg chg="add del mod">
          <ac:chgData name="Kun Suo" userId="41c30799-3a2b-4880-86a3-8488be07954a" providerId="ADAL" clId="{01B90814-4EBE-5562-8795-CE1E7277191D}" dt="2026-05-30T14:56:35.807" v="411"/>
          <ac:inkMkLst>
            <pc:docMk/>
            <pc:sldMk cId="835597700" sldId="270"/>
            <ac:inkMk id="99" creationId="{4588356A-C21A-6F78-0CDF-7F1BF3B6DFEF}"/>
          </ac:inkMkLst>
        </pc:inkChg>
        <pc:inkChg chg="add del">
          <ac:chgData name="Kun Suo" userId="41c30799-3a2b-4880-86a3-8488be07954a" providerId="ADAL" clId="{01B90814-4EBE-5562-8795-CE1E7277191D}" dt="2026-05-30T14:56:35.804" v="400"/>
          <ac:inkMkLst>
            <pc:docMk/>
            <pc:sldMk cId="835597700" sldId="270"/>
            <ac:inkMk id="100" creationId="{A993D095-B4E1-9D20-3041-47BCF9C43E5C}"/>
          </ac:inkMkLst>
        </pc:inkChg>
        <pc:inkChg chg="add del mod">
          <ac:chgData name="Kun Suo" userId="41c30799-3a2b-4880-86a3-8488be07954a" providerId="ADAL" clId="{01B90814-4EBE-5562-8795-CE1E7277191D}" dt="2026-05-30T14:56:35.818" v="459"/>
          <ac:inkMkLst>
            <pc:docMk/>
            <pc:sldMk cId="835597700" sldId="270"/>
            <ac:inkMk id="101" creationId="{2FFFC123-2C74-3917-9535-2B568F3D8348}"/>
          </ac:inkMkLst>
        </pc:inkChg>
        <pc:inkChg chg="add del mod">
          <ac:chgData name="Kun Suo" userId="41c30799-3a2b-4880-86a3-8488be07954a" providerId="ADAL" clId="{01B90814-4EBE-5562-8795-CE1E7277191D}" dt="2026-05-30T14:56:35.806" v="405"/>
          <ac:inkMkLst>
            <pc:docMk/>
            <pc:sldMk cId="835597700" sldId="270"/>
            <ac:inkMk id="102" creationId="{EAC20D4F-0327-56F2-1160-FA58B16D2F68}"/>
          </ac:inkMkLst>
        </pc:inkChg>
      </pc:sldChg>
      <pc:sldChg chg="addSp delSp modSp add mod">
        <pc:chgData name="Kun Suo" userId="41c30799-3a2b-4880-86a3-8488be07954a" providerId="ADAL" clId="{01B90814-4EBE-5562-8795-CE1E7277191D}" dt="2026-05-30T14:48:58.116" v="311" actId="1076"/>
        <pc:sldMkLst>
          <pc:docMk/>
          <pc:sldMk cId="2696732383" sldId="271"/>
        </pc:sldMkLst>
        <pc:spChg chg="mod">
          <ac:chgData name="Kun Suo" userId="41c30799-3a2b-4880-86a3-8488be07954a" providerId="ADAL" clId="{01B90814-4EBE-5562-8795-CE1E7277191D}" dt="2026-05-30T14:48:43.489" v="305" actId="1035"/>
          <ac:spMkLst>
            <pc:docMk/>
            <pc:sldMk cId="2696732383" sldId="271"/>
            <ac:spMk id="5" creationId="{359E0B9A-298C-1250-9F06-7E209FBC0D1C}"/>
          </ac:spMkLst>
        </pc:spChg>
        <pc:picChg chg="mod">
          <ac:chgData name="Kun Suo" userId="41c30799-3a2b-4880-86a3-8488be07954a" providerId="ADAL" clId="{01B90814-4EBE-5562-8795-CE1E7277191D}" dt="2026-05-30T14:48:43.489" v="305" actId="1035"/>
          <ac:picMkLst>
            <pc:docMk/>
            <pc:sldMk cId="2696732383" sldId="271"/>
            <ac:picMk id="4" creationId="{8C341CEA-6A91-9073-556F-EDFEB3A49C03}"/>
          </ac:picMkLst>
        </pc:picChg>
        <pc:picChg chg="add mod">
          <ac:chgData name="Kun Suo" userId="41c30799-3a2b-4880-86a3-8488be07954a" providerId="ADAL" clId="{01B90814-4EBE-5562-8795-CE1E7277191D}" dt="2026-05-30T14:48:58.116" v="311" actId="1076"/>
          <ac:picMkLst>
            <pc:docMk/>
            <pc:sldMk cId="2696732383" sldId="271"/>
            <ac:picMk id="6" creationId="{92BC449B-4E5B-F4D1-03E8-FB6CA38880C7}"/>
          </ac:picMkLst>
        </pc:picChg>
        <pc:picChg chg="mod">
          <ac:chgData name="Kun Suo" userId="41c30799-3a2b-4880-86a3-8488be07954a" providerId="ADAL" clId="{01B90814-4EBE-5562-8795-CE1E7277191D}" dt="2026-05-30T14:48:50.167" v="309" actId="1036"/>
          <ac:picMkLst>
            <pc:docMk/>
            <pc:sldMk cId="2696732383" sldId="271"/>
            <ac:picMk id="8" creationId="{F49F8189-11F0-2F49-8C8A-48CCE89C2B42}"/>
          </ac:picMkLst>
        </pc:picChg>
        <pc:picChg chg="del">
          <ac:chgData name="Kun Suo" userId="41c30799-3a2b-4880-86a3-8488be07954a" providerId="ADAL" clId="{01B90814-4EBE-5562-8795-CE1E7277191D}" dt="2026-05-30T14:47:39.953" v="291" actId="478"/>
          <ac:picMkLst>
            <pc:docMk/>
            <pc:sldMk cId="2696732383" sldId="271"/>
            <ac:picMk id="16" creationId="{43805373-C39B-A968-75F7-47AEE25888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4302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7935" y="1345043"/>
            <a:ext cx="2994228" cy="146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03269" y="3351784"/>
            <a:ext cx="674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24,</a:t>
            </a:r>
            <a:r>
              <a:rPr spc="5" dirty="0"/>
              <a:t> 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67" y="3351784"/>
            <a:ext cx="254337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ksu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4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>
                <a:solidFill>
                  <a:srgbClr val="B30000"/>
                </a:solidFill>
              </a:rPr>
              <a:t>Sequence</a:t>
            </a:r>
            <a:endParaRPr lang="en" spc="-50" dirty="0">
              <a:solidFill>
                <a:srgbClr val="B30000"/>
              </a:solidFill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807935" y="1345043"/>
            <a:ext cx="2994228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pc="-40" dirty="0"/>
              <a:t>Kun Suo</a:t>
            </a:r>
            <a:endParaRPr lang="en-US" spc="-10" dirty="0"/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-US" sz="1200" spc="-50" dirty="0"/>
              <a:t>Department</a:t>
            </a:r>
            <a:r>
              <a:rPr lang="en-US" sz="1200" spc="-45" dirty="0"/>
              <a:t> </a:t>
            </a:r>
            <a:r>
              <a:rPr lang="en-US" sz="1200" dirty="0"/>
              <a:t>of</a:t>
            </a:r>
            <a:r>
              <a:rPr lang="en-US" sz="1200" spc="-60" dirty="0"/>
              <a:t> </a:t>
            </a:r>
            <a:r>
              <a:rPr lang="en-US" sz="1200" spc="-45" dirty="0"/>
              <a:t>Computer</a:t>
            </a:r>
            <a:r>
              <a:rPr lang="en-US" sz="1200" spc="-50" dirty="0"/>
              <a:t> </a:t>
            </a:r>
            <a:r>
              <a:rPr lang="en-US" sz="1200" spc="-10" dirty="0"/>
              <a:t>Science </a:t>
            </a:r>
            <a:r>
              <a:rPr lang="en-US" sz="1200" spc="-55" dirty="0"/>
              <a:t>College</a:t>
            </a:r>
            <a:r>
              <a:rPr lang="en-US" sz="1200" spc="-20" dirty="0"/>
              <a:t> </a:t>
            </a:r>
            <a:r>
              <a:rPr lang="en-US" sz="1200" dirty="0"/>
              <a:t>of</a:t>
            </a:r>
            <a:r>
              <a:rPr lang="en-US" sz="1200" spc="-20" dirty="0"/>
              <a:t> </a:t>
            </a:r>
            <a:r>
              <a:rPr lang="en-US" sz="1200" spc="-40" dirty="0"/>
              <a:t>Computing</a:t>
            </a:r>
            <a:r>
              <a:rPr lang="en-US" sz="1200" spc="-25" dirty="0"/>
              <a:t> </a:t>
            </a:r>
            <a:r>
              <a:rPr lang="en-US" sz="1200" spc="-55" dirty="0"/>
              <a:t>and</a:t>
            </a:r>
            <a:r>
              <a:rPr lang="en-US" sz="1200" spc="-20" dirty="0"/>
              <a:t> </a:t>
            </a:r>
            <a:r>
              <a:rPr lang="en-US" sz="1200" spc="-70" dirty="0"/>
              <a:t>Software</a:t>
            </a:r>
            <a:r>
              <a:rPr lang="en-US" sz="1200" spc="-20" dirty="0"/>
              <a:t> </a:t>
            </a:r>
            <a:r>
              <a:rPr lang="en-US" sz="1200" spc="-60" dirty="0"/>
              <a:t>Engineering</a:t>
            </a:r>
            <a:endParaRPr lang="en-US" sz="1200" dirty="0"/>
          </a:p>
          <a:p>
            <a:pPr marL="673100">
              <a:lnSpc>
                <a:spcPts val="1360"/>
              </a:lnSpc>
            </a:pPr>
            <a:r>
              <a:rPr lang="en" sz="1200" spc="-75" dirty="0"/>
              <a:t>Kennesaw</a:t>
            </a:r>
            <a:r>
              <a:rPr sz="1200" spc="-10" dirty="0"/>
              <a:t> </a:t>
            </a:r>
            <a:r>
              <a:rPr lang="en" sz="1200" spc="-20" dirty="0"/>
              <a:t>State</a:t>
            </a:r>
            <a:r>
              <a:rPr sz="1200" spc="-5" dirty="0"/>
              <a:t> </a:t>
            </a:r>
            <a:r>
              <a:rPr lang="en" sz="1200" spc="-10" dirty="0"/>
              <a:t>University</a:t>
            </a:r>
            <a:endParaRPr sz="1200" dirty="0"/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Sequences</a:t>
            </a:r>
            <a:r>
              <a:rPr spc="-35" dirty="0"/>
              <a:t> </a:t>
            </a:r>
            <a:r>
              <a:rPr spc="-20" dirty="0"/>
              <a:t>(Chapter</a:t>
            </a:r>
            <a:r>
              <a:rPr spc="-35" dirty="0"/>
              <a:t> </a:t>
            </a:r>
            <a:r>
              <a:rPr spc="-25" dirty="0"/>
              <a:t>2)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2447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18387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641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443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98510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44775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9432" y="648994"/>
            <a:ext cx="4154170" cy="23215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ordered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numbers: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Cambria"/>
                <a:cs typeface="Cambria"/>
              </a:rPr>
              <a:t>⟨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spc="-37" baseline="-10416" dirty="0">
                <a:latin typeface="Tahoma"/>
                <a:cs typeface="Tahoma"/>
              </a:rPr>
              <a:t>2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spc="-37" baseline="-10416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.</a:t>
            </a:r>
            <a:r>
              <a:rPr sz="1100" spc="-25" dirty="0">
                <a:latin typeface="Cambria"/>
                <a:cs typeface="Cambria"/>
              </a:rPr>
              <a:t>⟩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76200" marR="68580">
              <a:lnSpc>
                <a:spcPct val="102699"/>
              </a:lnSpc>
              <a:spcBef>
                <a:spcPts val="894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 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≥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domain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3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natural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76200" marR="169545">
              <a:lnSpc>
                <a:spcPct val="102600"/>
              </a:lnSpc>
              <a:spcBef>
                <a:spcPts val="894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closed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formula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∈</a:t>
            </a:r>
            <a:r>
              <a:rPr sz="1200" baseline="-10416" dirty="0">
                <a:latin typeface="Times New Roman"/>
                <a:cs typeface="Times New Roman"/>
              </a:rPr>
              <a:t>N</a:t>
            </a:r>
            <a:r>
              <a:rPr sz="1200" spc="209" baseline="-104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40" baseline="-10416" dirty="0">
                <a:latin typeface="Constantia"/>
                <a:cs typeface="Constanti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0" dirty="0">
                <a:latin typeface="Tahoma"/>
                <a:cs typeface="Tahoma"/>
              </a:rPr>
              <a:t>fixed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finite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operations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76200" marR="74295">
              <a:lnSpc>
                <a:spcPct val="102600"/>
              </a:lnSpc>
              <a:spcBef>
                <a:spcPts val="900"/>
              </a:spcBef>
            </a:pPr>
            <a:r>
              <a:rPr lang="en-US" sz="1100" dirty="0">
                <a:latin typeface="Tahoma"/>
                <a:cs typeface="Tahoma"/>
              </a:rPr>
              <a:t>An</a:t>
            </a:r>
            <a:r>
              <a:rPr lang="en-US" sz="1100" spc="-65" dirty="0">
                <a:latin typeface="Tahoma"/>
                <a:cs typeface="Tahoma"/>
              </a:rPr>
              <a:t> </a:t>
            </a:r>
            <a:r>
              <a:rPr lang="en-US" sz="1100" spc="-50" dirty="0">
                <a:latin typeface="Tahoma"/>
                <a:cs typeface="Tahoma"/>
              </a:rPr>
              <a:t>example</a:t>
            </a:r>
            <a:r>
              <a:rPr lang="en-US" sz="1100" spc="-30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of</a:t>
            </a:r>
            <a:r>
              <a:rPr lang="en-US" sz="1100" spc="-25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a</a:t>
            </a:r>
            <a:r>
              <a:rPr lang="en-US" sz="1100" spc="-30" dirty="0">
                <a:latin typeface="Tahoma"/>
                <a:cs typeface="Tahoma"/>
              </a:rPr>
              <a:t> </a:t>
            </a:r>
            <a:r>
              <a:rPr lang="en-US" sz="1100" spc="-40" dirty="0">
                <a:latin typeface="Tahoma"/>
                <a:cs typeface="Tahoma"/>
              </a:rPr>
              <a:t>closed</a:t>
            </a:r>
            <a:r>
              <a:rPr lang="en-US" sz="1100" spc="-30" dirty="0">
                <a:latin typeface="Tahoma"/>
                <a:cs typeface="Tahoma"/>
              </a:rPr>
              <a:t> </a:t>
            </a:r>
            <a:r>
              <a:rPr lang="en-US" sz="1100" spc="-35" dirty="0">
                <a:latin typeface="Tahoma"/>
                <a:cs typeface="Tahoma"/>
              </a:rPr>
              <a:t>formula</a:t>
            </a:r>
            <a:r>
              <a:rPr lang="en-US" sz="1100" spc="-30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is:</a:t>
            </a:r>
            <a:r>
              <a:rPr lang="en-US" sz="1100" spc="75" dirty="0">
                <a:latin typeface="Tahoma"/>
                <a:cs typeface="Tahoma"/>
              </a:rPr>
              <a:t> </a:t>
            </a:r>
            <a:r>
              <a:rPr lang="en-US" sz="1100" i="1" dirty="0">
                <a:latin typeface="Arial"/>
                <a:cs typeface="Arial"/>
              </a:rPr>
              <a:t>a</a:t>
            </a:r>
            <a:r>
              <a:rPr lang="en-US" sz="1200" i="1" baseline="-10416" dirty="0">
                <a:latin typeface="Constantia"/>
                <a:cs typeface="Constantia"/>
              </a:rPr>
              <a:t>n</a:t>
            </a:r>
            <a:r>
              <a:rPr lang="en-US" sz="1200" i="1" spc="187" baseline="-10416" dirty="0">
                <a:latin typeface="Constantia"/>
                <a:cs typeface="Constantia"/>
              </a:rPr>
              <a:t> </a:t>
            </a:r>
            <a:r>
              <a:rPr lang="en-US" sz="1100" dirty="0">
                <a:latin typeface="Tahoma"/>
                <a:cs typeface="Tahoma"/>
              </a:rPr>
              <a:t>=</a:t>
            </a:r>
            <a:r>
              <a:rPr lang="en-US" sz="1100" spc="-85" dirty="0">
                <a:latin typeface="Tahoma"/>
                <a:cs typeface="Tahoma"/>
              </a:rPr>
              <a:t> </a:t>
            </a:r>
            <a:r>
              <a:rPr lang="en-US" sz="1100" i="1" dirty="0">
                <a:latin typeface="Arial"/>
                <a:cs typeface="Arial"/>
              </a:rPr>
              <a:t>n</a:t>
            </a:r>
            <a:r>
              <a:rPr lang="en-US" sz="1200" baseline="27777" dirty="0">
                <a:latin typeface="Tahoma"/>
                <a:cs typeface="Tahoma"/>
              </a:rPr>
              <a:t>2</a:t>
            </a:r>
            <a:r>
              <a:rPr lang="en-US" sz="1200" spc="7" baseline="27777" dirty="0"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+</a:t>
            </a:r>
            <a:r>
              <a:rPr lang="en-US" sz="1100" spc="-105" dirty="0">
                <a:latin typeface="Tahoma"/>
                <a:cs typeface="Tahoma"/>
              </a:rPr>
              <a:t> </a:t>
            </a:r>
            <a:r>
              <a:rPr lang="en-US" sz="1100" spc="-50" dirty="0">
                <a:latin typeface="Tahoma"/>
                <a:cs typeface="Tahoma"/>
              </a:rPr>
              <a:t>3</a:t>
            </a:r>
            <a:endParaRPr lang="en-US" sz="1100" spc="55" dirty="0">
              <a:latin typeface="Tahoma"/>
              <a:cs typeface="Tahoma"/>
            </a:endParaRPr>
          </a:p>
          <a:p>
            <a:pPr marL="76200" marR="74295">
              <a:lnSpc>
                <a:spcPct val="102600"/>
              </a:lnSpc>
              <a:spcBef>
                <a:spcPts val="9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inductive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definition)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200" spc="-15" baseline="-10416" dirty="0">
                <a:latin typeface="Lucida Sans Unicode"/>
                <a:cs typeface="Lucida Sans Unicode"/>
              </a:rPr>
              <a:t>∈</a:t>
            </a:r>
            <a:r>
              <a:rPr sz="1200" spc="-15" baseline="-10416" dirty="0">
                <a:latin typeface="Times New Roman"/>
                <a:cs typeface="Times New Roman"/>
              </a:rPr>
              <a:t>N</a:t>
            </a:r>
            <a:r>
              <a:rPr sz="1200" spc="750" baseline="-10416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ahoma"/>
                <a:cs typeface="Tahoma"/>
              </a:rPr>
              <a:t>consists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condition.</a:t>
            </a:r>
            <a:endParaRPr sz="1100" dirty="0">
              <a:latin typeface="Tahoma"/>
              <a:cs typeface="Tahoma"/>
            </a:endParaRPr>
          </a:p>
          <a:p>
            <a:pPr marL="76200" marR="1322070">
              <a:lnSpc>
                <a:spcPct val="170600"/>
              </a:lnSpc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6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200" spc="-15" baseline="-10416" dirty="0">
                <a:latin typeface="Lucida Sans Unicode"/>
                <a:cs typeface="Lucida Sans Unicode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6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27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Known</a:t>
            </a:r>
            <a:r>
              <a:rPr spc="-85" dirty="0"/>
              <a:t> </a:t>
            </a:r>
            <a:r>
              <a:rPr spc="-70" dirty="0"/>
              <a:t>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156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428115"/>
            <a:ext cx="3803650" cy="1084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square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numbers</a:t>
            </a:r>
            <a:r>
              <a:rPr sz="1100" b="1" spc="-5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;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sequence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≥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0" baseline="-10416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</a:t>
            </a:r>
            <a:endParaRPr sz="1100" dirty="0">
              <a:latin typeface="Tahoma"/>
              <a:cs typeface="Tahoma"/>
            </a:endParaRPr>
          </a:p>
          <a:p>
            <a:pPr marL="320040" algn="ctr">
              <a:lnSpc>
                <a:spcPct val="100000"/>
              </a:lnSpc>
              <a:spcBef>
                <a:spcPts val="840"/>
              </a:spcBef>
            </a:pPr>
            <a:r>
              <a:rPr sz="1100" i="1" spc="-20" dirty="0">
                <a:latin typeface="Arial"/>
                <a:cs typeface="Arial"/>
              </a:rPr>
              <a:t>s</a:t>
            </a:r>
            <a:r>
              <a:rPr sz="1200" i="1" spc="-30" baseline="-10416" dirty="0">
                <a:latin typeface="Constantia"/>
                <a:cs typeface="Constantia"/>
              </a:rPr>
              <a:t>n</a:t>
            </a:r>
            <a:r>
              <a:rPr sz="1200" i="1" spc="19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n</a:t>
            </a:r>
            <a:r>
              <a:rPr sz="1200" spc="-37" baseline="31250" dirty="0">
                <a:latin typeface="Tahoma"/>
                <a:cs typeface="Tahoma"/>
              </a:rPr>
              <a:t>2</a:t>
            </a:r>
            <a:endParaRPr sz="1200" baseline="31250" dirty="0">
              <a:latin typeface="Tahoma"/>
              <a:cs typeface="Tahoma"/>
            </a:endParaRPr>
          </a:p>
          <a:p>
            <a:pPr marL="38100" marR="238760">
              <a:lnSpc>
                <a:spcPct val="102699"/>
              </a:lnSpc>
              <a:spcBef>
                <a:spcPts val="80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triangular</a:t>
            </a:r>
            <a:r>
              <a:rPr sz="1100" b="1" spc="-20" dirty="0">
                <a:latin typeface="Trebuchet MS"/>
                <a:cs typeface="Trebuchet MS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numbers</a:t>
            </a:r>
            <a:r>
              <a:rPr sz="1100" b="1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6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10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21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dirty="0">
                <a:latin typeface="Tahoma"/>
                <a:cs typeface="Tahoma"/>
              </a:rPr>
              <a:t>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this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≥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25" baseline="-10416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32090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70760" y="167100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322" baseline="-10416" dirty="0">
                <a:latin typeface="Constantia"/>
                <a:cs typeface="Constanti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3894" y="1577275"/>
            <a:ext cx="520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6594" y="1787613"/>
            <a:ext cx="494665" cy="0"/>
          </a:xfrm>
          <a:custGeom>
            <a:avLst/>
            <a:gdLst/>
            <a:ahLst/>
            <a:cxnLst/>
            <a:rect l="l" t="t" r="r" b="b"/>
            <a:pathLst>
              <a:path w="494664">
                <a:moveTo>
                  <a:pt x="0" y="0"/>
                </a:moveTo>
                <a:lnTo>
                  <a:pt x="4944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66492" y="176604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26" name="Picture 2" descr="Triangular Numbers Sequence">
            <a:extLst>
              <a:ext uri="{FF2B5EF4-FFF2-40B4-BE49-F238E27FC236}">
                <a16:creationId xmlns:a16="http://schemas.microsoft.com/office/drawing/2014/main" id="{557948F5-05A6-F29C-193C-08AD55AA5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5"/>
          <a:stretch>
            <a:fillRect/>
          </a:stretch>
        </p:blipFill>
        <p:spPr bwMode="auto">
          <a:xfrm>
            <a:off x="2673628" y="2035175"/>
            <a:ext cx="1703883" cy="127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quare Number: Some Tricks and Examples - Smartick">
            <a:extLst>
              <a:ext uri="{FF2B5EF4-FFF2-40B4-BE49-F238E27FC236}">
                <a16:creationId xmlns:a16="http://schemas.microsoft.com/office/drawing/2014/main" id="{4CF2BD38-8531-880A-64DF-A1DD5CAA7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9" y="2339975"/>
            <a:ext cx="2353893" cy="82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E826-F324-4B21-4BBB-5DC758C9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86DF9B-DF4B-249C-6E21-FBD8120D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A9FD6BC9-4C57-1595-19B0-504E36450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Known</a:t>
            </a:r>
            <a:r>
              <a:rPr spc="-85" dirty="0"/>
              <a:t> </a:t>
            </a:r>
            <a:r>
              <a:rPr spc="-70" dirty="0"/>
              <a:t>Sequences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290F42BD-7E5D-0FE1-104D-60F8FA28B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94628"/>
            <a:ext cx="65265" cy="65265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B03E6D3B-7AD6-372E-4E06-F3791011B438}"/>
              </a:ext>
            </a:extLst>
          </p:cNvPr>
          <p:cNvSpPr txBox="1"/>
          <p:nvPr/>
        </p:nvSpPr>
        <p:spPr>
          <a:xfrm>
            <a:off x="323850" y="511175"/>
            <a:ext cx="4107815" cy="94424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rebuchet MS"/>
                <a:cs typeface="Trebuchet MS"/>
              </a:rPr>
              <a:t>powers</a:t>
            </a:r>
            <a:r>
              <a:rPr sz="1100" b="1" spc="-4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2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2</a:t>
            </a:r>
            <a:r>
              <a:rPr sz="1100" b="1" spc="-10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8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dirty="0">
                <a:latin typeface="Tahoma"/>
                <a:cs typeface="Tahoma"/>
              </a:rPr>
              <a:t>;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200" spc="-15" baseline="-10416" dirty="0">
                <a:latin typeface="Lucida Sans Unicode"/>
                <a:cs typeface="Lucida Sans Unicode"/>
              </a:rPr>
              <a:t>≥</a:t>
            </a:r>
            <a:r>
              <a:rPr sz="1200" spc="-15" baseline="-10416" dirty="0">
                <a:latin typeface="Tahoma"/>
                <a:cs typeface="Tahoma"/>
              </a:rPr>
              <a:t>0 </a:t>
            </a:r>
            <a:r>
              <a:rPr sz="1100" spc="-45" dirty="0">
                <a:latin typeface="Tahoma"/>
                <a:cs typeface="Tahoma"/>
              </a:rPr>
              <a:t>has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</a:t>
            </a:r>
            <a:endParaRPr sz="1100" dirty="0">
              <a:latin typeface="Tahoma"/>
              <a:cs typeface="Tahoma"/>
            </a:endParaRPr>
          </a:p>
          <a:p>
            <a:pPr marL="14604" algn="ctr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0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</a:t>
            </a:r>
            <a:r>
              <a:rPr sz="1200" i="1" spc="-37" baseline="31250" dirty="0">
                <a:latin typeface="Constantia"/>
                <a:cs typeface="Constantia"/>
              </a:rPr>
              <a:t>n</a:t>
            </a:r>
            <a:endParaRPr sz="1200" baseline="31250" dirty="0">
              <a:latin typeface="Constantia"/>
              <a:cs typeface="Constantia"/>
            </a:endParaRPr>
          </a:p>
          <a:p>
            <a:pPr marL="38100" marR="254635">
              <a:lnSpc>
                <a:spcPct val="102600"/>
              </a:lnSpc>
              <a:spcBef>
                <a:spcPts val="5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Fibonacci</a:t>
            </a:r>
            <a:r>
              <a:rPr sz="1100" b="1" spc="30" dirty="0">
                <a:latin typeface="Trebuchet MS"/>
                <a:cs typeface="Trebuchet MS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numbers</a:t>
            </a:r>
            <a:r>
              <a:rPr sz="1100" b="1" spc="5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8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defined </a:t>
            </a:r>
            <a:r>
              <a:rPr sz="1100" spc="-40" dirty="0">
                <a:latin typeface="Tahoma"/>
                <a:cs typeface="Tahoma"/>
              </a:rPr>
              <a:t>recursively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ED210710-4992-D392-49B2-36DDA3A9F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1174574"/>
            <a:ext cx="65265" cy="65265"/>
          </a:xfrm>
          <a:prstGeom prst="rect">
            <a:avLst/>
          </a:prstGeom>
        </p:spPr>
      </p:pic>
      <p:sp>
        <p:nvSpPr>
          <p:cNvPr id="14" name="object 14">
            <a:extLst>
              <a:ext uri="{FF2B5EF4-FFF2-40B4-BE49-F238E27FC236}">
                <a16:creationId xmlns:a16="http://schemas.microsoft.com/office/drawing/2014/main" id="{21C72833-9AFD-598C-288F-EB97C589CD3C}"/>
              </a:ext>
            </a:extLst>
          </p:cNvPr>
          <p:cNvSpPr txBox="1"/>
          <p:nvPr/>
        </p:nvSpPr>
        <p:spPr>
          <a:xfrm>
            <a:off x="1237234" y="1558214"/>
            <a:ext cx="1126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i="1" dirty="0">
                <a:latin typeface="Constantia"/>
                <a:cs typeface="Constantia"/>
              </a:rPr>
              <a:t>n</a:t>
            </a:r>
            <a:r>
              <a:rPr sz="800" i="1" spc="140" dirty="0">
                <a:latin typeface="Constantia"/>
                <a:cs typeface="Constantia"/>
              </a:rPr>
              <a:t> </a:t>
            </a:r>
            <a:r>
              <a:rPr sz="1650" baseline="7575" dirty="0">
                <a:latin typeface="Tahoma"/>
                <a:cs typeface="Tahoma"/>
              </a:rPr>
              <a:t>=</a:t>
            </a:r>
            <a:r>
              <a:rPr sz="1650" spc="-82" baseline="7575" dirty="0">
                <a:latin typeface="Tahoma"/>
                <a:cs typeface="Tahoma"/>
              </a:rPr>
              <a:t> </a:t>
            </a:r>
            <a:r>
              <a:rPr sz="1650" i="1" baseline="7575" dirty="0">
                <a:latin typeface="Arial"/>
                <a:cs typeface="Arial"/>
              </a:rPr>
              <a:t>F</a:t>
            </a:r>
            <a:r>
              <a:rPr sz="800" i="1" dirty="0">
                <a:latin typeface="Constantia"/>
                <a:cs typeface="Constantia"/>
              </a:rPr>
              <a:t>n</a:t>
            </a:r>
            <a:r>
              <a:rPr sz="800" dirty="0">
                <a:latin typeface="Lucida Sans Unicode"/>
                <a:cs typeface="Lucida Sans Unicode"/>
              </a:rPr>
              <a:t>−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1650" baseline="7575" dirty="0">
                <a:latin typeface="Tahoma"/>
                <a:cs typeface="Tahoma"/>
              </a:rPr>
              <a:t>+</a:t>
            </a:r>
            <a:r>
              <a:rPr sz="1650" spc="-157" baseline="7575" dirty="0">
                <a:latin typeface="Tahoma"/>
                <a:cs typeface="Tahoma"/>
              </a:rPr>
              <a:t> </a:t>
            </a:r>
            <a:r>
              <a:rPr sz="1650" i="1" spc="-30" baseline="7575" dirty="0">
                <a:latin typeface="Arial"/>
                <a:cs typeface="Arial"/>
              </a:rPr>
              <a:t>F</a:t>
            </a:r>
            <a:r>
              <a:rPr sz="800" i="1" spc="-20" dirty="0">
                <a:latin typeface="Constantia"/>
                <a:cs typeface="Constantia"/>
              </a:rPr>
              <a:t>n</a:t>
            </a:r>
            <a:r>
              <a:rPr sz="800" spc="-20" dirty="0">
                <a:latin typeface="Lucida Sans Unicode"/>
                <a:cs typeface="Lucida Sans Unicode"/>
              </a:rPr>
              <a:t>−</a:t>
            </a:r>
            <a:r>
              <a:rPr sz="800" spc="-2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895C2DB-4849-0E39-4E4A-79011C7745AD}"/>
              </a:ext>
            </a:extLst>
          </p:cNvPr>
          <p:cNvSpPr txBox="1"/>
          <p:nvPr/>
        </p:nvSpPr>
        <p:spPr>
          <a:xfrm>
            <a:off x="2432000" y="1537437"/>
            <a:ext cx="11087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libri"/>
                <a:cs typeface="Calibri"/>
              </a:rPr>
              <a:t>with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7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17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50" name="Picture 2" descr="Power of two - Wikipedia">
            <a:extLst>
              <a:ext uri="{FF2B5EF4-FFF2-40B4-BE49-F238E27FC236}">
                <a16:creationId xmlns:a16="http://schemas.microsoft.com/office/drawing/2014/main" id="{FE060078-DF57-3453-FD0C-89C2C8CC3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47" y="1882775"/>
            <a:ext cx="1455418" cy="145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3CA6C1-641C-CBAA-93A9-5EDEF5CAE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000" y="2036895"/>
            <a:ext cx="1771650" cy="111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0693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Closed</a:t>
            </a:r>
            <a:r>
              <a:rPr spc="-60" dirty="0"/>
              <a:t> </a:t>
            </a:r>
            <a:r>
              <a:rPr spc="-30" dirty="0"/>
              <a:t>Formula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65" dirty="0"/>
              <a:t>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024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2132" y="616799"/>
            <a:ext cx="4168775" cy="3411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14541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One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method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derive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sequence,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relate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sequence.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2.1.4.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A4A8A7-DDEB-C763-4875-7CFDE78B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54" y="1028894"/>
            <a:ext cx="1730096" cy="4374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E6541E-6A3E-1F28-F8C1-5A07B9FD1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38" y="1537290"/>
            <a:ext cx="3317690" cy="146567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ED97-272F-EF61-ECCD-C0D2E9F7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1B2F5A-797E-B763-D226-E870F1029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05A8A17F-93B5-45B0-9622-5043141B8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Closed</a:t>
            </a:r>
            <a:r>
              <a:rPr spc="-60" dirty="0"/>
              <a:t> </a:t>
            </a:r>
            <a:r>
              <a:rPr spc="-30" dirty="0"/>
              <a:t>Formula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65" dirty="0"/>
              <a:t>Sequences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0F755C-7F4C-3E35-20B1-E1241FBF537D}"/>
              </a:ext>
            </a:extLst>
          </p:cNvPr>
          <p:cNvSpPr txBox="1"/>
          <p:nvPr/>
        </p:nvSpPr>
        <p:spPr>
          <a:xfrm>
            <a:off x="352132" y="616799"/>
            <a:ext cx="4168775" cy="1610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787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Partial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Sums.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∈</a:t>
            </a:r>
            <a:r>
              <a:rPr sz="1200" baseline="-10416" dirty="0">
                <a:latin typeface="Times New Roman"/>
                <a:cs typeface="Times New Roman"/>
              </a:rPr>
              <a:t>N</a:t>
            </a:r>
            <a:r>
              <a:rPr sz="1200" spc="209" baseline="-10416" dirty="0">
                <a:latin typeface="Times New Roman"/>
                <a:cs typeface="Times New Roman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always</a:t>
            </a:r>
            <a:r>
              <a:rPr sz="1100" spc="-40" dirty="0">
                <a:latin typeface="Tahoma"/>
                <a:cs typeface="Tahoma"/>
              </a:rPr>
              <a:t> form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new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∈</a:t>
            </a:r>
            <a:r>
              <a:rPr sz="1200" baseline="-10416" dirty="0">
                <a:latin typeface="Times New Roman"/>
                <a:cs typeface="Times New Roman"/>
              </a:rPr>
              <a:t>N</a:t>
            </a:r>
            <a:r>
              <a:rPr sz="1200" spc="195" baseline="-10416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ahoma"/>
                <a:cs typeface="Tahoma"/>
              </a:rPr>
              <a:t>by</a:t>
            </a:r>
            <a:endParaRPr sz="1100" dirty="0">
              <a:latin typeface="Tahoma"/>
              <a:cs typeface="Tahoma"/>
            </a:endParaRPr>
          </a:p>
          <a:p>
            <a:pPr marL="1255395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4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ahoma"/>
                <a:cs typeface="Tahoma"/>
              </a:rPr>
              <a:t>0</a:t>
            </a:r>
            <a:r>
              <a:rPr sz="1200" spc="44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3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200" spc="44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6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0416" dirty="0">
                <a:latin typeface="Constantia"/>
                <a:cs typeface="Constantia"/>
              </a:rPr>
              <a:t>n</a:t>
            </a:r>
            <a:endParaRPr sz="1200" baseline="-10416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100" dirty="0">
              <a:latin typeface="Constantia"/>
              <a:cs typeface="Constantia"/>
            </a:endParaRPr>
          </a:p>
          <a:p>
            <a:pPr marL="62865" marR="431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sums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FF0000"/>
                </a:solidFill>
                <a:latin typeface="Trebuchet MS"/>
                <a:cs typeface="Trebuchet MS"/>
              </a:rPr>
              <a:t>sequence</a:t>
            </a:r>
            <a:r>
              <a:rPr sz="1100" b="1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1100" b="1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FF0000"/>
                </a:solidFill>
                <a:latin typeface="Trebuchet MS"/>
                <a:cs typeface="Trebuchet MS"/>
              </a:rPr>
              <a:t>partial</a:t>
            </a:r>
            <a:r>
              <a:rPr sz="1100" b="1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Trebuchet MS"/>
                <a:cs typeface="Trebuchet MS"/>
              </a:rPr>
              <a:t>sums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sometimes</a:t>
            </a:r>
            <a:r>
              <a:rPr sz="1100" spc="-40" dirty="0">
                <a:latin typeface="Tahoma"/>
                <a:cs typeface="Tahoma"/>
              </a:rPr>
              <a:t> possible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i="1" spc="-30" baseline="-10416" dirty="0">
                <a:latin typeface="Constantia"/>
                <a:cs typeface="Constantia"/>
              </a:rPr>
              <a:t>n</a:t>
            </a:r>
            <a:r>
              <a:rPr sz="1100" spc="-20" dirty="0">
                <a:latin typeface="Tahoma"/>
                <a:cs typeface="Tahoma"/>
              </a:rPr>
              <a:t>) from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See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143.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13F26826-E0FB-A9B3-0215-C2010677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A571D98C-0B68-942E-14F7-ADAD062E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779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FBAC5E2-C4DF-50E3-DEE5-8E7B2AFC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385379"/>
            <a:ext cx="65265" cy="652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36884519-267F-21D9-3443-72F0D0E620A6}"/>
                  </a:ext>
                </a:extLst>
              </p:cNvPr>
              <p:cNvSpPr txBox="1"/>
              <p:nvPr/>
            </p:nvSpPr>
            <p:spPr>
              <a:xfrm>
                <a:off x="370020" y="2339975"/>
                <a:ext cx="3687630" cy="183833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  <a:tabLst>
                    <a:tab pos="2847340" algn="l"/>
                  </a:tabLst>
                </a:pPr>
                <a:r>
                  <a:rPr lang="en-US" sz="1100" dirty="0">
                    <a:latin typeface="Tahoma"/>
                    <a:cs typeface="Tahoma"/>
                  </a:rPr>
                  <a:t>To</a:t>
                </a:r>
                <a:r>
                  <a:rPr lang="en-US" sz="1100" spc="-6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simplify</a:t>
                </a:r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writing</a:t>
                </a:r>
                <a:r>
                  <a:rPr lang="en-US" sz="1100" spc="-4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the</a:t>
                </a:r>
                <a:r>
                  <a:rPr lang="en-US" sz="1100" spc="-50" dirty="0">
                    <a:latin typeface="Tahoma"/>
                    <a:cs typeface="Tahoma"/>
                  </a:rPr>
                  <a:t> sum,</a:t>
                </a:r>
                <a:r>
                  <a:rPr lang="en-US" sz="1100" spc="-35" dirty="0">
                    <a:latin typeface="Tahoma"/>
                    <a:cs typeface="Tahoma"/>
                  </a:rPr>
                  <a:t> </a:t>
                </a:r>
                <a:r>
                  <a:rPr lang="en-US" sz="1100" spc="-10" dirty="0">
                    <a:latin typeface="Tahoma"/>
                    <a:cs typeface="Tahoma"/>
                  </a:rPr>
                  <a:t>the</a:t>
                </a:r>
                <a:r>
                  <a:rPr lang="en-US" sz="1100" spc="-4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notation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ar-AE" sz="1100" i="1" spc="-20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ar-AE" sz="1100" b="0" i="1" spc="-20" smtClean="0"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sub>
                      <m:sup>
                        <m:r>
                          <a:rPr lang="en-US" sz="1100" b="0" i="1" spc="-20" smtClean="0">
                            <a:latin typeface="Cambria Math" panose="02040503050406030204" pitchFamily="18" charset="0"/>
                            <a:cs typeface="Tahoma"/>
                          </a:rPr>
                          <m:t>𝑘</m:t>
                        </m:r>
                        <m:r>
                          <a:rPr lang="en-US" sz="1100" b="0" i="1" spc="-20" smtClean="0">
                            <a:latin typeface="Cambria Math" panose="02040503050406030204" pitchFamily="18" charset="0"/>
                            <a:cs typeface="Tahoma"/>
                          </a:rPr>
                          <m:t>=0</m:t>
                        </m:r>
                      </m:sup>
                      <m:e>
                        <m:sSub>
                          <m:sSubPr>
                            <m:ctrlPr>
                              <a:rPr lang="ar-AE" sz="1100" i="1" spc="-20" smtClean="0"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bPr>
                          <m:e>
                            <m:r>
                              <a:rPr lang="en-US" sz="1100" b="0" i="1" spc="-20" smtClean="0">
                                <a:latin typeface="Cambria Math" panose="02040503050406030204" pitchFamily="18" charset="0"/>
                                <a:cs typeface="Tahoma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100" b="0" i="1" spc="-20" smtClean="0">
                                <a:latin typeface="Cambria Math" panose="02040503050406030204" pitchFamily="18" charset="0"/>
                                <a:cs typeface="Tahoma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100" spc="-50" dirty="0">
                    <a:latin typeface="Tahoma"/>
                    <a:cs typeface="Tahoma"/>
                  </a:rPr>
                  <a:t> </a:t>
                </a:r>
                <a:r>
                  <a:rPr lang="en-US" sz="1100" dirty="0">
                    <a:latin typeface="Tahoma"/>
                    <a:cs typeface="Tahoma"/>
                  </a:rPr>
                  <a:t>is</a:t>
                </a:r>
                <a:r>
                  <a:rPr lang="en-US" sz="1100" spc="-55" dirty="0">
                    <a:latin typeface="Tahoma"/>
                    <a:cs typeface="Tahoma"/>
                  </a:rPr>
                  <a:t> </a:t>
                </a:r>
                <a:r>
                  <a:rPr lang="en-US" sz="1100" spc="-20" dirty="0">
                    <a:latin typeface="Tahoma"/>
                    <a:cs typeface="Tahoma"/>
                  </a:rPr>
                  <a:t>used.</a:t>
                </a:r>
                <a:r>
                  <a:rPr lang="en-US" sz="1100" spc="-50" dirty="0">
                    <a:latin typeface="Tahoma"/>
                    <a:cs typeface="Tahoma"/>
                  </a:rPr>
                  <a:t>  </a:t>
                </a: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36884519-267F-21D9-3443-72F0D0E6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0" y="2339975"/>
                <a:ext cx="3687630" cy="183833"/>
              </a:xfrm>
              <a:prstGeom prst="rect">
                <a:avLst/>
              </a:prstGeom>
              <a:blipFill>
                <a:blip r:embed="rId5"/>
                <a:stretch>
                  <a:fillRect l="-1375" t="-146667" b="-2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object 11">
            <a:extLst>
              <a:ext uri="{FF2B5EF4-FFF2-40B4-BE49-F238E27FC236}">
                <a16:creationId xmlns:a16="http://schemas.microsoft.com/office/drawing/2014/main" id="{3CA1B08E-0C89-2E10-5202-CE0E6C6DD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790767"/>
            <a:ext cx="65265" cy="65265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7C02C24B-6C0A-B813-5D5E-37A34D888DBB}"/>
              </a:ext>
            </a:extLst>
          </p:cNvPr>
          <p:cNvSpPr txBox="1"/>
          <p:nvPr/>
        </p:nvSpPr>
        <p:spPr>
          <a:xfrm>
            <a:off x="2387993" y="276720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E35ACD4-FF52-B68D-DB41-CEA0B7E90751}"/>
              </a:ext>
            </a:extLst>
          </p:cNvPr>
          <p:cNvSpPr txBox="1"/>
          <p:nvPr/>
        </p:nvSpPr>
        <p:spPr>
          <a:xfrm>
            <a:off x="402932" y="2707314"/>
            <a:ext cx="2578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notation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multiplying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A96A4ED-7027-2D38-5FCF-136EB11D0AEA}"/>
              </a:ext>
            </a:extLst>
          </p:cNvPr>
          <p:cNvSpPr txBox="1"/>
          <p:nvPr/>
        </p:nvSpPr>
        <p:spPr>
          <a:xfrm>
            <a:off x="3005139" y="2727514"/>
            <a:ext cx="156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5" dirty="0">
                <a:latin typeface="Lucida Sans Unicode"/>
                <a:cs typeface="Lucida Sans Unicode"/>
              </a:rPr>
              <a:t>Q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C9BF36-6462-A812-29C6-8E974E3B1330}"/>
              </a:ext>
            </a:extLst>
          </p:cNvPr>
          <p:cNvSpPr txBox="1"/>
          <p:nvPr/>
        </p:nvSpPr>
        <p:spPr>
          <a:xfrm>
            <a:off x="3141989" y="2689248"/>
            <a:ext cx="224154" cy="260327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sz="800" i="1" spc="-25" dirty="0">
                <a:latin typeface="Constantia"/>
                <a:cs typeface="Constantia"/>
              </a:rPr>
              <a:t>k</a:t>
            </a:r>
            <a:r>
              <a:rPr sz="800" spc="-25" dirty="0">
                <a:latin typeface="Tahoma"/>
                <a:cs typeface="Tahoma"/>
              </a:rPr>
              <a:t>=1</a:t>
            </a:r>
            <a:endParaRPr lang="en-US" sz="800" spc="-25" dirty="0">
              <a:latin typeface="Tahoma"/>
              <a:cs typeface="Tahoma"/>
            </a:endParaRPr>
          </a:p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lang="en-US" sz="800" i="1" spc="-50" dirty="0">
                <a:latin typeface="Constantia"/>
                <a:cs typeface="Constantia"/>
              </a:rPr>
              <a:t>n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0C01E06-5C79-5166-77B3-EA10E282010C}"/>
              </a:ext>
            </a:extLst>
          </p:cNvPr>
          <p:cNvSpPr txBox="1"/>
          <p:nvPr/>
        </p:nvSpPr>
        <p:spPr>
          <a:xfrm>
            <a:off x="3335299" y="2707314"/>
            <a:ext cx="1955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3888" dirty="0">
                <a:latin typeface="Constantia"/>
                <a:cs typeface="Constantia"/>
              </a:rPr>
              <a:t>k</a:t>
            </a:r>
            <a:endParaRPr sz="1200" baseline="-13888" dirty="0">
              <a:latin typeface="Constantia"/>
              <a:cs typeface="Constantia"/>
            </a:endParaRPr>
          </a:p>
        </p:txBody>
      </p:sp>
    </p:spTree>
    <p:extLst>
      <p:ext uri="{BB962C8B-B14F-4D97-AF65-F5344CB8AC3E}">
        <p14:creationId xmlns:p14="http://schemas.microsoft.com/office/powerpoint/2010/main" val="271314984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Arithmetic</a:t>
            </a:r>
            <a:r>
              <a:rPr spc="-95" dirty="0"/>
              <a:t> </a:t>
            </a:r>
            <a:r>
              <a:rPr spc="-65" dirty="0"/>
              <a:t>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9461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850" y="511175"/>
            <a:ext cx="4044315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5687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differ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constant,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arithmetic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8100" marR="461645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common </a:t>
            </a:r>
            <a:r>
              <a:rPr sz="1100" b="1" spc="-55" dirty="0">
                <a:latin typeface="Trebuchet MS"/>
                <a:cs typeface="Trebuchet MS"/>
              </a:rPr>
              <a:t>difference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,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Tahoma"/>
                <a:cs typeface="Tahoma"/>
              </a:rPr>
              <a:t>Recursive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79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8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Closed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9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Arial"/>
                <a:cs typeface="Arial"/>
              </a:rPr>
              <a:t>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25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  <a:p>
            <a:pPr marL="38100" marR="30480">
              <a:lnSpc>
                <a:spcPct val="102699"/>
              </a:lnSpc>
              <a:spcBef>
                <a:spcPts val="30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example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2.2.1),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5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8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11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.</a:t>
            </a:r>
            <a:r>
              <a:rPr sz="1100" spc="-25" dirty="0">
                <a:latin typeface="Tahoma"/>
                <a:cs typeface="Tahoma"/>
              </a:rPr>
              <a:t>,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common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 is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3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8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09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20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97673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702982"/>
            <a:ext cx="65265" cy="65265"/>
          </a:xfrm>
          <a:prstGeom prst="rect">
            <a:avLst/>
          </a:prstGeom>
        </p:spPr>
      </p:pic>
      <p:pic>
        <p:nvPicPr>
          <p:cNvPr id="3074" name="Picture 2" descr="Arithmetic and Geometric Sequences - (17+ Amazing Examples)">
            <a:extLst>
              <a:ext uri="{FF2B5EF4-FFF2-40B4-BE49-F238E27FC236}">
                <a16:creationId xmlns:a16="http://schemas.microsoft.com/office/drawing/2014/main" id="{418496A4-C34D-0C16-5DE3-F71EC7240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61" b="38661"/>
          <a:stretch>
            <a:fillRect/>
          </a:stretch>
        </p:blipFill>
        <p:spPr bwMode="auto">
          <a:xfrm>
            <a:off x="1924050" y="2705259"/>
            <a:ext cx="2367818" cy="35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eometric and Arithmetic Sequences Flashcards">
            <a:extLst>
              <a:ext uri="{FF2B5EF4-FFF2-40B4-BE49-F238E27FC236}">
                <a16:creationId xmlns:a16="http://schemas.microsoft.com/office/drawing/2014/main" id="{3F0A05B6-7C64-C756-99E3-A40A3F687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447438"/>
            <a:ext cx="12954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Geometric </a:t>
            </a:r>
            <a:r>
              <a:rPr spc="-65" dirty="0"/>
              <a:t>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27341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81519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7610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98610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9432" y="543888"/>
            <a:ext cx="4206240" cy="25831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68580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6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18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54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terms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constant,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however,</a:t>
            </a:r>
            <a:r>
              <a:rPr sz="1100" spc="-20" dirty="0">
                <a:latin typeface="Tahoma"/>
                <a:cs typeface="Tahoma"/>
              </a:rPr>
              <a:t> 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ratio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successive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25" dirty="0">
                <a:latin typeface="Tahoma"/>
                <a:cs typeface="Tahoma"/>
              </a:rPr>
              <a:t> is constant.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FF0000"/>
                </a:solidFill>
                <a:latin typeface="Trebuchet MS"/>
                <a:cs typeface="Trebuchet MS"/>
              </a:rPr>
              <a:t>geometric</a:t>
            </a:r>
            <a:r>
              <a:rPr sz="1100" b="1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sequence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recursive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  <a:tabLst>
                <a:tab pos="882650" algn="l"/>
              </a:tabLst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7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r</a:t>
            </a:r>
            <a:r>
              <a:rPr sz="1100" i="1" dirty="0">
                <a:latin typeface="Arial"/>
                <a:cs typeface="Arial"/>
              </a:rPr>
              <a:t>	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89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is: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9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Arial"/>
                <a:cs typeface="Arial"/>
              </a:rPr>
              <a:t>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0" dirty="0">
                <a:latin typeface="Cambria"/>
                <a:cs typeface="Cambria"/>
              </a:rPr>
              <a:t> </a:t>
            </a:r>
            <a:r>
              <a:rPr sz="1100" i="1" spc="25" dirty="0">
                <a:latin typeface="Arial"/>
                <a:cs typeface="Arial"/>
              </a:rPr>
              <a:t>r</a:t>
            </a:r>
            <a:r>
              <a:rPr sz="1200" i="1" spc="37" baseline="31250" dirty="0">
                <a:latin typeface="Constantia"/>
                <a:cs typeface="Constantia"/>
              </a:rPr>
              <a:t>n</a:t>
            </a:r>
            <a:endParaRPr sz="1200" baseline="31250" dirty="0">
              <a:latin typeface="Constantia"/>
              <a:cs typeface="Constantia"/>
            </a:endParaRPr>
          </a:p>
          <a:p>
            <a:pPr marL="76200" marR="130810">
              <a:lnSpc>
                <a:spcPct val="102600"/>
              </a:lnSpc>
              <a:spcBef>
                <a:spcPts val="11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sequence: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48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recursive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7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200" spc="-15" baseline="-10416" dirty="0">
                <a:latin typeface="Lucida Sans Unicode"/>
                <a:cs typeface="Lucida Sans Unicode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6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2.2.2.</a:t>
            </a:r>
            <a:endParaRPr sz="1100" dirty="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79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30" dirty="0">
                <a:latin typeface="Cambria"/>
                <a:cs typeface="Cambria"/>
              </a:rPr>
              <a:t> </a:t>
            </a:r>
            <a:r>
              <a:rPr sz="1100" spc="-25" dirty="0">
                <a:latin typeface="Tahoma"/>
                <a:cs typeface="Tahoma"/>
              </a:rPr>
              <a:t>2</a:t>
            </a:r>
            <a:r>
              <a:rPr sz="1200" i="1" spc="-37" baseline="27777" dirty="0">
                <a:latin typeface="Constantia"/>
                <a:cs typeface="Constantia"/>
              </a:rPr>
              <a:t>n</a:t>
            </a:r>
            <a:endParaRPr sz="1200" baseline="27777" dirty="0">
              <a:latin typeface="Constantia"/>
              <a:cs typeface="Constant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Sums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Arithmetic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35" dirty="0"/>
              <a:t>Geometric</a:t>
            </a:r>
            <a:r>
              <a:rPr spc="-55" dirty="0"/>
              <a:t> 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97151"/>
            <a:ext cx="65265" cy="652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352132" y="513711"/>
                <a:ext cx="4086518" cy="1807867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/>
                  <a:t>Sums of Arithmetic Sequences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/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𝑛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ahoma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𝑛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)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Example: 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Find the sum of arithmetic sequence: 2, 5, 8, 11, 14, 17, 20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First term: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lang="en-US" sz="1100" dirty="0">
                    <a:latin typeface="Tahoma"/>
                    <a:cs typeface="Tahoma"/>
                  </a:rPr>
                  <a:t>= 2; Last term: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lang="en-US" sz="1100" dirty="0">
                    <a:latin typeface="Tahoma"/>
                    <a:cs typeface="Tahoma"/>
                  </a:rPr>
                  <a:t>= 20; Number of terms: n=7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32" y="513711"/>
                <a:ext cx="4086518" cy="1807867"/>
              </a:xfrm>
              <a:prstGeom prst="rect">
                <a:avLst/>
              </a:prstGeom>
              <a:blipFill>
                <a:blip r:embed="rId3"/>
                <a:stretch>
                  <a:fillRect l="-619" t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42413"/>
            <a:ext cx="65265" cy="65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5C6531-254F-1C04-1DD1-A22119481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2194483"/>
            <a:ext cx="1143000" cy="117844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D4E7-CF4B-FCD6-4D73-B8BF04004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39DB98-E78B-03AE-009E-5D8C15D5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62409456-DE02-7DA5-DAE5-46CE283ED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Sums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Arithmetic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35" dirty="0"/>
              <a:t>Geometric</a:t>
            </a:r>
            <a:r>
              <a:rPr spc="-55" dirty="0"/>
              <a:t> Sequences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C341CEA-6A91-9073-556F-EDFEB3A4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90742"/>
            <a:ext cx="65265" cy="652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59E0B9A-298C-1250-9F06-7E209FBC0D1C}"/>
                  </a:ext>
                </a:extLst>
              </p:cNvPr>
              <p:cNvSpPr txBox="1"/>
              <p:nvPr/>
            </p:nvSpPr>
            <p:spPr>
              <a:xfrm>
                <a:off x="352132" y="511175"/>
                <a:ext cx="4086518" cy="1985865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/>
                  <a:t>Sums of </a:t>
                </a:r>
                <a:r>
                  <a:rPr lang="en-US" sz="1100" spc="-35" dirty="0"/>
                  <a:t>Geometric</a:t>
                </a:r>
                <a:r>
                  <a:rPr lang="en-US" sz="1100" dirty="0"/>
                  <a:t> Sequences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/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𝑆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𝑛</m:t>
                          </m:r>
                        </m:sub>
                      </m:sSub>
                      <m:r>
                        <a:rPr lang="en-US" sz="1100" b="0" i="1" smtClean="0">
                          <a:latin typeface="Cambria Math" panose="02040503050406030204" pitchFamily="18" charset="0"/>
                          <a:cs typeface="Tahoma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𝑎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sSup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cs typeface="Tahoma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−1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)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𝑟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cs typeface="Tahoma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Example: 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Find the sum of </a:t>
                </a:r>
                <a:r>
                  <a:rPr lang="en-US" sz="1100" spc="-35" dirty="0"/>
                  <a:t>geometric</a:t>
                </a:r>
                <a:r>
                  <a:rPr lang="en-US" sz="1100" dirty="0">
                    <a:latin typeface="Tahoma"/>
                    <a:cs typeface="Tahoma"/>
                  </a:rPr>
                  <a:t> sequence: 3, 6, 12, 24, 48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lang="en-US" sz="1100" dirty="0">
                  <a:latin typeface="Tahoma"/>
                  <a:cs typeface="Tahoma"/>
                </a:endParaRP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r>
                  <a:rPr lang="en-US" sz="1100" dirty="0">
                    <a:latin typeface="Tahoma"/>
                    <a:cs typeface="Tahoma"/>
                  </a:rPr>
                  <a:t>First term: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𝑎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lang="en-US" sz="1100" dirty="0">
                    <a:latin typeface="Tahoma"/>
                    <a:cs typeface="Tahoma"/>
                  </a:rPr>
                  <a:t>= 3; common ratio: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𝑟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lang="en-US" sz="1100" dirty="0">
                    <a:latin typeface="Tahoma"/>
                    <a:cs typeface="Tahoma"/>
                  </a:rPr>
                  <a:t>= 2; Number of terms: n=5</a:t>
                </a:r>
              </a:p>
              <a:p>
                <a:pPr marL="63500" marR="158750">
                  <a:lnSpc>
                    <a:spcPct val="102600"/>
                  </a:lnSpc>
                  <a:spcBef>
                    <a:spcPts val="55"/>
                  </a:spcBef>
                </a:pP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359E0B9A-298C-1250-9F06-7E209FBC0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32" y="511175"/>
                <a:ext cx="4086518" cy="1985865"/>
              </a:xfrm>
              <a:prstGeom prst="rect">
                <a:avLst/>
              </a:prstGeom>
              <a:blipFill>
                <a:blip r:embed="rId3"/>
                <a:stretch>
                  <a:fillRect l="-619" t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object 8">
            <a:extLst>
              <a:ext uri="{FF2B5EF4-FFF2-40B4-BE49-F238E27FC236}">
                <a16:creationId xmlns:a16="http://schemas.microsoft.com/office/drawing/2014/main" id="{F49F8189-11F0-2F49-8C8A-48CCE89C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36510"/>
            <a:ext cx="65265" cy="65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BC449B-4E5B-F4D1-03E8-FB6CA3888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850" y="2144354"/>
            <a:ext cx="1104074" cy="131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32383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5A28-1C6D-8E77-5D24-15082926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1FAEA6-8D70-BEA1-D745-7C05EF19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8B23A3C-89B1-B00C-FB3A-A29D4D295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Sums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Arithmetic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35" dirty="0"/>
              <a:t>Geometric</a:t>
            </a:r>
            <a:r>
              <a:rPr spc="-55" dirty="0"/>
              <a:t> Sequences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E60102-3B46-C4AB-309C-1CF7B19C4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43648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FFA1BB3-C4ED-701D-768E-83A0C8552AF8}"/>
              </a:ext>
            </a:extLst>
          </p:cNvPr>
          <p:cNvSpPr txBox="1"/>
          <p:nvPr/>
        </p:nvSpPr>
        <p:spPr>
          <a:xfrm>
            <a:off x="352132" y="660208"/>
            <a:ext cx="4175125" cy="1936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15875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dirty="0">
                <a:latin typeface="Tahoma"/>
                <a:cs typeface="Tahoma"/>
              </a:rPr>
              <a:t> 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≥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09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10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 not </a:t>
            </a:r>
            <a:r>
              <a:rPr sz="1100" spc="-10" dirty="0">
                <a:latin typeface="Tahoma"/>
                <a:cs typeface="Tahoma"/>
              </a:rPr>
              <a:t>arithmetic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geometric.</a:t>
            </a:r>
            <a:endParaRPr sz="1100" dirty="0">
              <a:latin typeface="Tahoma"/>
              <a:cs typeface="Tahoma"/>
            </a:endParaRPr>
          </a:p>
          <a:p>
            <a:pPr marL="63500" marR="558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differences</a:t>
            </a:r>
            <a:r>
              <a:rPr sz="1100" i="1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arithmetic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sequence: </a:t>
            </a:r>
            <a:r>
              <a:rPr sz="1100" spc="-30" dirty="0">
                <a:latin typeface="Tahoma"/>
                <a:cs typeface="Tahoma"/>
              </a:rPr>
              <a:t>2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5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6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.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63500" marR="8191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sum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sequence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15" dirty="0">
                <a:latin typeface="Trebuchet MS"/>
                <a:cs typeface="Trebuchet MS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partial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sums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 dirty="0">
              <a:latin typeface="Arial"/>
              <a:cs typeface="Arial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300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4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·</a:t>
            </a:r>
            <a:r>
              <a:rPr sz="1100" spc="-5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68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general,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8E476B70-F17B-626E-435A-398BEE9F8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2576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3441A26-D2D8-2FBA-BE94-3AC129CFB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0787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164CDDEA-499E-0048-7E89-01D54A708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9975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121DF51E-5626-D096-A161-48D5A3C9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488438"/>
            <a:ext cx="65265" cy="65265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74056C33-0D7D-6632-828D-55B5A63BCAD2}"/>
              </a:ext>
            </a:extLst>
          </p:cNvPr>
          <p:cNvSpPr txBox="1"/>
          <p:nvPr/>
        </p:nvSpPr>
        <p:spPr>
          <a:xfrm>
            <a:off x="1970760" y="264222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322" baseline="-10416" dirty="0">
                <a:latin typeface="Constantia"/>
                <a:cs typeface="Constanti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BACB398-0FA7-9C9F-4133-F38CAA11CA2E}"/>
              </a:ext>
            </a:extLst>
          </p:cNvPr>
          <p:cNvSpPr txBox="1"/>
          <p:nvPr/>
        </p:nvSpPr>
        <p:spPr>
          <a:xfrm>
            <a:off x="2353894" y="2548495"/>
            <a:ext cx="520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1CF0968-0FF4-F110-156C-07B2AB7B0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6594" y="2758833"/>
            <a:ext cx="494665" cy="0"/>
          </a:xfrm>
          <a:custGeom>
            <a:avLst/>
            <a:gdLst/>
            <a:ahLst/>
            <a:cxnLst/>
            <a:rect l="l" t="t" r="r" b="b"/>
            <a:pathLst>
              <a:path w="494664">
                <a:moveTo>
                  <a:pt x="0" y="0"/>
                </a:moveTo>
                <a:lnTo>
                  <a:pt x="49444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4C56F1F-070F-DE29-E158-AF1B1F3998AA}"/>
              </a:ext>
            </a:extLst>
          </p:cNvPr>
          <p:cNvSpPr txBox="1"/>
          <p:nvPr/>
        </p:nvSpPr>
        <p:spPr>
          <a:xfrm>
            <a:off x="2566492" y="273725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35597700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65" dirty="0"/>
              <a:t> </a:t>
            </a:r>
            <a:r>
              <a:rPr spc="-35" dirty="0"/>
              <a:t>Complex</a:t>
            </a:r>
            <a:r>
              <a:rPr spc="-65" dirty="0"/>
              <a:t> </a:t>
            </a:r>
            <a:r>
              <a:rPr spc="-60" dirty="0"/>
              <a:t>Sequences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4396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660513"/>
            <a:ext cx="3791585" cy="23126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77165" algn="just">
              <a:lnSpc>
                <a:spcPct val="102600"/>
              </a:lnSpc>
              <a:spcBef>
                <a:spcPts val="55"/>
              </a:spcBef>
            </a:pPr>
            <a:r>
              <a:rPr sz="1100" spc="-1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sequence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Cambria"/>
                <a:cs typeface="Cambria"/>
              </a:rPr>
              <a:t>⟨</a:t>
            </a:r>
            <a:r>
              <a:rPr sz="1100" spc="-15" dirty="0">
                <a:latin typeface="Tahoma"/>
                <a:cs typeface="Tahoma"/>
              </a:rPr>
              <a:t>1</a:t>
            </a:r>
            <a:r>
              <a:rPr sz="1100" i="1" spc="-1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5</a:t>
            </a:r>
            <a:r>
              <a:rPr sz="1100" i="1" spc="-3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14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30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55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10" dirty="0">
                <a:latin typeface="Arial"/>
                <a:cs typeface="Arial"/>
              </a:rPr>
              <a:t>.</a:t>
            </a:r>
            <a:r>
              <a:rPr sz="1100" spc="10" dirty="0">
                <a:latin typeface="Cambria"/>
                <a:cs typeface="Cambria"/>
              </a:rPr>
              <a:t>⟩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arithmetic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geometric;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its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sequence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rebuchet MS"/>
                <a:cs typeface="Trebuchet MS"/>
              </a:rPr>
              <a:t>differences</a:t>
            </a:r>
            <a:r>
              <a:rPr sz="1100" b="1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might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arithmetic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geometric.</a:t>
            </a:r>
            <a:endParaRPr sz="1100" dirty="0">
              <a:latin typeface="Tahoma"/>
              <a:cs typeface="Tahoma"/>
            </a:endParaRPr>
          </a:p>
          <a:p>
            <a:pPr marL="38100" algn="just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is: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25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.</a:t>
            </a:r>
            <a:r>
              <a:rPr sz="1100" spc="-25" dirty="0">
                <a:latin typeface="Cambria"/>
                <a:cs typeface="Cambria"/>
              </a:rPr>
              <a:t>⟩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8100" marR="15176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25" dirty="0">
                <a:latin typeface="Tahoma"/>
                <a:cs typeface="Tahoma"/>
              </a:rPr>
              <a:t> arithmetic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 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  <a:p>
            <a:pPr marL="38100" marR="34290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20" dirty="0">
                <a:latin typeface="Cambria"/>
                <a:cs typeface="Cambria"/>
              </a:rPr>
              <a:t>⟨</a:t>
            </a:r>
            <a:r>
              <a:rPr sz="1100" spc="-20" dirty="0">
                <a:latin typeface="Tahoma"/>
                <a:cs typeface="Tahoma"/>
              </a:rPr>
              <a:t>5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7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9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dirty="0">
                <a:latin typeface="Cambria"/>
                <a:cs typeface="Cambria"/>
              </a:rPr>
              <a:t>⟩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arithmetic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sequence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constant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 dirty="0">
              <a:latin typeface="Tahoma"/>
              <a:cs typeface="Tahoma"/>
            </a:endParaRPr>
          </a:p>
          <a:p>
            <a:pPr marL="38100" marR="882015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had </a:t>
            </a:r>
            <a:r>
              <a:rPr sz="1100" dirty="0">
                <a:latin typeface="Tahoma"/>
                <a:cs typeface="Tahoma"/>
              </a:rPr>
              <a:t>third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constant.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Δ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100" dirty="0">
                <a:latin typeface="Cambria"/>
                <a:cs typeface="Cambria"/>
              </a:rPr>
              <a:t>—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155" dirty="0">
                <a:latin typeface="Cambria"/>
                <a:cs typeface="Cambria"/>
              </a:rPr>
              <a:t>Δ</a:t>
            </a:r>
            <a:r>
              <a:rPr sz="1200" i="1" spc="232" baseline="27777" dirty="0">
                <a:latin typeface="Constantia"/>
                <a:cs typeface="Constantia"/>
              </a:rPr>
              <a:t>k</a:t>
            </a:r>
            <a:r>
              <a:rPr sz="1200" i="1" spc="-112" baseline="27777" dirty="0">
                <a:latin typeface="Constantia"/>
                <a:cs typeface="Constantia"/>
              </a:rPr>
              <a:t> </a:t>
            </a:r>
            <a:r>
              <a:rPr sz="1100" spc="-254" dirty="0">
                <a:latin typeface="Cambria"/>
                <a:cs typeface="Cambria"/>
              </a:rPr>
              <a:t>—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 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814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081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90280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72385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482418"/>
            <a:ext cx="65265" cy="65265"/>
          </a:xfrm>
          <a:prstGeom prst="rect">
            <a:avLst/>
          </a:prstGeom>
        </p:spPr>
      </p:pic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69245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Finite</a:t>
            </a:r>
            <a:r>
              <a:rPr spc="-40" dirty="0"/>
              <a:t> </a:t>
            </a:r>
            <a:r>
              <a:rPr spc="-50" dirty="0"/>
              <a:t>Differences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7003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886585"/>
            <a:ext cx="3967479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about 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growth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sequence</a:t>
            </a:r>
            <a:endParaRPr sz="1100" dirty="0">
              <a:latin typeface="Tahoma"/>
              <a:cs typeface="Tahoma"/>
            </a:endParaRPr>
          </a:p>
          <a:p>
            <a:pPr marL="38100" marR="660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 </a:t>
            </a:r>
            <a:r>
              <a:rPr sz="1100" spc="-25" dirty="0">
                <a:latin typeface="Tahoma"/>
                <a:cs typeface="Tahoma"/>
              </a:rPr>
              <a:t>if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155" dirty="0">
                <a:latin typeface="Cambria"/>
                <a:cs typeface="Cambria"/>
              </a:rPr>
              <a:t>Δ</a:t>
            </a:r>
            <a:r>
              <a:rPr sz="1200" i="1" spc="232" baseline="27777" dirty="0">
                <a:latin typeface="Constantia"/>
                <a:cs typeface="Constantia"/>
              </a:rPr>
              <a:t>k</a:t>
            </a:r>
            <a:r>
              <a:rPr sz="1200" i="1" spc="-112" baseline="27777" dirty="0">
                <a:latin typeface="Constantia"/>
                <a:cs typeface="Constantia"/>
              </a:rPr>
              <a:t> </a:t>
            </a:r>
            <a:r>
              <a:rPr sz="1100" spc="-254" dirty="0">
                <a:latin typeface="Cambria"/>
                <a:cs typeface="Cambria"/>
              </a:rPr>
              <a:t>—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  <a:p>
            <a:pPr marL="38100" marR="43942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Δ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100" dirty="0">
                <a:latin typeface="Cambria"/>
                <a:cs typeface="Cambria"/>
              </a:rPr>
              <a:t>—</a:t>
            </a:r>
            <a:r>
              <a:rPr sz="1100" spc="-30" dirty="0">
                <a:latin typeface="Tahoma"/>
                <a:cs typeface="Tahoma"/>
              </a:rPr>
              <a:t>constant,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cubic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(degree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 </a:t>
            </a:r>
            <a:r>
              <a:rPr sz="1100" spc="-35" dirty="0">
                <a:latin typeface="Tahoma"/>
                <a:cs typeface="Tahoma"/>
              </a:rPr>
              <a:t>ploynomial)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formula</a:t>
            </a:r>
            <a:endParaRPr sz="1100" dirty="0">
              <a:latin typeface="Tahoma"/>
              <a:cs typeface="Tahoma"/>
            </a:endParaRPr>
          </a:p>
          <a:p>
            <a:pPr marL="38100" marR="99060">
              <a:lnSpc>
                <a:spcPct val="102600"/>
              </a:lnSpc>
              <a:spcBef>
                <a:spcPts val="29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closed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points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‘fit’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2.3.2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162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5214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3424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6366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49847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Solving</a:t>
            </a:r>
            <a:r>
              <a:rPr spc="-45" dirty="0"/>
              <a:t> </a:t>
            </a:r>
            <a:r>
              <a:rPr spc="-50" dirty="0"/>
              <a:t>Recurrence</a:t>
            </a:r>
            <a:r>
              <a:rPr spc="-45" dirty="0"/>
              <a:t> </a:t>
            </a:r>
            <a:r>
              <a:rPr spc="-25" dirty="0"/>
              <a:t>Relations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7" y="67082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0050" y="587375"/>
            <a:ext cx="4130040" cy="244919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415925">
              <a:lnSpc>
                <a:spcPct val="102699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recursive</a:t>
            </a:r>
            <a:r>
              <a:rPr sz="1100" spc="-25" dirty="0">
                <a:latin typeface="Tahoma"/>
                <a:cs typeface="Tahoma"/>
              </a:rPr>
              <a:t> definition</a:t>
            </a:r>
            <a:r>
              <a:rPr sz="1100" spc="-20" dirty="0">
                <a:latin typeface="Tahoma"/>
                <a:cs typeface="Tahoma"/>
              </a:rPr>
              <a:t> without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initial conditions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sequence: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5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17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53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161</a:t>
            </a:r>
            <a:r>
              <a:rPr sz="1100" i="1" spc="-4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485</a:t>
            </a:r>
            <a:r>
              <a:rPr sz="1100" i="1" spc="-4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differences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1100" spc="-30" dirty="0">
                <a:latin typeface="Tahoma"/>
                <a:cs typeface="Tahoma"/>
              </a:rPr>
              <a:t>4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12</a:t>
            </a:r>
            <a:r>
              <a:rPr lang="en-US" sz="1100" spc="-45" dirty="0">
                <a:latin typeface="Tahoma"/>
                <a:cs typeface="Tahoma"/>
              </a:rPr>
              <a:t>, </a:t>
            </a:r>
            <a:r>
              <a:rPr sz="1100" spc="-40" dirty="0">
                <a:latin typeface="Tahoma"/>
                <a:cs typeface="Tahoma"/>
              </a:rPr>
              <a:t>36</a:t>
            </a:r>
            <a:r>
              <a:rPr sz="1100" i="1" spc="-40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108</a:t>
            </a:r>
            <a:r>
              <a:rPr sz="1100" i="1" spc="-45" dirty="0">
                <a:latin typeface="Arial"/>
                <a:cs typeface="Arial"/>
              </a:rPr>
              <a:t>,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</a:t>
            </a:r>
            <a:r>
              <a:rPr lang="en-US" sz="1100" spc="-50" dirty="0">
                <a:latin typeface="Tahoma"/>
                <a:cs typeface="Tahoma"/>
              </a:rPr>
              <a:t>m</a:t>
            </a:r>
            <a:r>
              <a:rPr sz="1100" spc="-50" dirty="0">
                <a:latin typeface="Tahoma"/>
                <a:cs typeface="Tahoma"/>
              </a:rPr>
              <a:t>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ratio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</a:t>
            </a:r>
            <a:endParaRPr lang="en-US" sz="1100" spc="-5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lang="en-US" sz="1100" dirty="0">
                <a:latin typeface="Tahoma"/>
                <a:cs typeface="Tahoma"/>
              </a:rPr>
              <a:t>Notice that these are growing by a factor of 3. Is the original sequence as well? 1 · 3=3, 5 · 3=15, 17 · 3=51 and so on. It appears that we always end up with 2 less than the next term.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179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i="1" spc="-30" baseline="-10416" dirty="0">
                <a:latin typeface="Constantia"/>
                <a:cs typeface="Constantia"/>
              </a:rPr>
              <a:t>n</a:t>
            </a:r>
            <a:r>
              <a:rPr sz="1200" spc="-30" baseline="-10416" dirty="0">
                <a:latin typeface="Lucida Sans Unicode"/>
                <a:cs typeface="Lucida Sans Unicode"/>
              </a:rPr>
              <a:t>−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200" spc="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25" dirty="0">
                <a:latin typeface="Tahoma"/>
                <a:cs typeface="Tahoma"/>
              </a:rPr>
              <a:t> condition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75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rebuchet MS"/>
                <a:cs typeface="Trebuchet MS"/>
              </a:rPr>
              <a:t>iteration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used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Starting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iterate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finding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next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term </a:t>
            </a:r>
            <a:r>
              <a:rPr sz="1100" dirty="0">
                <a:latin typeface="Tahoma"/>
                <a:cs typeface="Tahoma"/>
              </a:rPr>
              <a:t>until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32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found.</a:t>
            </a:r>
            <a:r>
              <a:rPr sz="1100" spc="55" dirty="0">
                <a:latin typeface="Tahoma"/>
                <a:cs typeface="Tahoma"/>
              </a:rPr>
              <a:t> </a:t>
            </a:r>
            <a:endParaRPr lang="en-US" sz="1100" spc="55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See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2.4.4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2.4.5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607" y="105293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607" y="143503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3607" y="1645071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606" y="2154795"/>
            <a:ext cx="65265" cy="65265"/>
          </a:xfrm>
          <a:prstGeom prst="rect">
            <a:avLst/>
          </a:prstGeom>
        </p:spPr>
      </p:pic>
      <p:pic>
        <p:nvPicPr>
          <p:cNvPr id="10" name="object 9">
            <a:extLst>
              <a:ext uri="{FF2B5EF4-FFF2-40B4-BE49-F238E27FC236}">
                <a16:creationId xmlns:a16="http://schemas.microsoft.com/office/drawing/2014/main" id="{0AC423BE-718E-41B5-142B-46E5E523D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607" y="2907332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Characteristic</a:t>
            </a:r>
            <a:r>
              <a:rPr spc="-30" dirty="0"/>
              <a:t> </a:t>
            </a:r>
            <a:r>
              <a:rPr spc="-20" dirty="0"/>
              <a:t>Roots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12737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07312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29815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6732" y="529284"/>
            <a:ext cx="3573779" cy="16090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8900" marR="812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200" i="1" spc="127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αa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lang="en-US" sz="1200" baseline="-10416" dirty="0">
                <a:latin typeface="Tahoma"/>
                <a:cs typeface="Tahoma"/>
              </a:rPr>
              <a:t>-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βa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baseline="-10416" dirty="0">
                <a:latin typeface="Lucida Sans Unicode"/>
                <a:cs typeface="Lucida Sans Unicode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104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endParaRPr sz="1100" dirty="0">
              <a:latin typeface="Tahoma"/>
              <a:cs typeface="Tahoma"/>
            </a:endParaRPr>
          </a:p>
          <a:p>
            <a:pPr marL="1751964">
              <a:lnSpc>
                <a:spcPct val="100000"/>
              </a:lnSpc>
              <a:spcBef>
                <a:spcPts val="1130"/>
              </a:spcBef>
            </a:pP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αx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β</a:t>
            </a:r>
            <a:endParaRPr sz="11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  <a:p>
            <a:pPr marL="88900" marR="959485" indent="1536065">
              <a:lnSpc>
                <a:spcPct val="185700"/>
              </a:lnSpc>
            </a:pP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αx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β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recurrence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relation is: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1230" y="2257627"/>
            <a:ext cx="9347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25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ar</a:t>
            </a:r>
            <a:r>
              <a:rPr sz="1200" i="1" baseline="31250" dirty="0">
                <a:latin typeface="Constantia"/>
                <a:cs typeface="Constantia"/>
              </a:rPr>
              <a:t>n</a:t>
            </a:r>
            <a:r>
              <a:rPr sz="1200" i="1" spc="150" baseline="31250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br</a:t>
            </a:r>
            <a:r>
              <a:rPr sz="1200" i="1" spc="-37" baseline="31250" dirty="0">
                <a:latin typeface="Constantia"/>
                <a:cs typeface="Constantia"/>
              </a:rPr>
              <a:t>n</a:t>
            </a:r>
            <a:endParaRPr sz="1200" baseline="3125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1547" y="2329191"/>
            <a:ext cx="4425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5285" algn="l"/>
              </a:tabLst>
            </a:pP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2568878"/>
            <a:ext cx="3599179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Where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65" baseline="-10416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157" baseline="-10416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distinct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constants </a:t>
            </a:r>
            <a:r>
              <a:rPr sz="1100" spc="-45" dirty="0">
                <a:latin typeface="Tahoma"/>
                <a:cs typeface="Tahoma"/>
              </a:rPr>
              <a:t>determined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initial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conditions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2.4.6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303443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Induction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3705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030069"/>
            <a:ext cx="2961005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Mathematical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induction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another</a:t>
            </a:r>
            <a:r>
              <a:rPr sz="1100" spc="-30" dirty="0">
                <a:latin typeface="Tahoma"/>
                <a:cs typeface="Tahoma"/>
              </a:rPr>
              <a:t> proof </a:t>
            </a:r>
            <a:r>
              <a:rPr sz="1100" spc="-40" dirty="0">
                <a:latin typeface="Tahoma"/>
                <a:cs typeface="Tahoma"/>
              </a:rPr>
              <a:t>technique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true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26845"/>
            <a:ext cx="65265" cy="65265"/>
          </a:xfrm>
          <a:prstGeom prst="rect">
            <a:avLst/>
          </a:prstGeom>
        </p:spPr>
      </p:pic>
      <p:grpSp>
        <p:nvGrp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0108" y="1478124"/>
            <a:ext cx="114300" cy="266065"/>
            <a:chOff x="510108" y="1478124"/>
            <a:chExt cx="114300" cy="26606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108" y="1478124"/>
              <a:ext cx="114214" cy="1142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108" y="1629952"/>
              <a:ext cx="114214" cy="11421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4352" y="146519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034" y="1432552"/>
            <a:ext cx="28359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Base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case: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prove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Tahoma"/>
                <a:cs typeface="Tahoma"/>
              </a:rPr>
              <a:t>(0)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true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sz="1000" spc="-40" dirty="0">
                <a:latin typeface="Tahoma"/>
                <a:cs typeface="Tahoma"/>
              </a:rPr>
              <a:t>Inductive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case: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Prove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150" dirty="0">
                <a:latin typeface="Cambria"/>
                <a:cs typeface="Cambria"/>
              </a:rPr>
              <a:t>→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1)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dirty="0">
                <a:latin typeface="Tahoma"/>
                <a:cs typeface="Tahoma"/>
              </a:rPr>
              <a:t> all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spc="220" dirty="0">
                <a:latin typeface="Cambria"/>
                <a:cs typeface="Cambria"/>
              </a:rPr>
              <a:t>≥</a:t>
            </a:r>
            <a:r>
              <a:rPr sz="1000" spc="40" dirty="0">
                <a:latin typeface="Cambria"/>
                <a:cs typeface="Cambria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352" y="161701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65845"/>
            <a:ext cx="65265" cy="6526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1782392"/>
            <a:ext cx="3965575" cy="574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Therefore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induction,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statement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2.5.1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24795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Words>1533</Words>
  <Application>Microsoft Macintosh PowerPoint</Application>
  <PresentationFormat>Custom</PresentationFormat>
  <Paragraphs>128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Cambria</vt:lpstr>
      <vt:lpstr>Cambria Math</vt:lpstr>
      <vt:lpstr>Constantia</vt:lpstr>
      <vt:lpstr>Lucida Sans Unicode</vt:lpstr>
      <vt:lpstr>Tahoma</vt:lpstr>
      <vt:lpstr>Times New Roman</vt:lpstr>
      <vt:lpstr>Trebuchet MS</vt:lpstr>
      <vt:lpstr>Office Theme</vt:lpstr>
      <vt:lpstr>CS5070 Mathematical Structures for Computer Science Sequence</vt:lpstr>
      <vt:lpstr>Sequences (Chapter 2)</vt:lpstr>
      <vt:lpstr>Known Sequences</vt:lpstr>
      <vt:lpstr>Known Sequences</vt:lpstr>
      <vt:lpstr>Closed Formula of Sequences</vt:lpstr>
      <vt:lpstr>Closed Formula of Sequences</vt:lpstr>
      <vt:lpstr>Arithmetic Sequences</vt:lpstr>
      <vt:lpstr>Geometric Sequences</vt:lpstr>
      <vt:lpstr>Sums of Arithmetic and Geometric Sequences</vt:lpstr>
      <vt:lpstr>Sums of Arithmetic and Geometric Sequences</vt:lpstr>
      <vt:lpstr>Sums of Arithmetic and Geometric Sequences</vt:lpstr>
      <vt:lpstr>More Complex Sequences</vt:lpstr>
      <vt:lpstr>Finite Differences</vt:lpstr>
      <vt:lpstr>Solving Recurrence Relations</vt:lpstr>
      <vt:lpstr>Characteristic Roots</vt:lpstr>
      <vt:lpstr>Induction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4</dc:title>
  <dc:creator>José Garrido</dc:creator>
  <cp:lastModifiedBy>Kun Suo</cp:lastModifiedBy>
  <cp:revision>9</cp:revision>
  <dcterms:created xsi:type="dcterms:W3CDTF">2026-04-21T18:12:51Z</dcterms:created>
  <dcterms:modified xsi:type="dcterms:W3CDTF">2026-05-30T16:12:37Z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2022-02-24T00:00:00Z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[18.552000045776367,59.92999267578125,325.92471504211426,6.823440074920654]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[154.05999755859375,77.68998718261719,55.205841064453125,6.823440074920654]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[7]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[12],"coordinatesList":[[10.0,10.0,2.0,2.0]]}]</vt:lpwstr>
  </property>
  <property fmtid="{D5CDD505-2E9C-101B-9397-08002B2CF9AE}" pid="9" name="ReadingOrderVerifiedPages">
    <vt:lpwstr>3,4,7,11,12</vt:lpwstr>
  </property>
</Properties>
</file>
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2EEF9-2248-B046-8856-D77D05DCA0F3}" v="80" dt="2026-05-29T19:40:52.9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1"/>
    <p:restoredTop sz="94645"/>
  </p:normalViewPr>
  <p:slideViewPr>
    <p:cSldViewPr>
      <p:cViewPr varScale="1">
        <p:scale>
          <a:sx n="283" d="100"/>
          <a:sy n="283" d="100"/>
        </p:scale>
        <p:origin x="64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01B90814-4EBE-5562-8795-CE1E7277191D}"/>
    <pc:docChg chg="undo custSel modSld">
      <pc:chgData name="Kun Suo" userId="41c30799-3a2b-4880-86a3-8488be07954a" providerId="ADAL" clId="{01B90814-4EBE-5562-8795-CE1E7277191D}" dt="2026-05-29T19:43:19.052" v="206" actId="207"/>
      <pc:docMkLst>
        <pc:docMk/>
      </pc:docMkLst>
      <pc:sldChg chg="modSp mod">
        <pc:chgData name="Kun Suo" userId="41c30799-3a2b-4880-86a3-8488be07954a" providerId="ADAL" clId="{01B90814-4EBE-5562-8795-CE1E7277191D}" dt="2026-05-28T00:29:21.047" v="0"/>
        <pc:sldMkLst>
          <pc:docMk/>
          <pc:sldMk cId="0" sldId="256"/>
        </pc:sldMkLst>
        <pc:spChg chg="mod">
          <ac:chgData name="Kun Suo" userId="41c30799-3a2b-4880-86a3-8488be07954a" providerId="ADAL" clId="{01B90814-4EBE-5562-8795-CE1E7277191D}" dt="2026-05-28T00:29:21.047" v="0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Kun Suo" userId="41c30799-3a2b-4880-86a3-8488be07954a" providerId="ADAL" clId="{01B90814-4EBE-5562-8795-CE1E7277191D}" dt="2026-05-29T15:26:39.812" v="9" actId="20577"/>
        <pc:sldMkLst>
          <pc:docMk/>
          <pc:sldMk cId="0" sldId="258"/>
        </pc:sldMkLst>
        <pc:spChg chg="mod">
          <ac:chgData name="Kun Suo" userId="41c30799-3a2b-4880-86a3-8488be07954a" providerId="ADAL" clId="{01B90814-4EBE-5562-8795-CE1E7277191D}" dt="2026-05-29T15:26:39.812" v="9" actId="20577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">
        <pc:chgData name="Kun Suo" userId="41c30799-3a2b-4880-86a3-8488be07954a" providerId="ADAL" clId="{01B90814-4EBE-5562-8795-CE1E7277191D}" dt="2026-05-29T19:02:30.200" v="26"/>
        <pc:sldMkLst>
          <pc:docMk/>
          <pc:sldMk cId="0" sldId="259"/>
        </pc:sldMkLst>
        <pc:grpChg chg="del mod">
          <ac:chgData name="Kun Suo" userId="41c30799-3a2b-4880-86a3-8488be07954a" providerId="ADAL" clId="{01B90814-4EBE-5562-8795-CE1E7277191D}" dt="2026-05-29T19:01:57.824" v="17"/>
          <ac:grpSpMkLst>
            <pc:docMk/>
            <pc:sldMk cId="0" sldId="259"/>
            <ac:grpSpMk id="34" creationId="{F3E9F1C6-6EF4-00DC-5E83-BDBC6F7A7A89}"/>
          </ac:grpSpMkLst>
        </pc:grpChg>
        <pc:grpChg chg="del mod">
          <ac:chgData name="Kun Suo" userId="41c30799-3a2b-4880-86a3-8488be07954a" providerId="ADAL" clId="{01B90814-4EBE-5562-8795-CE1E7277191D}" dt="2026-05-29T19:02:30.200" v="23"/>
          <ac:grpSpMkLst>
            <pc:docMk/>
            <pc:sldMk cId="0" sldId="259"/>
            <ac:grpSpMk id="35" creationId="{67B0F6DF-BCDD-4773-5B22-18DD26117961}"/>
          </ac:grpSpMkLst>
        </pc:grpChg>
        <pc:grpChg chg="del mod">
          <ac:chgData name="Kun Suo" userId="41c30799-3a2b-4880-86a3-8488be07954a" providerId="ADAL" clId="{01B90814-4EBE-5562-8795-CE1E7277191D}" dt="2026-05-29T19:01:57.824" v="17"/>
          <ac:grpSpMkLst>
            <pc:docMk/>
            <pc:sldMk cId="0" sldId="259"/>
            <ac:grpSpMk id="36" creationId="{B0BB5F2F-992E-48DD-D435-FD8A0D30E9AD}"/>
          </ac:grpSpMkLst>
        </pc:grpChg>
        <pc:grpChg chg="del mod">
          <ac:chgData name="Kun Suo" userId="41c30799-3a2b-4880-86a3-8488be07954a" providerId="ADAL" clId="{01B90814-4EBE-5562-8795-CE1E7277191D}" dt="2026-05-29T19:02:30.199" v="21"/>
          <ac:grpSpMkLst>
            <pc:docMk/>
            <pc:sldMk cId="0" sldId="259"/>
            <ac:grpSpMk id="37" creationId="{730EC6B1-BBDD-EEC4-3057-A8B172F935C4}"/>
          </ac:grpSpMkLst>
        </pc:grpChg>
        <pc:inkChg chg="add del">
          <ac:chgData name="Kun Suo" userId="41c30799-3a2b-4880-86a3-8488be07954a" providerId="ADAL" clId="{01B90814-4EBE-5562-8795-CE1E7277191D}" dt="2026-05-29T19:02:30.200" v="25"/>
          <ac:inkMkLst>
            <pc:docMk/>
            <pc:sldMk cId="0" sldId="259"/>
            <ac:inkMk id="27" creationId="{5D574E0E-82A8-7001-2B70-525F8EEA9594}"/>
          </ac:inkMkLst>
        </pc:inkChg>
        <pc:inkChg chg="add del mod">
          <ac:chgData name="Kun Suo" userId="41c30799-3a2b-4880-86a3-8488be07954a" providerId="ADAL" clId="{01B90814-4EBE-5562-8795-CE1E7277191D}" dt="2026-05-29T19:02:30.199" v="21"/>
          <ac:inkMkLst>
            <pc:docMk/>
            <pc:sldMk cId="0" sldId="259"/>
            <ac:inkMk id="28" creationId="{B8A1806A-BD32-0337-D9EA-2784E5E526AB}"/>
          </ac:inkMkLst>
        </pc:inkChg>
        <pc:inkChg chg="add del mod">
          <ac:chgData name="Kun Suo" userId="41c30799-3a2b-4880-86a3-8488be07954a" providerId="ADAL" clId="{01B90814-4EBE-5562-8795-CE1E7277191D}" dt="2026-05-29T19:02:30.199" v="20"/>
          <ac:inkMkLst>
            <pc:docMk/>
            <pc:sldMk cId="0" sldId="259"/>
            <ac:inkMk id="29" creationId="{63582F19-6955-6AC0-A57C-739EC3BB21E9}"/>
          </ac:inkMkLst>
        </pc:inkChg>
        <pc:inkChg chg="add del mod">
          <ac:chgData name="Kun Suo" userId="41c30799-3a2b-4880-86a3-8488be07954a" providerId="ADAL" clId="{01B90814-4EBE-5562-8795-CE1E7277191D}" dt="2026-05-29T19:02:30.199" v="22"/>
          <ac:inkMkLst>
            <pc:docMk/>
            <pc:sldMk cId="0" sldId="259"/>
            <ac:inkMk id="30" creationId="{9C155CC6-3049-A93A-8633-28EA7282A0C6}"/>
          </ac:inkMkLst>
        </pc:inkChg>
        <pc:inkChg chg="add del mod">
          <ac:chgData name="Kun Suo" userId="41c30799-3a2b-4880-86a3-8488be07954a" providerId="ADAL" clId="{01B90814-4EBE-5562-8795-CE1E7277191D}" dt="2026-05-29T19:02:30.200" v="24"/>
          <ac:inkMkLst>
            <pc:docMk/>
            <pc:sldMk cId="0" sldId="259"/>
            <ac:inkMk id="31" creationId="{DE8DBEF8-BA06-30EB-54E5-C4E564B1A756}"/>
          </ac:inkMkLst>
        </pc:inkChg>
        <pc:inkChg chg="add del mod">
          <ac:chgData name="Kun Suo" userId="41c30799-3a2b-4880-86a3-8488be07954a" providerId="ADAL" clId="{01B90814-4EBE-5562-8795-CE1E7277191D}" dt="2026-05-29T19:02:30.200" v="23"/>
          <ac:inkMkLst>
            <pc:docMk/>
            <pc:sldMk cId="0" sldId="259"/>
            <ac:inkMk id="32" creationId="{9A34F18D-C0D4-D2AE-D267-2BFFE5850244}"/>
          </ac:inkMkLst>
        </pc:inkChg>
        <pc:inkChg chg="add del mod">
          <ac:chgData name="Kun Suo" userId="41c30799-3a2b-4880-86a3-8488be07954a" providerId="ADAL" clId="{01B90814-4EBE-5562-8795-CE1E7277191D}" dt="2026-05-29T19:02:30.198" v="19"/>
          <ac:inkMkLst>
            <pc:docMk/>
            <pc:sldMk cId="0" sldId="259"/>
            <ac:inkMk id="33" creationId="{C177C74D-D0D1-78C4-BF45-A4083B5850D2}"/>
          </ac:inkMkLst>
        </pc:inkChg>
        <pc:inkChg chg="add del">
          <ac:chgData name="Kun Suo" userId="41c30799-3a2b-4880-86a3-8488be07954a" providerId="ADAL" clId="{01B90814-4EBE-5562-8795-CE1E7277191D}" dt="2026-05-29T19:02:30.200" v="26"/>
          <ac:inkMkLst>
            <pc:docMk/>
            <pc:sldMk cId="0" sldId="259"/>
            <ac:inkMk id="38" creationId="{56055BD8-8060-E910-2651-B9FD91580BE2}"/>
          </ac:inkMkLst>
        </pc:inkChg>
      </pc:sldChg>
      <pc:sldChg chg="modSp mod">
        <pc:chgData name="Kun Suo" userId="41c30799-3a2b-4880-86a3-8488be07954a" providerId="ADAL" clId="{01B90814-4EBE-5562-8795-CE1E7277191D}" dt="2026-05-29T19:05:45.228" v="65" actId="20577"/>
        <pc:sldMkLst>
          <pc:docMk/>
          <pc:sldMk cId="0" sldId="261"/>
        </pc:sldMkLst>
        <pc:spChg chg="mod">
          <ac:chgData name="Kun Suo" userId="41c30799-3a2b-4880-86a3-8488be07954a" providerId="ADAL" clId="{01B90814-4EBE-5562-8795-CE1E7277191D}" dt="2026-05-29T19:05:45.228" v="65" actId="20577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Kun Suo" userId="41c30799-3a2b-4880-86a3-8488be07954a" providerId="ADAL" clId="{01B90814-4EBE-5562-8795-CE1E7277191D}" dt="2026-05-29T19:34:47.854" v="134"/>
        <pc:sldMkLst>
          <pc:docMk/>
          <pc:sldMk cId="0" sldId="266"/>
        </pc:sldMkLst>
        <pc:spChg chg="mod">
          <ac:chgData name="Kun Suo" userId="41c30799-3a2b-4880-86a3-8488be07954a" providerId="ADAL" clId="{01B90814-4EBE-5562-8795-CE1E7277191D}" dt="2026-05-29T19:23:50.809" v="93" actId="20577"/>
          <ac:spMkLst>
            <pc:docMk/>
            <pc:sldMk cId="0" sldId="266"/>
            <ac:spMk id="13" creationId="{00000000-0000-0000-0000-000000000000}"/>
          </ac:spMkLst>
        </pc:spChg>
        <pc:grpChg chg="del mod">
          <ac:chgData name="Kun Suo" userId="41c30799-3a2b-4880-86a3-8488be07954a" providerId="ADAL" clId="{01B90814-4EBE-5562-8795-CE1E7277191D}" dt="2026-05-29T19:34:07.689" v="113"/>
          <ac:grpSpMkLst>
            <pc:docMk/>
            <pc:sldMk cId="0" sldId="266"/>
            <ac:grpSpMk id="31" creationId="{9F3F0FF9-F4DF-323F-6D8C-D641256C3F4A}"/>
          </ac:grpSpMkLst>
        </pc:grpChg>
        <pc:grpChg chg="del mod">
          <ac:chgData name="Kun Suo" userId="41c30799-3a2b-4880-86a3-8488be07954a" providerId="ADAL" clId="{01B90814-4EBE-5562-8795-CE1E7277191D}" dt="2026-05-29T19:34:47.852" v="126"/>
          <ac:grpSpMkLst>
            <pc:docMk/>
            <pc:sldMk cId="0" sldId="266"/>
            <ac:grpSpMk id="32" creationId="{AEF4041B-8F5E-8FCF-9644-805D564CAF70}"/>
          </ac:grpSpMkLst>
        </pc:grpChg>
        <pc:grpChg chg="del mod">
          <ac:chgData name="Kun Suo" userId="41c30799-3a2b-4880-86a3-8488be07954a" providerId="ADAL" clId="{01B90814-4EBE-5562-8795-CE1E7277191D}" dt="2026-05-29T19:34:32.426" v="120"/>
          <ac:grpSpMkLst>
            <pc:docMk/>
            <pc:sldMk cId="0" sldId="266"/>
            <ac:grpSpMk id="39" creationId="{38411A0E-D97C-5F1D-8CC3-E92DD77A1815}"/>
          </ac:grpSpMkLst>
        </pc:grpChg>
        <pc:grpChg chg="del mod">
          <ac:chgData name="Kun Suo" userId="41c30799-3a2b-4880-86a3-8488be07954a" providerId="ADAL" clId="{01B90814-4EBE-5562-8795-CE1E7277191D}" dt="2026-05-29T19:34:47.851" v="123"/>
          <ac:grpSpMkLst>
            <pc:docMk/>
            <pc:sldMk cId="0" sldId="266"/>
            <ac:grpSpMk id="40" creationId="{A177B866-629B-1E4D-A142-BD070352D2B4}"/>
          </ac:grpSpMkLst>
        </pc:grpChg>
        <pc:picChg chg="add mod modCrop">
          <ac:chgData name="Kun Suo" userId="41c30799-3a2b-4880-86a3-8488be07954a" providerId="ADAL" clId="{01B90814-4EBE-5562-8795-CE1E7277191D}" dt="2026-05-29T19:19:38.380" v="72" actId="1076"/>
          <ac:picMkLst>
            <pc:docMk/>
            <pc:sldMk cId="0" sldId="266"/>
            <ac:picMk id="18" creationId="{39491A1D-F489-7D62-9DDD-2BF42DB3230A}"/>
          </ac:picMkLst>
        </pc:picChg>
        <pc:inkChg chg="add del">
          <ac:chgData name="Kun Suo" userId="41c30799-3a2b-4880-86a3-8488be07954a" providerId="ADAL" clId="{01B90814-4EBE-5562-8795-CE1E7277191D}" dt="2026-05-29T19:23:42.540" v="79"/>
          <ac:inkMkLst>
            <pc:docMk/>
            <pc:sldMk cId="0" sldId="266"/>
            <ac:inkMk id="19" creationId="{580A325F-0943-3E88-DC4F-CAF303609A11}"/>
          </ac:inkMkLst>
        </pc:inkChg>
        <pc:inkChg chg="add del">
          <ac:chgData name="Kun Suo" userId="41c30799-3a2b-4880-86a3-8488be07954a" providerId="ADAL" clId="{01B90814-4EBE-5562-8795-CE1E7277191D}" dt="2026-05-29T19:23:42.541" v="80"/>
          <ac:inkMkLst>
            <pc:docMk/>
            <pc:sldMk cId="0" sldId="266"/>
            <ac:inkMk id="20" creationId="{AC3AA888-20C3-84F6-13CF-8DC99971EF5E}"/>
          </ac:inkMkLst>
        </pc:inkChg>
        <pc:inkChg chg="add del">
          <ac:chgData name="Kun Suo" userId="41c30799-3a2b-4880-86a3-8488be07954a" providerId="ADAL" clId="{01B90814-4EBE-5562-8795-CE1E7277191D}" dt="2026-05-29T19:23:42.540" v="78"/>
          <ac:inkMkLst>
            <pc:docMk/>
            <pc:sldMk cId="0" sldId="266"/>
            <ac:inkMk id="21" creationId="{1CA35249-5331-3575-876C-7005CE179EC3}"/>
          </ac:inkMkLst>
        </pc:inkChg>
        <pc:inkChg chg="add del">
          <ac:chgData name="Kun Suo" userId="41c30799-3a2b-4880-86a3-8488be07954a" providerId="ADAL" clId="{01B90814-4EBE-5562-8795-CE1E7277191D}" dt="2026-05-29T19:23:42.538" v="77"/>
          <ac:inkMkLst>
            <pc:docMk/>
            <pc:sldMk cId="0" sldId="266"/>
            <ac:inkMk id="22" creationId="{190B46A2-DC43-CA5F-A99F-2D6054348E26}"/>
          </ac:inkMkLst>
        </pc:inkChg>
        <pc:inkChg chg="add del">
          <ac:chgData name="Kun Suo" userId="41c30799-3a2b-4880-86a3-8488be07954a" providerId="ADAL" clId="{01B90814-4EBE-5562-8795-CE1E7277191D}" dt="2026-05-29T19:34:47.854" v="132"/>
          <ac:inkMkLst>
            <pc:docMk/>
            <pc:sldMk cId="0" sldId="266"/>
            <ac:inkMk id="23" creationId="{0A36D92D-C29D-02E2-D99B-8194C88EF90D}"/>
          </ac:inkMkLst>
        </pc:inkChg>
        <pc:inkChg chg="add del">
          <ac:chgData name="Kun Suo" userId="41c30799-3a2b-4880-86a3-8488be07954a" providerId="ADAL" clId="{01B90814-4EBE-5562-8795-CE1E7277191D}" dt="2026-05-29T19:34:47.854" v="133"/>
          <ac:inkMkLst>
            <pc:docMk/>
            <pc:sldMk cId="0" sldId="266"/>
            <ac:inkMk id="24" creationId="{EE5FE367-DCA2-159D-0C7E-3E54CDDA8FE9}"/>
          </ac:inkMkLst>
        </pc:inkChg>
        <pc:inkChg chg="add del">
          <ac:chgData name="Kun Suo" userId="41c30799-3a2b-4880-86a3-8488be07954a" providerId="ADAL" clId="{01B90814-4EBE-5562-8795-CE1E7277191D}" dt="2026-05-29T19:34:47.851" v="124"/>
          <ac:inkMkLst>
            <pc:docMk/>
            <pc:sldMk cId="0" sldId="266"/>
            <ac:inkMk id="25" creationId="{FCEEAC01-FEBE-C2F8-7E03-9CBCB69CEE05}"/>
          </ac:inkMkLst>
        </pc:inkChg>
        <pc:inkChg chg="add del">
          <ac:chgData name="Kun Suo" userId="41c30799-3a2b-4880-86a3-8488be07954a" providerId="ADAL" clId="{01B90814-4EBE-5562-8795-CE1E7277191D}" dt="2026-05-29T19:34:47.850" v="122"/>
          <ac:inkMkLst>
            <pc:docMk/>
            <pc:sldMk cId="0" sldId="266"/>
            <ac:inkMk id="26" creationId="{C21B7E08-1683-AADA-A7AA-DECD2D6164C8}"/>
          </ac:inkMkLst>
        </pc:inkChg>
        <pc:inkChg chg="add del">
          <ac:chgData name="Kun Suo" userId="41c30799-3a2b-4880-86a3-8488be07954a" providerId="ADAL" clId="{01B90814-4EBE-5562-8795-CE1E7277191D}" dt="2026-05-29T19:34:47.854" v="134"/>
          <ac:inkMkLst>
            <pc:docMk/>
            <pc:sldMk cId="0" sldId="266"/>
            <ac:inkMk id="27" creationId="{0CC9DF54-D833-1A27-C55A-7E7298C3F5DA}"/>
          </ac:inkMkLst>
        </pc:inkChg>
        <pc:inkChg chg="add del">
          <ac:chgData name="Kun Suo" userId="41c30799-3a2b-4880-86a3-8488be07954a" providerId="ADAL" clId="{01B90814-4EBE-5562-8795-CE1E7277191D}" dt="2026-05-29T19:34:47.851" v="125"/>
          <ac:inkMkLst>
            <pc:docMk/>
            <pc:sldMk cId="0" sldId="266"/>
            <ac:inkMk id="28" creationId="{76AA6577-21F9-728A-8C1D-4A35882E1493}"/>
          </ac:inkMkLst>
        </pc:inkChg>
        <pc:inkChg chg="add del mod">
          <ac:chgData name="Kun Suo" userId="41c30799-3a2b-4880-86a3-8488be07954a" providerId="ADAL" clId="{01B90814-4EBE-5562-8795-CE1E7277191D}" dt="2026-05-29T19:34:47.852" v="126"/>
          <ac:inkMkLst>
            <pc:docMk/>
            <pc:sldMk cId="0" sldId="266"/>
            <ac:inkMk id="29" creationId="{687DF1AF-B29E-4C94-D452-383539230E13}"/>
          </ac:inkMkLst>
        </pc:inkChg>
        <pc:inkChg chg="add del mod">
          <ac:chgData name="Kun Suo" userId="41c30799-3a2b-4880-86a3-8488be07954a" providerId="ADAL" clId="{01B90814-4EBE-5562-8795-CE1E7277191D}" dt="2026-05-29T19:34:47.852" v="127"/>
          <ac:inkMkLst>
            <pc:docMk/>
            <pc:sldMk cId="0" sldId="266"/>
            <ac:inkMk id="30" creationId="{BF0F1B7D-762C-0AE6-C948-6CD5843E2111}"/>
          </ac:inkMkLst>
        </pc:inkChg>
        <pc:inkChg chg="add del">
          <ac:chgData name="Kun Suo" userId="41c30799-3a2b-4880-86a3-8488be07954a" providerId="ADAL" clId="{01B90814-4EBE-5562-8795-CE1E7277191D}" dt="2026-05-29T19:34:47.852" v="129"/>
          <ac:inkMkLst>
            <pc:docMk/>
            <pc:sldMk cId="0" sldId="266"/>
            <ac:inkMk id="33" creationId="{C0AAE1A0-4983-914D-C5FF-268A88B5808A}"/>
          </ac:inkMkLst>
        </pc:inkChg>
        <pc:inkChg chg="add del">
          <ac:chgData name="Kun Suo" userId="41c30799-3a2b-4880-86a3-8488be07954a" providerId="ADAL" clId="{01B90814-4EBE-5562-8795-CE1E7277191D}" dt="2026-05-29T19:34:47.852" v="128"/>
          <ac:inkMkLst>
            <pc:docMk/>
            <pc:sldMk cId="0" sldId="266"/>
            <ac:inkMk id="34" creationId="{E332D610-8159-34BE-47CA-1A53A7824B17}"/>
          </ac:inkMkLst>
        </pc:inkChg>
        <pc:inkChg chg="add del">
          <ac:chgData name="Kun Suo" userId="41c30799-3a2b-4880-86a3-8488be07954a" providerId="ADAL" clId="{01B90814-4EBE-5562-8795-CE1E7277191D}" dt="2026-05-29T19:34:47.853" v="130"/>
          <ac:inkMkLst>
            <pc:docMk/>
            <pc:sldMk cId="0" sldId="266"/>
            <ac:inkMk id="35" creationId="{229607F8-5921-1C36-9508-CF3126CB31AB}"/>
          </ac:inkMkLst>
        </pc:inkChg>
        <pc:inkChg chg="add del">
          <ac:chgData name="Kun Suo" userId="41c30799-3a2b-4880-86a3-8488be07954a" providerId="ADAL" clId="{01B90814-4EBE-5562-8795-CE1E7277191D}" dt="2026-05-29T19:34:47.850" v="121"/>
          <ac:inkMkLst>
            <pc:docMk/>
            <pc:sldMk cId="0" sldId="266"/>
            <ac:inkMk id="36" creationId="{1A522221-A4E9-FD75-B257-FE3B92203360}"/>
          </ac:inkMkLst>
        </pc:inkChg>
        <pc:inkChg chg="add del mod">
          <ac:chgData name="Kun Suo" userId="41c30799-3a2b-4880-86a3-8488be07954a" providerId="ADAL" clId="{01B90814-4EBE-5562-8795-CE1E7277191D}" dt="2026-05-29T19:34:47.851" v="123"/>
          <ac:inkMkLst>
            <pc:docMk/>
            <pc:sldMk cId="0" sldId="266"/>
            <ac:inkMk id="37" creationId="{5254E084-D94D-64B5-457C-F4345A76B48C}"/>
          </ac:inkMkLst>
        </pc:inkChg>
        <pc:inkChg chg="add del mod">
          <ac:chgData name="Kun Suo" userId="41c30799-3a2b-4880-86a3-8488be07954a" providerId="ADAL" clId="{01B90814-4EBE-5562-8795-CE1E7277191D}" dt="2026-05-29T19:34:47.853" v="131"/>
          <ac:inkMkLst>
            <pc:docMk/>
            <pc:sldMk cId="0" sldId="266"/>
            <ac:inkMk id="38" creationId="{AF7AB50E-8E5B-E4F2-5C39-D63826967D94}"/>
          </ac:inkMkLst>
        </pc:inkChg>
      </pc:sldChg>
      <pc:sldChg chg="addSp delSp modSp mod">
        <pc:chgData name="Kun Suo" userId="41c30799-3a2b-4880-86a3-8488be07954a" providerId="ADAL" clId="{01B90814-4EBE-5562-8795-CE1E7277191D}" dt="2026-05-29T19:37:55.727" v="164"/>
        <pc:sldMkLst>
          <pc:docMk/>
          <pc:sldMk cId="0" sldId="267"/>
        </pc:sldMkLst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Kun Suo" userId="41c30799-3a2b-4880-86a3-8488be07954a" providerId="ADAL" clId="{01B90814-4EBE-5562-8795-CE1E7277191D}" dt="2026-05-29T19:26:10.887" v="99" actId="1076"/>
          <ac:spMkLst>
            <pc:docMk/>
            <pc:sldMk cId="0" sldId="267"/>
            <ac:spMk id="29" creationId="{00000000-0000-0000-0000-000000000000}"/>
          </ac:spMkLst>
        </pc:spChg>
        <pc:grpChg chg="del mod">
          <ac:chgData name="Kun Suo" userId="41c30799-3a2b-4880-86a3-8488be07954a" providerId="ADAL" clId="{01B90814-4EBE-5562-8795-CE1E7277191D}" dt="2026-05-29T19:37:21.263" v="137"/>
          <ac:grpSpMkLst>
            <pc:docMk/>
            <pc:sldMk cId="0" sldId="267"/>
            <ac:grpSpMk id="33" creationId="{4205121B-5CD2-DD2E-4658-7DA534D87C1B}"/>
          </ac:grpSpMkLst>
        </pc:grpChg>
        <pc:grpChg chg="del mod">
          <ac:chgData name="Kun Suo" userId="41c30799-3a2b-4880-86a3-8488be07954a" providerId="ADAL" clId="{01B90814-4EBE-5562-8795-CE1E7277191D}" dt="2026-05-29T19:37:55.725" v="154"/>
          <ac:grpSpMkLst>
            <pc:docMk/>
            <pc:sldMk cId="0" sldId="267"/>
            <ac:grpSpMk id="34" creationId="{825605DC-CF63-8401-100D-99A67BCD2D0F}"/>
          </ac:grpSpMkLst>
        </pc:grpChg>
        <pc:grpChg chg="del mod">
          <ac:chgData name="Kun Suo" userId="41c30799-3a2b-4880-86a3-8488be07954a" providerId="ADAL" clId="{01B90814-4EBE-5562-8795-CE1E7277191D}" dt="2026-05-29T19:37:26.487" v="140"/>
          <ac:grpSpMkLst>
            <pc:docMk/>
            <pc:sldMk cId="0" sldId="267"/>
            <ac:grpSpMk id="37" creationId="{40E12E30-C602-5766-0185-2EE4EE64AA40}"/>
          </ac:grpSpMkLst>
        </pc:grpChg>
        <pc:grpChg chg="del mod">
          <ac:chgData name="Kun Suo" userId="41c30799-3a2b-4880-86a3-8488be07954a" providerId="ADAL" clId="{01B90814-4EBE-5562-8795-CE1E7277191D}" dt="2026-05-29T19:37:35.651" v="142"/>
          <ac:grpSpMkLst>
            <pc:docMk/>
            <pc:sldMk cId="0" sldId="267"/>
            <ac:grpSpMk id="38" creationId="{1383B64A-0682-B337-DBFB-C2750652A4E1}"/>
          </ac:grpSpMkLst>
        </pc:grpChg>
        <pc:grpChg chg="del mod">
          <ac:chgData name="Kun Suo" userId="41c30799-3a2b-4880-86a3-8488be07954a" providerId="ADAL" clId="{01B90814-4EBE-5562-8795-CE1E7277191D}" dt="2026-05-29T19:37:35.651" v="142"/>
          <ac:grpSpMkLst>
            <pc:docMk/>
            <pc:sldMk cId="0" sldId="267"/>
            <ac:grpSpMk id="40" creationId="{F608310B-57CD-B6E0-5B3E-5FB8518634E2}"/>
          </ac:grpSpMkLst>
        </pc:grpChg>
        <pc:grpChg chg="del mod">
          <ac:chgData name="Kun Suo" userId="41c30799-3a2b-4880-86a3-8488be07954a" providerId="ADAL" clId="{01B90814-4EBE-5562-8795-CE1E7277191D}" dt="2026-05-29T19:37:36.635" v="144"/>
          <ac:grpSpMkLst>
            <pc:docMk/>
            <pc:sldMk cId="0" sldId="267"/>
            <ac:grpSpMk id="41" creationId="{02FA590B-E11C-0F4A-A228-9FFC1E509E36}"/>
          </ac:grpSpMkLst>
        </pc:grpChg>
        <pc:grpChg chg="del mod">
          <ac:chgData name="Kun Suo" userId="41c30799-3a2b-4880-86a3-8488be07954a" providerId="ADAL" clId="{01B90814-4EBE-5562-8795-CE1E7277191D}" dt="2026-05-29T19:37:36.635" v="144"/>
          <ac:grpSpMkLst>
            <pc:docMk/>
            <pc:sldMk cId="0" sldId="267"/>
            <ac:grpSpMk id="43" creationId="{5C786222-7E31-3C9C-9949-319681B6B2B0}"/>
          </ac:grpSpMkLst>
        </pc:grpChg>
        <pc:grpChg chg="del mod">
          <ac:chgData name="Kun Suo" userId="41c30799-3a2b-4880-86a3-8488be07954a" providerId="ADAL" clId="{01B90814-4EBE-5562-8795-CE1E7277191D}" dt="2026-05-29T19:37:50.836" v="152"/>
          <ac:grpSpMkLst>
            <pc:docMk/>
            <pc:sldMk cId="0" sldId="267"/>
            <ac:grpSpMk id="44" creationId="{453F29D7-C535-9BCE-7D0B-8C54F6504553}"/>
          </ac:grpSpMkLst>
        </pc:grpChg>
        <pc:grpChg chg="del mod">
          <ac:chgData name="Kun Suo" userId="41c30799-3a2b-4880-86a3-8488be07954a" providerId="ADAL" clId="{01B90814-4EBE-5562-8795-CE1E7277191D}" dt="2026-05-29T19:37:47.585" v="149"/>
          <ac:grpSpMkLst>
            <pc:docMk/>
            <pc:sldMk cId="0" sldId="267"/>
            <ac:grpSpMk id="49" creationId="{5B96D2C1-AF26-3106-81AB-6CDFB2201038}"/>
          </ac:grpSpMkLst>
        </pc:grpChg>
        <pc:grpChg chg="del mod">
          <ac:chgData name="Kun Suo" userId="41c30799-3a2b-4880-86a3-8488be07954a" providerId="ADAL" clId="{01B90814-4EBE-5562-8795-CE1E7277191D}" dt="2026-05-29T19:37:50.836" v="152"/>
          <ac:grpSpMkLst>
            <pc:docMk/>
            <pc:sldMk cId="0" sldId="267"/>
            <ac:grpSpMk id="50" creationId="{A241B713-FD55-C76F-3483-86B33857747A}"/>
          </ac:grpSpMkLst>
        </pc:grpChg>
        <pc:grpChg chg="del mod">
          <ac:chgData name="Kun Suo" userId="41c30799-3a2b-4880-86a3-8488be07954a" providerId="ADAL" clId="{01B90814-4EBE-5562-8795-CE1E7277191D}" dt="2026-05-29T19:37:50.836" v="152"/>
          <ac:grpSpMkLst>
            <pc:docMk/>
            <pc:sldMk cId="0" sldId="267"/>
            <ac:grpSpMk id="53" creationId="{BA38570B-1441-22D4-2336-FFD407768038}"/>
          </ac:grpSpMkLst>
        </pc:grpChg>
        <pc:grpChg chg="del mod">
          <ac:chgData name="Kun Suo" userId="41c30799-3a2b-4880-86a3-8488be07954a" providerId="ADAL" clId="{01B90814-4EBE-5562-8795-CE1E7277191D}" dt="2026-05-29T19:37:55.727" v="163"/>
          <ac:grpSpMkLst>
            <pc:docMk/>
            <pc:sldMk cId="0" sldId="267"/>
            <ac:grpSpMk id="54" creationId="{6849D803-2568-398F-8025-FFBF72B2DAE8}"/>
          </ac:grpSpMkLst>
        </pc:grpChg>
        <pc:picChg chg="add mod">
          <ac:chgData name="Kun Suo" userId="41c30799-3a2b-4880-86a3-8488be07954a" providerId="ADAL" clId="{01B90814-4EBE-5562-8795-CE1E7277191D}" dt="2026-05-29T19:26:13.455" v="100" actId="1076"/>
          <ac:picMkLst>
            <pc:docMk/>
            <pc:sldMk cId="0" sldId="267"/>
            <ac:picMk id="1026" creationId="{7628A778-188E-AEC1-F098-41CA81311B67}"/>
          </ac:picMkLst>
        </pc:picChg>
        <pc:picChg chg="add mod">
          <ac:chgData name="Kun Suo" userId="41c30799-3a2b-4880-86a3-8488be07954a" providerId="ADAL" clId="{01B90814-4EBE-5562-8795-CE1E7277191D}" dt="2026-05-29T19:26:37.632" v="104" actId="14100"/>
          <ac:picMkLst>
            <pc:docMk/>
            <pc:sldMk cId="0" sldId="267"/>
            <ac:picMk id="1028" creationId="{4F07ADB4-FC63-F659-54B5-4B45592B50B8}"/>
          </ac:picMkLst>
        </pc:picChg>
        <pc:inkChg chg="add del mod">
          <ac:chgData name="Kun Suo" userId="41c30799-3a2b-4880-86a3-8488be07954a" providerId="ADAL" clId="{01B90814-4EBE-5562-8795-CE1E7277191D}" dt="2026-05-29T19:37:55.726" v="159"/>
          <ac:inkMkLst>
            <pc:docMk/>
            <pc:sldMk cId="0" sldId="267"/>
            <ac:inkMk id="31" creationId="{016EAEF4-3F24-B79C-11B2-1D763E113D1D}"/>
          </ac:inkMkLst>
        </pc:inkChg>
        <pc:inkChg chg="add del mod">
          <ac:chgData name="Kun Suo" userId="41c30799-3a2b-4880-86a3-8488be07954a" providerId="ADAL" clId="{01B90814-4EBE-5562-8795-CE1E7277191D}" dt="2026-05-29T19:37:55.725" v="154"/>
          <ac:inkMkLst>
            <pc:docMk/>
            <pc:sldMk cId="0" sldId="267"/>
            <ac:inkMk id="32" creationId="{46107C30-6598-10A3-7018-C2316441A8EA}"/>
          </ac:inkMkLst>
        </pc:inkChg>
        <pc:inkChg chg="add del mod">
          <ac:chgData name="Kun Suo" userId="41c30799-3a2b-4880-86a3-8488be07954a" providerId="ADAL" clId="{01B90814-4EBE-5562-8795-CE1E7277191D}" dt="2026-05-29T19:37:55.725" v="156"/>
          <ac:inkMkLst>
            <pc:docMk/>
            <pc:sldMk cId="0" sldId="267"/>
            <ac:inkMk id="35" creationId="{77711FA3-F259-B4A8-011E-B2DAE4834BA6}"/>
          </ac:inkMkLst>
        </pc:inkChg>
        <pc:inkChg chg="add del mod">
          <ac:chgData name="Kun Suo" userId="41c30799-3a2b-4880-86a3-8488be07954a" providerId="ADAL" clId="{01B90814-4EBE-5562-8795-CE1E7277191D}" dt="2026-05-29T19:37:55.726" v="157"/>
          <ac:inkMkLst>
            <pc:docMk/>
            <pc:sldMk cId="0" sldId="267"/>
            <ac:inkMk id="36" creationId="{D733AA0E-826F-4F48-3A79-293778B48C6F}"/>
          </ac:inkMkLst>
        </pc:inkChg>
        <pc:inkChg chg="add del mod">
          <ac:chgData name="Kun Suo" userId="41c30799-3a2b-4880-86a3-8488be07954a" providerId="ADAL" clId="{01B90814-4EBE-5562-8795-CE1E7277191D}" dt="2026-05-29T19:37:55.726" v="160"/>
          <ac:inkMkLst>
            <pc:docMk/>
            <pc:sldMk cId="0" sldId="267"/>
            <ac:inkMk id="39" creationId="{AA3E4F8B-3895-F953-9365-E593711EA63F}"/>
          </ac:inkMkLst>
        </pc:inkChg>
        <pc:inkChg chg="add del mod">
          <ac:chgData name="Kun Suo" userId="41c30799-3a2b-4880-86a3-8488be07954a" providerId="ADAL" clId="{01B90814-4EBE-5562-8795-CE1E7277191D}" dt="2026-05-29T19:37:55.727" v="163"/>
          <ac:inkMkLst>
            <pc:docMk/>
            <pc:sldMk cId="0" sldId="267"/>
            <ac:inkMk id="42" creationId="{048490B7-5303-6BCE-A24D-2F11A9D88DF6}"/>
          </ac:inkMkLst>
        </pc:inkChg>
        <pc:inkChg chg="add del mod">
          <ac:chgData name="Kun Suo" userId="41c30799-3a2b-4880-86a3-8488be07954a" providerId="ADAL" clId="{01B90814-4EBE-5562-8795-CE1E7277191D}" dt="2026-05-29T19:37:55.725" v="155"/>
          <ac:inkMkLst>
            <pc:docMk/>
            <pc:sldMk cId="0" sldId="267"/>
            <ac:inkMk id="45" creationId="{A3770AA6-BAAA-371A-7DB1-33BFBF7549E9}"/>
          </ac:inkMkLst>
        </pc:inkChg>
        <pc:inkChg chg="add del">
          <ac:chgData name="Kun Suo" userId="41c30799-3a2b-4880-86a3-8488be07954a" providerId="ADAL" clId="{01B90814-4EBE-5562-8795-CE1E7277191D}" dt="2026-05-29T19:37:55.726" v="158"/>
          <ac:inkMkLst>
            <pc:docMk/>
            <pc:sldMk cId="0" sldId="267"/>
            <ac:inkMk id="46" creationId="{0FC6046F-6F73-55C0-BE04-ED8FD41F3552}"/>
          </ac:inkMkLst>
        </pc:inkChg>
        <pc:inkChg chg="add del mod">
          <ac:chgData name="Kun Suo" userId="41c30799-3a2b-4880-86a3-8488be07954a" providerId="ADAL" clId="{01B90814-4EBE-5562-8795-CE1E7277191D}" dt="2026-05-29T19:37:55.726" v="162"/>
          <ac:inkMkLst>
            <pc:docMk/>
            <pc:sldMk cId="0" sldId="267"/>
            <ac:inkMk id="47" creationId="{981DB219-0A90-8DCF-3282-579F8E56BBCD}"/>
          </ac:inkMkLst>
        </pc:inkChg>
        <pc:inkChg chg="add del mod">
          <ac:chgData name="Kun Suo" userId="41c30799-3a2b-4880-86a3-8488be07954a" providerId="ADAL" clId="{01B90814-4EBE-5562-8795-CE1E7277191D}" dt="2026-05-29T19:37:55.727" v="164"/>
          <ac:inkMkLst>
            <pc:docMk/>
            <pc:sldMk cId="0" sldId="267"/>
            <ac:inkMk id="48" creationId="{2CB59A30-9E3A-122F-5BD9-161C9E702671}"/>
          </ac:inkMkLst>
        </pc:inkChg>
        <pc:inkChg chg="add del mod">
          <ac:chgData name="Kun Suo" userId="41c30799-3a2b-4880-86a3-8488be07954a" providerId="ADAL" clId="{01B90814-4EBE-5562-8795-CE1E7277191D}" dt="2026-05-29T19:37:55.724" v="153"/>
          <ac:inkMkLst>
            <pc:docMk/>
            <pc:sldMk cId="0" sldId="267"/>
            <ac:inkMk id="51" creationId="{03D89556-D85E-A2C2-B087-24F55BA15ACB}"/>
          </ac:inkMkLst>
        </pc:inkChg>
        <pc:inkChg chg="add del mod">
          <ac:chgData name="Kun Suo" userId="41c30799-3a2b-4880-86a3-8488be07954a" providerId="ADAL" clId="{01B90814-4EBE-5562-8795-CE1E7277191D}" dt="2026-05-29T19:37:55.726" v="161"/>
          <ac:inkMkLst>
            <pc:docMk/>
            <pc:sldMk cId="0" sldId="267"/>
            <ac:inkMk id="52" creationId="{2A8FFFE1-A2C3-3742-4514-49057235BE07}"/>
          </ac:inkMkLst>
        </pc:inkChg>
      </pc:sldChg>
      <pc:sldChg chg="addSp delSp modSp mod">
        <pc:chgData name="Kun Suo" userId="41c30799-3a2b-4880-86a3-8488be07954a" providerId="ADAL" clId="{01B90814-4EBE-5562-8795-CE1E7277191D}" dt="2026-05-29T19:40:52.913" v="204"/>
        <pc:sldMkLst>
          <pc:docMk/>
          <pc:sldMk cId="0" sldId="268"/>
        </pc:sldMkLst>
        <pc:grpChg chg="del mod">
          <ac:chgData name="Kun Suo" userId="41c30799-3a2b-4880-86a3-8488be07954a" providerId="ADAL" clId="{01B90814-4EBE-5562-8795-CE1E7277191D}" dt="2026-05-29T19:39:59.052" v="171"/>
          <ac:grpSpMkLst>
            <pc:docMk/>
            <pc:sldMk cId="0" sldId="268"/>
            <ac:grpSpMk id="36" creationId="{4CC3EBE6-61FC-6C25-9E02-1BBA97CA5C98}"/>
          </ac:grpSpMkLst>
        </pc:grpChg>
        <pc:grpChg chg="del mod">
          <ac:chgData name="Kun Suo" userId="41c30799-3a2b-4880-86a3-8488be07954a" providerId="ADAL" clId="{01B90814-4EBE-5562-8795-CE1E7277191D}" dt="2026-05-29T19:40:52.911" v="191"/>
          <ac:grpSpMkLst>
            <pc:docMk/>
            <pc:sldMk cId="0" sldId="268"/>
            <ac:grpSpMk id="37" creationId="{9631FD3F-0728-41E9-EEB2-E2413C54B110}"/>
          </ac:grpSpMkLst>
        </pc:grpChg>
        <pc:grpChg chg="del mod">
          <ac:chgData name="Kun Suo" userId="41c30799-3a2b-4880-86a3-8488be07954a" providerId="ADAL" clId="{01B90814-4EBE-5562-8795-CE1E7277191D}" dt="2026-05-29T19:40:18.588" v="177"/>
          <ac:grpSpMkLst>
            <pc:docMk/>
            <pc:sldMk cId="0" sldId="268"/>
            <ac:grpSpMk id="43" creationId="{D878E195-3751-6EF7-F29C-0625E43181CC}"/>
          </ac:grpSpMkLst>
        </pc:grpChg>
        <pc:grpChg chg="del mod">
          <ac:chgData name="Kun Suo" userId="41c30799-3a2b-4880-86a3-8488be07954a" providerId="ADAL" clId="{01B90814-4EBE-5562-8795-CE1E7277191D}" dt="2026-05-29T19:40:52.912" v="199"/>
          <ac:grpSpMkLst>
            <pc:docMk/>
            <pc:sldMk cId="0" sldId="268"/>
            <ac:grpSpMk id="44" creationId="{634AAB84-C003-5243-4B09-A524F76EB417}"/>
          </ac:grpSpMkLst>
        </pc:grpChg>
        <pc:grpChg chg="del mod">
          <ac:chgData name="Kun Suo" userId="41c30799-3a2b-4880-86a3-8488be07954a" providerId="ADAL" clId="{01B90814-4EBE-5562-8795-CE1E7277191D}" dt="2026-05-29T19:40:24.423" v="182"/>
          <ac:grpSpMkLst>
            <pc:docMk/>
            <pc:sldMk cId="0" sldId="268"/>
            <ac:grpSpMk id="49" creationId="{822D119A-93FB-C807-2BFA-4FCCCC87E54D}"/>
          </ac:grpSpMkLst>
        </pc:grpChg>
        <pc:grpChg chg="del mod">
          <ac:chgData name="Kun Suo" userId="41c30799-3a2b-4880-86a3-8488be07954a" providerId="ADAL" clId="{01B90814-4EBE-5562-8795-CE1E7277191D}" dt="2026-05-29T19:40:52.911" v="193"/>
          <ac:grpSpMkLst>
            <pc:docMk/>
            <pc:sldMk cId="0" sldId="268"/>
            <ac:grpSpMk id="50" creationId="{1B1C4976-D0D1-A913-0CA0-85D7FDC51D16}"/>
          </ac:grpSpMkLst>
        </pc:grpChg>
        <pc:grpChg chg="del mod">
          <ac:chgData name="Kun Suo" userId="41c30799-3a2b-4880-86a3-8488be07954a" providerId="ADAL" clId="{01B90814-4EBE-5562-8795-CE1E7277191D}" dt="2026-05-29T19:40:44.229" v="186"/>
          <ac:grpSpMkLst>
            <pc:docMk/>
            <pc:sldMk cId="0" sldId="268"/>
            <ac:grpSpMk id="54" creationId="{8E9E8B00-5B37-2A44-47C5-F0BDD65ED782}"/>
          </ac:grpSpMkLst>
        </pc:grpChg>
        <pc:grpChg chg="del mod">
          <ac:chgData name="Kun Suo" userId="41c30799-3a2b-4880-86a3-8488be07954a" providerId="ADAL" clId="{01B90814-4EBE-5562-8795-CE1E7277191D}" dt="2026-05-29T19:40:52.912" v="200"/>
          <ac:grpSpMkLst>
            <pc:docMk/>
            <pc:sldMk cId="0" sldId="268"/>
            <ac:grpSpMk id="55" creationId="{3D7AC6D9-D3FB-A605-1B6A-D3372C4A7B44}"/>
          </ac:grpSpMkLst>
        </pc:grpChg>
        <pc:picChg chg="add mod">
          <ac:chgData name="Kun Suo" userId="41c30799-3a2b-4880-86a3-8488be07954a" providerId="ADAL" clId="{01B90814-4EBE-5562-8795-CE1E7277191D}" dt="2026-05-29T19:39:49.242" v="167" actId="1076"/>
          <ac:picMkLst>
            <pc:docMk/>
            <pc:sldMk cId="0" sldId="268"/>
            <ac:picMk id="32" creationId="{59DD9767-210D-10D6-D19E-80DBB779D22B}"/>
          </ac:picMkLst>
        </pc:picChg>
        <pc:inkChg chg="add del">
          <ac:chgData name="Kun Suo" userId="41c30799-3a2b-4880-86a3-8488be07954a" providerId="ADAL" clId="{01B90814-4EBE-5562-8795-CE1E7277191D}" dt="2026-05-29T19:40:52.911" v="195"/>
          <ac:inkMkLst>
            <pc:docMk/>
            <pc:sldMk cId="0" sldId="268"/>
            <ac:inkMk id="31" creationId="{464E8120-78A8-B05C-A307-17CD4754AC10}"/>
          </ac:inkMkLst>
        </pc:inkChg>
        <pc:inkChg chg="add del">
          <ac:chgData name="Kun Suo" userId="41c30799-3a2b-4880-86a3-8488be07954a" providerId="ADAL" clId="{01B90814-4EBE-5562-8795-CE1E7277191D}" dt="2026-05-29T19:40:52.911" v="194"/>
          <ac:inkMkLst>
            <pc:docMk/>
            <pc:sldMk cId="0" sldId="268"/>
            <ac:inkMk id="33" creationId="{5BD5186C-EE76-E452-4B6B-41072C4D7595}"/>
          </ac:inkMkLst>
        </pc:inkChg>
        <pc:inkChg chg="add del mod">
          <ac:chgData name="Kun Suo" userId="41c30799-3a2b-4880-86a3-8488be07954a" providerId="ADAL" clId="{01B90814-4EBE-5562-8795-CE1E7277191D}" dt="2026-05-29T19:40:52.913" v="203"/>
          <ac:inkMkLst>
            <pc:docMk/>
            <pc:sldMk cId="0" sldId="268"/>
            <ac:inkMk id="34" creationId="{872F9DB9-4479-82EE-C791-BEB2899971D7}"/>
          </ac:inkMkLst>
        </pc:inkChg>
        <pc:inkChg chg="add del mod">
          <ac:chgData name="Kun Suo" userId="41c30799-3a2b-4880-86a3-8488be07954a" providerId="ADAL" clId="{01B90814-4EBE-5562-8795-CE1E7277191D}" dt="2026-05-29T19:40:52.911" v="191"/>
          <ac:inkMkLst>
            <pc:docMk/>
            <pc:sldMk cId="0" sldId="268"/>
            <ac:inkMk id="35" creationId="{4BC19C64-C057-6177-E6EE-DB42B478FC12}"/>
          </ac:inkMkLst>
        </pc:inkChg>
        <pc:inkChg chg="add del">
          <ac:chgData name="Kun Suo" userId="41c30799-3a2b-4880-86a3-8488be07954a" providerId="ADAL" clId="{01B90814-4EBE-5562-8795-CE1E7277191D}" dt="2026-05-29T19:40:52.911" v="192"/>
          <ac:inkMkLst>
            <pc:docMk/>
            <pc:sldMk cId="0" sldId="268"/>
            <ac:inkMk id="38" creationId="{72BA0140-0EE5-EE1F-8079-D0EF1863D25B}"/>
          </ac:inkMkLst>
        </pc:inkChg>
        <pc:inkChg chg="add del mod">
          <ac:chgData name="Kun Suo" userId="41c30799-3a2b-4880-86a3-8488be07954a" providerId="ADAL" clId="{01B90814-4EBE-5562-8795-CE1E7277191D}" dt="2026-05-29T19:40:52.912" v="199"/>
          <ac:inkMkLst>
            <pc:docMk/>
            <pc:sldMk cId="0" sldId="268"/>
            <ac:inkMk id="39" creationId="{9F11D552-A31B-200F-54E9-6CEEA416C341}"/>
          </ac:inkMkLst>
        </pc:inkChg>
        <pc:inkChg chg="add del mod">
          <ac:chgData name="Kun Suo" userId="41c30799-3a2b-4880-86a3-8488be07954a" providerId="ADAL" clId="{01B90814-4EBE-5562-8795-CE1E7277191D}" dt="2026-05-29T19:40:52.912" v="198"/>
          <ac:inkMkLst>
            <pc:docMk/>
            <pc:sldMk cId="0" sldId="268"/>
            <ac:inkMk id="40" creationId="{FD4E24DF-B5DF-E142-966C-257F337DBD98}"/>
          </ac:inkMkLst>
        </pc:inkChg>
        <pc:inkChg chg="add del mod">
          <ac:chgData name="Kun Suo" userId="41c30799-3a2b-4880-86a3-8488be07954a" providerId="ADAL" clId="{01B90814-4EBE-5562-8795-CE1E7277191D}" dt="2026-05-29T19:40:52.909" v="188"/>
          <ac:inkMkLst>
            <pc:docMk/>
            <pc:sldMk cId="0" sldId="268"/>
            <ac:inkMk id="41" creationId="{1F3DDD15-D816-E43C-9129-14A0F6F6EA31}"/>
          </ac:inkMkLst>
        </pc:inkChg>
        <pc:inkChg chg="add del mod">
          <ac:chgData name="Kun Suo" userId="41c30799-3a2b-4880-86a3-8488be07954a" providerId="ADAL" clId="{01B90814-4EBE-5562-8795-CE1E7277191D}" dt="2026-05-29T19:40:52.913" v="202"/>
          <ac:inkMkLst>
            <pc:docMk/>
            <pc:sldMk cId="0" sldId="268"/>
            <ac:inkMk id="42" creationId="{A68B4F59-0589-F528-6E3F-BFCB5BA7FE92}"/>
          </ac:inkMkLst>
        </pc:inkChg>
        <pc:inkChg chg="add del mod">
          <ac:chgData name="Kun Suo" userId="41c30799-3a2b-4880-86a3-8488be07954a" providerId="ADAL" clId="{01B90814-4EBE-5562-8795-CE1E7277191D}" dt="2026-05-29T19:40:52.911" v="193"/>
          <ac:inkMkLst>
            <pc:docMk/>
            <pc:sldMk cId="0" sldId="268"/>
            <ac:inkMk id="45" creationId="{1275F301-46BF-55E6-6B63-BA68C636D506}"/>
          </ac:inkMkLst>
        </pc:inkChg>
        <pc:inkChg chg="add del mod">
          <ac:chgData name="Kun Suo" userId="41c30799-3a2b-4880-86a3-8488be07954a" providerId="ADAL" clId="{01B90814-4EBE-5562-8795-CE1E7277191D}" dt="2026-05-29T19:40:52.913" v="204"/>
          <ac:inkMkLst>
            <pc:docMk/>
            <pc:sldMk cId="0" sldId="268"/>
            <ac:inkMk id="46" creationId="{E9B14B84-4FFC-50EC-49AA-78F9291A2073}"/>
          </ac:inkMkLst>
        </pc:inkChg>
        <pc:inkChg chg="add del mod">
          <ac:chgData name="Kun Suo" userId="41c30799-3a2b-4880-86a3-8488be07954a" providerId="ADAL" clId="{01B90814-4EBE-5562-8795-CE1E7277191D}" dt="2026-05-29T19:40:52.910" v="189"/>
          <ac:inkMkLst>
            <pc:docMk/>
            <pc:sldMk cId="0" sldId="268"/>
            <ac:inkMk id="47" creationId="{7200820C-4265-1E6E-D9F1-1D6816D80E02}"/>
          </ac:inkMkLst>
        </pc:inkChg>
        <pc:inkChg chg="add del mod">
          <ac:chgData name="Kun Suo" userId="41c30799-3a2b-4880-86a3-8488be07954a" providerId="ADAL" clId="{01B90814-4EBE-5562-8795-CE1E7277191D}" dt="2026-05-29T19:40:52.910" v="190"/>
          <ac:inkMkLst>
            <pc:docMk/>
            <pc:sldMk cId="0" sldId="268"/>
            <ac:inkMk id="48" creationId="{1C859063-EB0C-36D0-B27A-92E369BEC113}"/>
          </ac:inkMkLst>
        </pc:inkChg>
        <pc:inkChg chg="add del">
          <ac:chgData name="Kun Suo" userId="41c30799-3a2b-4880-86a3-8488be07954a" providerId="ADAL" clId="{01B90814-4EBE-5562-8795-CE1E7277191D}" dt="2026-05-29T19:40:52.912" v="197"/>
          <ac:inkMkLst>
            <pc:docMk/>
            <pc:sldMk cId="0" sldId="268"/>
            <ac:inkMk id="51" creationId="{5C9465DD-F24B-E468-23A8-3569AACC0130}"/>
          </ac:inkMkLst>
        </pc:inkChg>
        <pc:inkChg chg="add del mod">
          <ac:chgData name="Kun Suo" userId="41c30799-3a2b-4880-86a3-8488be07954a" providerId="ADAL" clId="{01B90814-4EBE-5562-8795-CE1E7277191D}" dt="2026-05-29T19:40:52.912" v="200"/>
          <ac:inkMkLst>
            <pc:docMk/>
            <pc:sldMk cId="0" sldId="268"/>
            <ac:inkMk id="52" creationId="{926BDB56-F1B6-69A6-58AD-48F6D45D1316}"/>
          </ac:inkMkLst>
        </pc:inkChg>
        <pc:inkChg chg="add del mod">
          <ac:chgData name="Kun Suo" userId="41c30799-3a2b-4880-86a3-8488be07954a" providerId="ADAL" clId="{01B90814-4EBE-5562-8795-CE1E7277191D}" dt="2026-05-29T19:40:52.913" v="201"/>
          <ac:inkMkLst>
            <pc:docMk/>
            <pc:sldMk cId="0" sldId="268"/>
            <ac:inkMk id="53" creationId="{C3201BC5-AC3F-2D23-3F58-0DD8569608D8}"/>
          </ac:inkMkLst>
        </pc:inkChg>
        <pc:inkChg chg="add del">
          <ac:chgData name="Kun Suo" userId="41c30799-3a2b-4880-86a3-8488be07954a" providerId="ADAL" clId="{01B90814-4EBE-5562-8795-CE1E7277191D}" dt="2026-05-29T19:40:52.912" v="196"/>
          <ac:inkMkLst>
            <pc:docMk/>
            <pc:sldMk cId="0" sldId="268"/>
            <ac:inkMk id="56" creationId="{8525A5DD-954E-704C-9C49-315BB476387F}"/>
          </ac:inkMkLst>
        </pc:inkChg>
      </pc:sldChg>
      <pc:sldChg chg="modSp mod">
        <pc:chgData name="Kun Suo" userId="41c30799-3a2b-4880-86a3-8488be07954a" providerId="ADAL" clId="{01B90814-4EBE-5562-8795-CE1E7277191D}" dt="2026-05-29T19:43:15.551" v="205" actId="207"/>
        <pc:sldMkLst>
          <pc:docMk/>
          <pc:sldMk cId="0" sldId="269"/>
        </pc:sldMkLst>
        <pc:spChg chg="mod">
          <ac:chgData name="Kun Suo" userId="41c30799-3a2b-4880-86a3-8488be07954a" providerId="ADAL" clId="{01B90814-4EBE-5562-8795-CE1E7277191D}" dt="2026-05-29T19:43:15.551" v="205" actId="20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Kun Suo" userId="41c30799-3a2b-4880-86a3-8488be07954a" providerId="ADAL" clId="{01B90814-4EBE-5562-8795-CE1E7277191D}" dt="2026-05-29T19:43:19.052" v="206" actId="207"/>
        <pc:sldMkLst>
          <pc:docMk/>
          <pc:sldMk cId="0" sldId="270"/>
        </pc:sldMkLst>
        <pc:spChg chg="mod">
          <ac:chgData name="Kun Suo" userId="41c30799-3a2b-4880-86a3-8488be07954a" providerId="ADAL" clId="{01B90814-4EBE-5562-8795-CE1E7277191D}" dt="2026-05-29T19:43:19.052" v="206" actId="207"/>
          <ac:spMkLst>
            <pc:docMk/>
            <pc:sldMk cId="0" sldId="270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4771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531100"/>
            <a:ext cx="4358411" cy="1138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55377" y="3351784"/>
            <a:ext cx="62199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51" y="3351784"/>
            <a:ext cx="2797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ksu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gif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slide" Target="slide1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640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66671"/>
            <a:ext cx="414782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pc="-10" dirty="0">
                <a:solidFill>
                  <a:srgbClr val="B30000"/>
                </a:solidFill>
              </a:rPr>
              <a:t>CS5070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Mathematical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25" dirty="0">
                <a:solidFill>
                  <a:srgbClr val="B30000"/>
                </a:solidFill>
              </a:rPr>
              <a:t>Structures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for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30" dirty="0">
                <a:solidFill>
                  <a:srgbClr val="B30000"/>
                </a:solidFill>
              </a:rPr>
              <a:t>Computer</a:t>
            </a:r>
            <a:r>
              <a:rPr spc="-70" dirty="0">
                <a:solidFill>
                  <a:srgbClr val="B30000"/>
                </a:solidFill>
              </a:rPr>
              <a:t> </a:t>
            </a:r>
            <a:r>
              <a:rPr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>
                <a:solidFill>
                  <a:srgbClr val="B30000"/>
                </a:solidFill>
              </a:rPr>
              <a:t>Counting</a:t>
            </a:r>
            <a:endParaRPr spc="-50" dirty="0">
              <a:solidFill>
                <a:srgbClr val="B30000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935" y="1345043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Science </a:t>
            </a:r>
            <a:r>
              <a:rPr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-US" sz="1200" i="1" spc="-50" dirty="0">
                <a:latin typeface="Trebuchet MS"/>
                <a:cs typeface="Trebuchet MS"/>
                <a:hlinkClick r:id="rId5"/>
              </a:rPr>
              <a:t>ksuo</a:t>
            </a:r>
            <a:r>
              <a:rPr sz="1200" i="1" spc="-50" dirty="0">
                <a:latin typeface="Trebuchet MS"/>
                <a:cs typeface="Trebuchet MS"/>
                <a:hlinkClick r:id="rId5"/>
              </a:rPr>
              <a:t>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Counting</a:t>
            </a:r>
            <a:r>
              <a:rPr spc="-30" dirty="0"/>
              <a:t> </a:t>
            </a:r>
            <a:r>
              <a:rPr spc="-20" dirty="0"/>
              <a:t>(Chapter</a:t>
            </a:r>
            <a:r>
              <a:rPr spc="-25" dirty="0"/>
              <a:t> 1)</a:t>
            </a: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682256"/>
            <a:ext cx="4483735" cy="817880"/>
            <a:chOff x="87743" y="682256"/>
            <a:chExt cx="4483735" cy="817880"/>
          </a:xfrm>
        </p:grpSpPr>
        <p:sp>
          <p:nvSpPr>
            <p:cNvPr id="5" name="object 5"/>
            <p:cNvSpPr/>
            <p:nvPr/>
          </p:nvSpPr>
          <p:spPr>
            <a:xfrm>
              <a:off x="87743" y="682256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67968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98473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385773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726490"/>
              <a:ext cx="50800" cy="6719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912234"/>
              <a:ext cx="4432935" cy="537210"/>
            </a:xfrm>
            <a:custGeom>
              <a:avLst/>
              <a:gdLst/>
              <a:ahLst/>
              <a:cxnLst/>
              <a:rect l="l" t="t" r="r" b="b"/>
              <a:pathLst>
                <a:path w="4432935" h="537210">
                  <a:moveTo>
                    <a:pt x="44325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4381765" y="537039"/>
                  </a:lnTo>
                  <a:lnTo>
                    <a:pt x="4401490" y="533030"/>
                  </a:lnTo>
                  <a:lnTo>
                    <a:pt x="4417643" y="522116"/>
                  </a:lnTo>
                  <a:lnTo>
                    <a:pt x="4428558" y="505963"/>
                  </a:lnTo>
                  <a:lnTo>
                    <a:pt x="4432566" y="48623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764572"/>
              <a:ext cx="0" cy="653415"/>
            </a:xfrm>
            <a:custGeom>
              <a:avLst/>
              <a:gdLst/>
              <a:ahLst/>
              <a:cxnLst/>
              <a:rect l="l" t="t" r="r" b="b"/>
              <a:pathLst>
                <a:path h="653415">
                  <a:moveTo>
                    <a:pt x="0" y="652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7518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7391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7264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1601203"/>
            <a:ext cx="4483735" cy="654050"/>
            <a:chOff x="87743" y="1601203"/>
            <a:chExt cx="4483735" cy="654050"/>
          </a:xfrm>
        </p:grpSpPr>
        <p:sp>
          <p:nvSpPr>
            <p:cNvPr id="16" name="object 16"/>
            <p:cNvSpPr/>
            <p:nvPr/>
          </p:nvSpPr>
          <p:spPr>
            <a:xfrm>
              <a:off x="87743" y="1601203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786915"/>
              <a:ext cx="4432566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153056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140356"/>
              <a:ext cx="4381765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0" y="1645437"/>
              <a:ext cx="50800" cy="5076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831197"/>
              <a:ext cx="4432935" cy="372745"/>
            </a:xfrm>
            <a:custGeom>
              <a:avLst/>
              <a:gdLst/>
              <a:ahLst/>
              <a:cxnLst/>
              <a:rect l="l" t="t" r="r" b="b"/>
              <a:pathLst>
                <a:path w="4432935" h="372744">
                  <a:moveTo>
                    <a:pt x="4432566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4381765" y="372659"/>
                  </a:lnTo>
                  <a:lnTo>
                    <a:pt x="4401490" y="368650"/>
                  </a:lnTo>
                  <a:lnTo>
                    <a:pt x="4417643" y="357736"/>
                  </a:lnTo>
                  <a:lnTo>
                    <a:pt x="4428558" y="341583"/>
                  </a:lnTo>
                  <a:lnTo>
                    <a:pt x="4432566" y="32185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683536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6708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6581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0" y="16454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2355786"/>
            <a:ext cx="4483735" cy="645795"/>
            <a:chOff x="87743" y="2355786"/>
            <a:chExt cx="4483735" cy="645795"/>
          </a:xfrm>
        </p:grpSpPr>
        <p:sp>
          <p:nvSpPr>
            <p:cNvPr id="27" name="object 27"/>
            <p:cNvSpPr/>
            <p:nvPr/>
          </p:nvSpPr>
          <p:spPr>
            <a:xfrm>
              <a:off x="87743" y="2355786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3" y="2541498"/>
              <a:ext cx="4432566" cy="506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899930"/>
              <a:ext cx="101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887230"/>
              <a:ext cx="4381765" cy="1143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0" y="2400020"/>
              <a:ext cx="50800" cy="49991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7743" y="2585769"/>
              <a:ext cx="4432935" cy="365125"/>
            </a:xfrm>
            <a:custGeom>
              <a:avLst/>
              <a:gdLst/>
              <a:ahLst/>
              <a:cxnLst/>
              <a:rect l="l" t="t" r="r" b="b"/>
              <a:pathLst>
                <a:path w="4432935" h="365125">
                  <a:moveTo>
                    <a:pt x="44325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4381765" y="364962"/>
                  </a:lnTo>
                  <a:lnTo>
                    <a:pt x="4401490" y="360953"/>
                  </a:lnTo>
                  <a:lnTo>
                    <a:pt x="4417643" y="350039"/>
                  </a:lnTo>
                  <a:lnTo>
                    <a:pt x="4428558" y="333886"/>
                  </a:lnTo>
                  <a:lnTo>
                    <a:pt x="4432566" y="3141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10" y="2438107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4808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10" y="24254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10" y="24127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10" y="24000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5844" y="618451"/>
            <a:ext cx="4286250" cy="23018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Counting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Introduction</a:t>
            </a:r>
            <a:endParaRPr sz="1200" dirty="0">
              <a:latin typeface="Tahoma"/>
              <a:cs typeface="Tahoma"/>
            </a:endParaRPr>
          </a:p>
          <a:p>
            <a:pPr marL="12700" marR="42545">
              <a:lnSpc>
                <a:spcPct val="102600"/>
              </a:lnSpc>
              <a:spcBef>
                <a:spcPts val="265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rather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simple </a:t>
            </a:r>
            <a:r>
              <a:rPr sz="1100" spc="-30" dirty="0">
                <a:latin typeface="Tahoma"/>
                <a:cs typeface="Tahoma"/>
              </a:rPr>
              <a:t>counting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problem: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14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varieties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5" dirty="0">
                <a:latin typeface="Tahoma"/>
                <a:cs typeface="Tahoma"/>
              </a:rPr>
              <a:t>donuts,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16</a:t>
            </a:r>
            <a:r>
              <a:rPr sz="1100" spc="-45" dirty="0">
                <a:latin typeface="Tahoma"/>
                <a:cs typeface="Tahoma"/>
              </a:rPr>
              <a:t> types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dogs.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you </a:t>
            </a:r>
            <a:r>
              <a:rPr sz="1100" spc="-35" dirty="0">
                <a:latin typeface="Tahoma"/>
                <a:cs typeface="Tahoma"/>
              </a:rPr>
              <a:t>want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either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donut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dog,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45" dirty="0">
                <a:latin typeface="Tahoma"/>
                <a:cs typeface="Tahoma"/>
              </a:rPr>
              <a:t> you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have?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isn’t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40" dirty="0">
                <a:latin typeface="Tahoma"/>
                <a:cs typeface="Tahoma"/>
              </a:rPr>
              <a:t> hard,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add </a:t>
            </a:r>
            <a:r>
              <a:rPr sz="1100" spc="-20" dirty="0">
                <a:latin typeface="Tahoma"/>
                <a:cs typeface="Tahoma"/>
              </a:rPr>
              <a:t>14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16.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Additive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Principle</a:t>
            </a:r>
            <a:endParaRPr sz="1200" dirty="0">
              <a:latin typeface="Tahoma"/>
              <a:cs typeface="Tahoma"/>
            </a:endParaRPr>
          </a:p>
          <a:p>
            <a:pPr marL="12700" marR="205104">
              <a:lnSpc>
                <a:spcPct val="102699"/>
              </a:lnSpc>
              <a:spcBef>
                <a:spcPts val="26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states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occur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 </a:t>
            </a:r>
            <a:r>
              <a:rPr sz="1100" spc="-65" dirty="0">
                <a:latin typeface="Tahoma"/>
                <a:cs typeface="Tahoma"/>
              </a:rPr>
              <a:t>ways,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4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occur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b="1" spc="-30" dirty="0">
                <a:latin typeface="Arial"/>
                <a:cs typeface="Arial"/>
              </a:rPr>
              <a:t>disjoint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ways,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Disjoint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Events</a:t>
            </a:r>
            <a:endParaRPr sz="12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6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disjoint: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i.e.,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7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happen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time.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Thus,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90" dirty="0">
                <a:latin typeface="Lucida Sans Unicode"/>
                <a:cs typeface="Lucida Sans Unicode"/>
              </a:rPr>
              <a:t>∅</a:t>
            </a:r>
            <a:endParaRPr sz="11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0" dirty="0"/>
              <a:t>Counting</a:t>
            </a: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908316"/>
            <a:ext cx="4483735" cy="817880"/>
            <a:chOff x="87743" y="908316"/>
            <a:chExt cx="4483735" cy="817880"/>
          </a:xfrm>
        </p:grpSpPr>
        <p:sp>
          <p:nvSpPr>
            <p:cNvPr id="5" name="object 5"/>
            <p:cNvSpPr/>
            <p:nvPr/>
          </p:nvSpPr>
          <p:spPr>
            <a:xfrm>
              <a:off x="87743" y="908316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94028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2454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11845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952550"/>
              <a:ext cx="50800" cy="6719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38307"/>
              <a:ext cx="4432935" cy="537210"/>
            </a:xfrm>
            <a:custGeom>
              <a:avLst/>
              <a:gdLst/>
              <a:ahLst/>
              <a:cxnLst/>
              <a:rect l="l" t="t" r="r" b="b"/>
              <a:pathLst>
                <a:path w="4432935" h="537210">
                  <a:moveTo>
                    <a:pt x="44325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4381765" y="537039"/>
                  </a:lnTo>
                  <a:lnTo>
                    <a:pt x="4401490" y="533030"/>
                  </a:lnTo>
                  <a:lnTo>
                    <a:pt x="4417643" y="522116"/>
                  </a:lnTo>
                  <a:lnTo>
                    <a:pt x="4428558" y="505963"/>
                  </a:lnTo>
                  <a:lnTo>
                    <a:pt x="4432566" y="48623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90645"/>
              <a:ext cx="0" cy="653415"/>
            </a:xfrm>
            <a:custGeom>
              <a:avLst/>
              <a:gdLst/>
              <a:ahLst/>
              <a:cxnLst/>
              <a:rect l="l" t="t" r="r" b="b"/>
              <a:pathLst>
                <a:path h="653414">
                  <a:moveTo>
                    <a:pt x="0" y="6529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79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652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9525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5844" y="844512"/>
            <a:ext cx="4356735" cy="1858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0"/>
              </a:spcBef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Multiplicative</a:t>
            </a:r>
            <a:r>
              <a:rPr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Principle</a:t>
            </a:r>
            <a:endParaRPr sz="1200" dirty="0">
              <a:latin typeface="Tahoma"/>
              <a:cs typeface="Tahoma"/>
            </a:endParaRPr>
          </a:p>
          <a:p>
            <a:pPr marL="12700" marR="5080" algn="just">
              <a:lnSpc>
                <a:spcPct val="102600"/>
              </a:lnSpc>
              <a:spcBef>
                <a:spcPts val="26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multiplicative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principle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occur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ahoma"/>
                <a:cs typeface="Tahoma"/>
              </a:rPr>
              <a:t>ways,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possibility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allows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event </a:t>
            </a:r>
            <a:r>
              <a:rPr sz="1100" spc="60" dirty="0">
                <a:latin typeface="Tahoma"/>
                <a:cs typeface="Tahoma"/>
              </a:rPr>
              <a:t>‘A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B‘</a:t>
            </a:r>
            <a:r>
              <a:rPr sz="1100" spc="-20" dirty="0">
                <a:latin typeface="Tahoma"/>
                <a:cs typeface="Tahoma"/>
              </a:rPr>
              <a:t> can occur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ahoma"/>
                <a:cs typeface="Tahoma"/>
              </a:rPr>
              <a:t>ways.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Events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70" dirty="0">
                <a:latin typeface="Tahoma"/>
                <a:cs typeface="Tahoma"/>
              </a:rPr>
              <a:t>B</a:t>
            </a:r>
            <a:r>
              <a:rPr sz="1100" spc="-20" dirty="0">
                <a:latin typeface="Tahoma"/>
                <a:cs typeface="Tahoma"/>
              </a:rPr>
              <a:t> occur </a:t>
            </a:r>
            <a:r>
              <a:rPr sz="1100" spc="-10" dirty="0">
                <a:latin typeface="Tahoma"/>
                <a:cs typeface="Tahoma"/>
              </a:rPr>
              <a:t>independently.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 dirty="0">
              <a:latin typeface="Tahoma"/>
              <a:cs typeface="Tahoma"/>
            </a:endParaRPr>
          </a:p>
          <a:p>
            <a:pPr marL="12700" marR="37465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College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Computing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offers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semester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lang="en-US" sz="1100" spc="-70" dirty="0">
                <a:latin typeface="Tahoma"/>
                <a:cs typeface="Tahoma"/>
              </a:rPr>
              <a:t>7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sections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5" dirty="0">
                <a:latin typeface="Tahoma"/>
                <a:cs typeface="Tahoma"/>
              </a:rPr>
              <a:t>Programming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20" dirty="0">
                <a:latin typeface="Tahoma"/>
                <a:cs typeface="Tahoma"/>
              </a:rPr>
              <a:t>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lang="en-US" sz="1100" spc="-35" dirty="0">
                <a:latin typeface="Tahoma"/>
                <a:cs typeface="Tahoma"/>
              </a:rPr>
              <a:t>9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sections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Lab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Programming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Students can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lecture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lab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section.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student</a:t>
            </a:r>
            <a:r>
              <a:rPr sz="1100" spc="-40" dirty="0">
                <a:latin typeface="Tahoma"/>
                <a:cs typeface="Tahoma"/>
              </a:rPr>
              <a:t> register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these?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/>
                <a:cs typeface="Tahoma"/>
              </a:rPr>
              <a:t>Answer: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7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lang="en-US" sz="1100" spc="-400" dirty="0">
                <a:latin typeface="Lucida Sans Unicode"/>
                <a:cs typeface="Lucida Sans Unicode"/>
              </a:rPr>
              <a:t>x </a:t>
            </a:r>
            <a:r>
              <a:rPr lang="en-US" sz="1100" spc="-105" dirty="0">
                <a:latin typeface="Lucida Sans Unicode"/>
                <a:cs typeface="Lucida Sans Unicode"/>
              </a:rPr>
              <a:t>  </a:t>
            </a:r>
            <a:r>
              <a:rPr sz="1100" spc="-35" dirty="0">
                <a:latin typeface="Tahoma"/>
                <a:cs typeface="Tahoma"/>
              </a:rPr>
              <a:t>9.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484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Counting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0" dirty="0"/>
              <a:t>Sets</a:t>
            </a: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878725"/>
            <a:ext cx="4483735" cy="645795"/>
            <a:chOff x="87743" y="878725"/>
            <a:chExt cx="4483735" cy="645795"/>
          </a:xfrm>
        </p:grpSpPr>
        <p:sp>
          <p:nvSpPr>
            <p:cNvPr id="5" name="object 5"/>
            <p:cNvSpPr/>
            <p:nvPr/>
          </p:nvSpPr>
          <p:spPr>
            <a:xfrm>
              <a:off x="87743" y="878725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644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2288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10182"/>
              <a:ext cx="4381765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922959"/>
              <a:ext cx="50800" cy="4999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08721"/>
              <a:ext cx="4432935" cy="365125"/>
            </a:xfrm>
            <a:custGeom>
              <a:avLst/>
              <a:gdLst/>
              <a:ahLst/>
              <a:cxnLst/>
              <a:rect l="l" t="t" r="r" b="b"/>
              <a:pathLst>
                <a:path w="4432935" h="365125">
                  <a:moveTo>
                    <a:pt x="44325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4381765" y="364962"/>
                  </a:lnTo>
                  <a:lnTo>
                    <a:pt x="4401490" y="360953"/>
                  </a:lnTo>
                  <a:lnTo>
                    <a:pt x="4417643" y="350039"/>
                  </a:lnTo>
                  <a:lnTo>
                    <a:pt x="4428558" y="333886"/>
                  </a:lnTo>
                  <a:lnTo>
                    <a:pt x="4432566" y="3141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61059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4808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483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356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9229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1701520"/>
            <a:ext cx="4483735" cy="1005840"/>
            <a:chOff x="87743" y="1701520"/>
            <a:chExt cx="4483735" cy="1005840"/>
          </a:xfrm>
        </p:grpSpPr>
        <p:sp>
          <p:nvSpPr>
            <p:cNvPr id="16" name="object 16"/>
            <p:cNvSpPr/>
            <p:nvPr/>
          </p:nvSpPr>
          <p:spPr>
            <a:xfrm>
              <a:off x="87743" y="1701520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887232"/>
              <a:ext cx="4432566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605214"/>
              <a:ext cx="101600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592514"/>
              <a:ext cx="4381765" cy="1143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310" y="1745754"/>
              <a:ext cx="50800" cy="8594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931504"/>
              <a:ext cx="4432935" cy="724535"/>
            </a:xfrm>
            <a:custGeom>
              <a:avLst/>
              <a:gdLst/>
              <a:ahLst/>
              <a:cxnLst/>
              <a:rect l="l" t="t" r="r" b="b"/>
              <a:pathLst>
                <a:path w="4432935" h="724535">
                  <a:moveTo>
                    <a:pt x="4432566" y="0"/>
                  </a:moveTo>
                  <a:lnTo>
                    <a:pt x="0" y="0"/>
                  </a:lnTo>
                  <a:lnTo>
                    <a:pt x="0" y="673709"/>
                  </a:lnTo>
                  <a:lnTo>
                    <a:pt x="4008" y="693434"/>
                  </a:lnTo>
                  <a:lnTo>
                    <a:pt x="14922" y="709587"/>
                  </a:lnTo>
                  <a:lnTo>
                    <a:pt x="31075" y="720501"/>
                  </a:lnTo>
                  <a:lnTo>
                    <a:pt x="50800" y="724510"/>
                  </a:lnTo>
                  <a:lnTo>
                    <a:pt x="4381765" y="724510"/>
                  </a:lnTo>
                  <a:lnTo>
                    <a:pt x="4401490" y="720501"/>
                  </a:lnTo>
                  <a:lnTo>
                    <a:pt x="4417643" y="709587"/>
                  </a:lnTo>
                  <a:lnTo>
                    <a:pt x="4428558" y="693434"/>
                  </a:lnTo>
                  <a:lnTo>
                    <a:pt x="4432566" y="67370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783843"/>
              <a:ext cx="0" cy="840740"/>
            </a:xfrm>
            <a:custGeom>
              <a:avLst/>
              <a:gdLst/>
              <a:ahLst/>
              <a:cxnLst/>
              <a:rect l="l" t="t" r="r" b="b"/>
              <a:pathLst>
                <a:path h="840739">
                  <a:moveTo>
                    <a:pt x="0" y="8404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7711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7584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0" y="17457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5844" y="814920"/>
            <a:ext cx="4231005" cy="180276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Using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Sets</a:t>
            </a:r>
            <a:endParaRPr sz="1200" dirty="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265"/>
              </a:spcBef>
            </a:pPr>
            <a:r>
              <a:rPr sz="1100" spc="-50" dirty="0">
                <a:latin typeface="Tahoma"/>
                <a:cs typeface="Tahoma"/>
              </a:rPr>
              <a:t>Instead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event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will contain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happen.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Additive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Principle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Sets</a:t>
            </a:r>
            <a:endParaRPr sz="1200" dirty="0">
              <a:latin typeface="Tahoma"/>
              <a:cs typeface="Tahoma"/>
            </a:endParaRPr>
          </a:p>
          <a:p>
            <a:pPr marL="12700" marR="248285">
              <a:lnSpc>
                <a:spcPct val="102699"/>
              </a:lnSpc>
              <a:spcBef>
                <a:spcPts val="325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∅</a:t>
            </a:r>
            <a:r>
              <a:rPr sz="1100" spc="-29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 is,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no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dirty="0">
                <a:latin typeface="Tahoma"/>
                <a:cs typeface="Tahoma"/>
              </a:rPr>
              <a:t> 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both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then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25095" algn="ctr">
              <a:lnSpc>
                <a:spcPct val="100000"/>
              </a:lnSpc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6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rebuchet MS"/>
                <a:cs typeface="Trebuchet MS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Multiplicative</a:t>
            </a:r>
            <a:r>
              <a:rPr spc="-35" dirty="0"/>
              <a:t> </a:t>
            </a:r>
            <a:r>
              <a:rPr spc="-10" dirty="0"/>
              <a:t>Principle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20" dirty="0"/>
              <a:t>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930070"/>
            <a:ext cx="4306570" cy="1445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Cartesian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product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6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25" dirty="0">
                <a:latin typeface="Tahoma"/>
                <a:cs typeface="Tahoma"/>
              </a:rPr>
              <a:t> by: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50165" algn="ctr">
              <a:lnSpc>
                <a:spcPct val="100000"/>
              </a:lnSpc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7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: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∧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160" dirty="0">
                <a:latin typeface="Trebuchet MS"/>
                <a:cs typeface="Trebuchet MS"/>
              </a:rPr>
              <a:t>B</a:t>
            </a:r>
            <a:r>
              <a:rPr sz="1100" spc="16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25" dirty="0">
                <a:latin typeface="Tahoma"/>
                <a:cs typeface="Tahoma"/>
              </a:rPr>
              <a:t> (</a:t>
            </a:r>
            <a:r>
              <a:rPr sz="1100" i="1" spc="-25" dirty="0">
                <a:latin typeface="Trebuchet MS"/>
                <a:cs typeface="Trebuchet MS"/>
              </a:rPr>
              <a:t>a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A</a:t>
            </a:r>
            <a:endParaRPr sz="1100" dirty="0">
              <a:latin typeface="Trebuchet MS"/>
              <a:cs typeface="Trebuchet MS"/>
            </a:endParaRPr>
          </a:p>
          <a:p>
            <a:pPr marL="12700" marR="2416810">
              <a:lnSpc>
                <a:spcPct val="102600"/>
              </a:lnSpc>
            </a:pP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spc="50" dirty="0">
                <a:latin typeface="Tahoma"/>
                <a:cs typeface="Tahoma"/>
              </a:rPr>
              <a:t>. </a:t>
            </a:r>
            <a:r>
              <a:rPr sz="1100" spc="-35" dirty="0">
                <a:latin typeface="Tahoma"/>
                <a:cs typeface="Tahoma"/>
              </a:rPr>
              <a:t>Example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Cartesian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product:</a:t>
            </a:r>
            <a:endParaRPr sz="1100" dirty="0">
              <a:latin typeface="Tahoma"/>
              <a:cs typeface="Tahoma"/>
            </a:endParaRPr>
          </a:p>
          <a:p>
            <a:pPr marL="50165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60" dirty="0">
                <a:latin typeface="Tahoma"/>
                <a:cs typeface="Tahoma"/>
              </a:rPr>
              <a:t>2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60" dirty="0">
                <a:latin typeface="Tahoma"/>
                <a:cs typeface="Tahoma"/>
              </a:rPr>
              <a:t>5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5)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5)</a:t>
            </a:r>
            <a:r>
              <a:rPr sz="1100" spc="-2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2386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CC0000"/>
                </a:solidFill>
                <a:latin typeface="Tahoma"/>
                <a:cs typeface="Tahoma"/>
              </a:rPr>
              <a:t>Cartesian </a:t>
            </a:r>
            <a:r>
              <a:rPr sz="1400" dirty="0">
                <a:solidFill>
                  <a:srgbClr val="CC0000"/>
                </a:solidFill>
                <a:latin typeface="Tahoma"/>
                <a:cs typeface="Tahoma"/>
              </a:rPr>
              <a:t>Product</a:t>
            </a:r>
            <a:r>
              <a:rPr sz="14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CC0000"/>
                </a:solidFill>
                <a:latin typeface="Tahoma"/>
                <a:cs typeface="Tahoma"/>
              </a:rPr>
              <a:t>Counting</a:t>
            </a:r>
            <a:r>
              <a:rPr sz="14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CC0000"/>
                </a:solidFill>
                <a:latin typeface="Tahoma"/>
                <a:cs typeface="Tahoma"/>
              </a:rPr>
              <a:t>(2)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794" y="982512"/>
          <a:ext cx="3547110" cy="1212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154"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100" i="1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sz="1100" spc="-8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spc="1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100" i="1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130" dirty="0">
                          <a:latin typeface="Lucida Sans Unicode"/>
                          <a:cs typeface="Lucida Sans Unicode"/>
                        </a:rPr>
                        <a:t>{</a:t>
                      </a:r>
                      <a:endParaRPr sz="11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8890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380"/>
                        </a:spcBef>
                        <a:tabLst>
                          <a:tab pos="65722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0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88900" algn="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130"/>
                        </a:lnSpc>
                        <a:tabLst>
                          <a:tab pos="65722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0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R="88900" algn="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130"/>
                        </a:lnSpc>
                        <a:tabLst>
                          <a:tab pos="65722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	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spc="-15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0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354330" algn="ctr">
                        <a:lnSpc>
                          <a:spcPts val="120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spc="-30" baseline="-10416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spc="-20" dirty="0">
                          <a:latin typeface="Arial"/>
                          <a:cs typeface="Arial"/>
                        </a:rPr>
                        <a:t>,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baseline="-10416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18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100" i="1" spc="185" dirty="0">
                          <a:latin typeface="Arial"/>
                          <a:cs typeface="Arial"/>
                        </a:rPr>
                        <a:t>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200" i="1" baseline="-10416" dirty="0">
                          <a:latin typeface="Constantia"/>
                          <a:cs typeface="Constantia"/>
                        </a:rPr>
                        <a:t>m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100" i="1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200" i="1" spc="-37" baseline="-10416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)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5844" y="1827858"/>
            <a:ext cx="4160406" cy="6732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rows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lang="en-US" sz="1100" spc="-30" dirty="0">
                <a:latin typeface="Tahoma"/>
                <a:cs typeface="Tahoma"/>
              </a:rPr>
              <a:t>columns</a:t>
            </a:r>
            <a:r>
              <a:rPr sz="1100" spc="-30" dirty="0">
                <a:latin typeface="Tahoma"/>
                <a:cs typeface="Tahoma"/>
              </a:rPr>
              <a:t>,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lang="en-US" sz="1100" i="1" spc="-60" dirty="0">
                <a:latin typeface="Trebuchet MS"/>
                <a:cs typeface="Trebuchet MS"/>
              </a:rPr>
              <a:t> x 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lang="en-US" sz="1100" spc="-105" dirty="0">
                <a:latin typeface="Lucida Sans Unicode"/>
                <a:cs typeface="Lucida Sans Unicode"/>
              </a:rPr>
              <a:t> </a:t>
            </a:r>
            <a:r>
              <a:rPr lang="en-US" sz="1100" spc="-25" dirty="0">
                <a:latin typeface="Tahoma"/>
                <a:cs typeface="Tahoma"/>
              </a:rPr>
              <a:t>pairs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Multiplicative</a:t>
            </a:r>
            <a:r>
              <a:rPr spc="-35" dirty="0"/>
              <a:t> </a:t>
            </a:r>
            <a:r>
              <a:rPr spc="-10" dirty="0"/>
              <a:t>Principle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20" dirty="0"/>
              <a:t>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686129"/>
            <a:ext cx="4333875" cy="21126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5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union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m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disjoint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5" dirty="0">
                <a:latin typeface="Tahoma"/>
                <a:cs typeface="Tahoma"/>
              </a:rPr>
              <a:t>those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elements.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m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12700" marR="2708910">
              <a:lnSpc>
                <a:spcPct val="102600"/>
              </a:lnSpc>
              <a:spcBef>
                <a:spcPts val="11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Multiplicative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Principle Given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spc="50" dirty="0">
                <a:latin typeface="Tahoma"/>
                <a:cs typeface="Tahoma"/>
              </a:rPr>
              <a:t>,</a:t>
            </a:r>
            <a:endParaRPr sz="1100" dirty="0">
              <a:latin typeface="Tahoma"/>
              <a:cs typeface="Tahoma"/>
            </a:endParaRPr>
          </a:p>
          <a:p>
            <a:pPr marL="22225" algn="ctr">
              <a:lnSpc>
                <a:spcPct val="100000"/>
              </a:lnSpc>
              <a:spcBef>
                <a:spcPts val="1130"/>
              </a:spcBef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Trebuchet MS"/>
                <a:cs typeface="Trebuchet MS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extended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sets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cardinality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Trebuchet MS"/>
                <a:cs typeface="Trebuchet MS"/>
              </a:rPr>
              <a:t>B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is: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22225" algn="ctr">
              <a:lnSpc>
                <a:spcPct val="100000"/>
              </a:lnSpc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</p:txBody>
      </p:sp>
      <p:pic>
        <p:nvPicPr>
          <p:cNvPr id="1026" name="Picture 2" descr="Union And Intersection Of Sets Cardinal Number Practical Problems">
            <a:extLst>
              <a:ext uri="{FF2B5EF4-FFF2-40B4-BE49-F238E27FC236}">
                <a16:creationId xmlns:a16="http://schemas.microsoft.com/office/drawing/2014/main" id="{CB79A4FA-2B59-B691-F441-6AE4B31BF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69" y="1882775"/>
            <a:ext cx="1162050" cy="72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Cardinality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Union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3</a:t>
            </a:r>
            <a:r>
              <a:rPr spc="-45" dirty="0"/>
              <a:t> </a:t>
            </a:r>
            <a:r>
              <a:rPr spc="-20" dirty="0"/>
              <a:t>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5844" y="531100"/>
            <a:ext cx="4389006" cy="1138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For</a:t>
            </a:r>
            <a:r>
              <a:rPr spc="-35" dirty="0"/>
              <a:t> any</a:t>
            </a:r>
            <a:r>
              <a:rPr spc="-25" dirty="0"/>
              <a:t> </a:t>
            </a:r>
            <a:r>
              <a:rPr spc="-10" dirty="0"/>
              <a:t>finite</a:t>
            </a:r>
            <a:r>
              <a:rPr spc="-15" dirty="0"/>
              <a:t> </a:t>
            </a:r>
            <a:r>
              <a:rPr spc="-35" dirty="0"/>
              <a:t>sets</a:t>
            </a:r>
            <a:r>
              <a:rPr spc="-20" dirty="0"/>
              <a:t> </a:t>
            </a:r>
            <a:r>
              <a:rPr i="1" dirty="0">
                <a:latin typeface="Trebuchet MS"/>
                <a:cs typeface="Trebuchet MS"/>
              </a:rPr>
              <a:t>A</a:t>
            </a:r>
            <a:r>
              <a:rPr dirty="0"/>
              <a:t>,</a:t>
            </a:r>
            <a:r>
              <a:rPr spc="-20" dirty="0"/>
              <a:t> </a:t>
            </a:r>
            <a:r>
              <a:rPr i="1" spc="75" dirty="0">
                <a:latin typeface="Trebuchet MS"/>
                <a:cs typeface="Trebuchet MS"/>
              </a:rPr>
              <a:t>B</a:t>
            </a:r>
            <a:r>
              <a:rPr spc="75" dirty="0"/>
              <a:t>,</a:t>
            </a:r>
            <a:r>
              <a:rPr spc="-15" dirty="0"/>
              <a:t> </a:t>
            </a:r>
            <a:r>
              <a:rPr spc="-35" dirty="0"/>
              <a:t>and</a:t>
            </a:r>
            <a:r>
              <a:rPr spc="-20" dirty="0"/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204" dirty="0">
                <a:latin typeface="Trebuchet MS"/>
                <a:cs typeface="Trebuchet MS"/>
              </a:rPr>
              <a:t> </a:t>
            </a:r>
            <a:r>
              <a:rPr spc="-50" dirty="0"/>
              <a:t>,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10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Trebuchet MS"/>
                <a:cs typeface="Trebuchet MS"/>
              </a:rPr>
              <a:t>B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∪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25" dirty="0">
                <a:latin typeface="Lucida Sans Unicode"/>
                <a:cs typeface="Lucida Sans Unicode"/>
              </a:rPr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spc="-65" dirty="0">
                <a:latin typeface="Lucida Sans Unicode"/>
                <a:cs typeface="Lucida Sans Unicode"/>
              </a:rPr>
              <a:t>|</a:t>
            </a:r>
            <a:r>
              <a:rPr i="1" spc="-65" dirty="0">
                <a:latin typeface="Trebuchet MS"/>
                <a:cs typeface="Trebuchet MS"/>
              </a:rPr>
              <a:t>A</a:t>
            </a:r>
            <a:r>
              <a:rPr spc="-65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/>
              <a:t>+</a:t>
            </a:r>
            <a:r>
              <a:rPr spc="-105" dirty="0"/>
              <a:t> </a:t>
            </a:r>
            <a:r>
              <a:rPr spc="-20" dirty="0">
                <a:latin typeface="Lucida Sans Unicode"/>
                <a:cs typeface="Lucida Sans Unicode"/>
              </a:rPr>
              <a:t>|</a:t>
            </a:r>
            <a:r>
              <a:rPr i="1" spc="-20" dirty="0">
                <a:latin typeface="Trebuchet MS"/>
                <a:cs typeface="Trebuchet MS"/>
              </a:rPr>
              <a:t>B</a:t>
            </a:r>
            <a:r>
              <a:rPr spc="-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/>
              <a:t>+</a:t>
            </a:r>
            <a:r>
              <a:rPr spc="-105" dirty="0"/>
              <a:t> </a:t>
            </a:r>
            <a:r>
              <a:rPr spc="-45" dirty="0">
                <a:latin typeface="Lucida Sans Unicode"/>
                <a:cs typeface="Lucida Sans Unicode"/>
              </a:rPr>
              <a:t>|</a:t>
            </a:r>
            <a:r>
              <a:rPr i="1" spc="-45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90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9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|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5" dirty="0">
                <a:latin typeface="Trebuchet MS"/>
                <a:cs typeface="Trebuchet MS"/>
              </a:rPr>
              <a:t> </a:t>
            </a:r>
            <a:r>
              <a:rPr spc="-120" dirty="0">
                <a:latin typeface="Lucida Sans Unicode"/>
                <a:cs typeface="Lucida Sans Unicode"/>
              </a:rPr>
              <a:t>|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/>
              <a:t>+</a:t>
            </a:r>
            <a:r>
              <a:rPr spc="-110" dirty="0"/>
              <a:t> </a:t>
            </a:r>
            <a:r>
              <a:rPr spc="-40" dirty="0">
                <a:latin typeface="Lucida Sans Unicode"/>
                <a:cs typeface="Lucida Sans Unicode"/>
              </a:rPr>
              <a:t>|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i="1" spc="-90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spc="100" dirty="0">
                <a:latin typeface="Trebuchet MS"/>
                <a:cs typeface="Trebuchet MS"/>
              </a:rPr>
              <a:t>B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spc="-155" dirty="0">
                <a:latin typeface="Lucida Sans Unicode"/>
                <a:cs typeface="Lucida Sans Unicode"/>
              </a:rPr>
              <a:t>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Trebuchet MS"/>
                <a:cs typeface="Trebuchet MS"/>
              </a:rPr>
              <a:t>C</a:t>
            </a:r>
            <a:r>
              <a:rPr i="1" spc="-190" dirty="0">
                <a:latin typeface="Trebuchet MS"/>
                <a:cs typeface="Trebuchet MS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|</a:t>
            </a:r>
          </a:p>
          <a:p>
            <a:pPr marL="12700" marR="656590">
              <a:lnSpc>
                <a:spcPct val="147900"/>
              </a:lnSpc>
              <a:spcBef>
                <a:spcPts val="1095"/>
              </a:spcBef>
            </a:pPr>
            <a:r>
              <a:rPr dirty="0"/>
              <a:t>This</a:t>
            </a:r>
            <a:r>
              <a:rPr spc="-30" dirty="0"/>
              <a:t> </a:t>
            </a:r>
            <a:r>
              <a:rPr spc="-60" dirty="0"/>
              <a:t>process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called </a:t>
            </a:r>
            <a:r>
              <a:rPr spc="-10" dirty="0"/>
              <a:t>the</a:t>
            </a:r>
            <a:r>
              <a:rPr spc="-20" dirty="0"/>
              <a:t> </a:t>
            </a:r>
            <a:r>
              <a:rPr i="1" spc="-50" dirty="0">
                <a:latin typeface="Trebuchet MS"/>
                <a:cs typeface="Trebuchet MS"/>
              </a:rPr>
              <a:t>Principle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spc="-45" dirty="0">
                <a:latin typeface="Trebuchet MS"/>
                <a:cs typeface="Trebuchet MS"/>
              </a:rPr>
              <a:t>of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Inclusion/Exclusion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spc="-10" dirty="0"/>
              <a:t>(PIE) </a:t>
            </a:r>
            <a:r>
              <a:rPr spc="-35" dirty="0"/>
              <a:t>Example</a:t>
            </a:r>
            <a:r>
              <a:rPr spc="-25" dirty="0"/>
              <a:t> </a:t>
            </a:r>
            <a:r>
              <a:rPr spc="-10" dirty="0"/>
              <a:t>1.1.8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4153" y="1865514"/>
            <a:ext cx="244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f</a:t>
            </a:r>
            <a:r>
              <a:rPr sz="1100" i="1" spc="10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3977" y="1807527"/>
            <a:ext cx="2677160" cy="349250"/>
            <a:chOff x="1093977" y="1807527"/>
            <a:chExt cx="2677160" cy="349250"/>
          </a:xfrm>
        </p:grpSpPr>
        <p:sp>
          <p:nvSpPr>
            <p:cNvPr id="7" name="object 7"/>
            <p:cNvSpPr/>
            <p:nvPr/>
          </p:nvSpPr>
          <p:spPr>
            <a:xfrm>
              <a:off x="1660779" y="1807527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3977" y="1982127"/>
              <a:ext cx="2677160" cy="0"/>
            </a:xfrm>
            <a:custGeom>
              <a:avLst/>
              <a:gdLst/>
              <a:ahLst/>
              <a:cxnLst/>
              <a:rect l="l" t="t" r="r" b="b"/>
              <a:pathLst>
                <a:path w="2677160">
                  <a:moveTo>
                    <a:pt x="0" y="0"/>
                  </a:moveTo>
                  <a:lnTo>
                    <a:pt x="26771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0779" y="1984667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44549" y="1765843"/>
            <a:ext cx="2559050" cy="37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100"/>
              </a:spcBef>
              <a:tabLst>
                <a:tab pos="579120" algn="l"/>
                <a:tab pos="601980" algn="l"/>
                <a:tab pos="843915" algn="l"/>
                <a:tab pos="1074420" algn="l"/>
                <a:tab pos="1306195" algn="l"/>
                <a:tab pos="1369695" algn="l"/>
                <a:tab pos="1628775" algn="l"/>
                <a:tab pos="1691005" algn="l"/>
                <a:tab pos="1948814" algn="l"/>
                <a:tab pos="2012950" algn="l"/>
                <a:tab pos="2272665" algn="l"/>
                <a:tab pos="2383155" algn="l"/>
              </a:tabLst>
            </a:pPr>
            <a:r>
              <a:rPr sz="1100" i="1" spc="-10" dirty="0">
                <a:latin typeface="Trebuchet MS"/>
                <a:cs typeface="Trebuchet MS"/>
              </a:rPr>
              <a:t>Subject</a:t>
            </a:r>
            <a:r>
              <a:rPr sz="1100" i="1" dirty="0">
                <a:latin typeface="Trebuchet MS"/>
                <a:cs typeface="Trebuchet MS"/>
              </a:rPr>
              <a:t>		</a:t>
            </a:r>
            <a:r>
              <a:rPr sz="1100" i="1" spc="-50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50" dirty="0">
                <a:latin typeface="Trebuchet MS"/>
                <a:cs typeface="Trebuchet MS"/>
              </a:rPr>
              <a:t>C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45" dirty="0">
                <a:latin typeface="Trebuchet MS"/>
                <a:cs typeface="Trebuchet MS"/>
              </a:rPr>
              <a:t>AB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25" dirty="0">
                <a:latin typeface="Trebuchet MS"/>
                <a:cs typeface="Trebuchet MS"/>
              </a:rPr>
              <a:t>AC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35" dirty="0">
                <a:latin typeface="Trebuchet MS"/>
                <a:cs typeface="Trebuchet MS"/>
              </a:rPr>
              <a:t>BC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25" dirty="0">
                <a:latin typeface="Trebuchet MS"/>
                <a:cs typeface="Trebuchet MS"/>
              </a:rPr>
              <a:t>ABC </a:t>
            </a:r>
            <a:r>
              <a:rPr sz="1100" i="1" spc="-10" dirty="0">
                <a:latin typeface="Trebuchet MS"/>
                <a:cs typeface="Trebuchet MS"/>
              </a:rPr>
              <a:t>Failed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spc="-25" dirty="0">
                <a:latin typeface="Tahoma"/>
                <a:cs typeface="Tahoma"/>
              </a:rPr>
              <a:t>12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	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		</a:t>
            </a:r>
            <a:r>
              <a:rPr sz="1100" spc="-50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-50" dirty="0">
                <a:latin typeface="Tahoma"/>
                <a:cs typeface="Tahoma"/>
              </a:rPr>
              <a:t>6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-50" dirty="0">
                <a:latin typeface="Tahoma"/>
                <a:cs typeface="Tahoma"/>
              </a:rPr>
              <a:t>3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2329445"/>
            <a:ext cx="4164329" cy="784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students </a:t>
            </a:r>
            <a:r>
              <a:rPr sz="1100" spc="-25" dirty="0">
                <a:latin typeface="Tahoma"/>
                <a:cs typeface="Tahoma"/>
              </a:rPr>
              <a:t>failed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subject?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i="1" spc="-65" dirty="0">
                <a:latin typeface="Trebuchet MS"/>
                <a:cs typeface="Trebuchet MS"/>
              </a:rPr>
              <a:t>A</a:t>
            </a:r>
            <a:r>
              <a:rPr sz="1100" spc="-65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12,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Lucida Sans Unicode"/>
                <a:cs typeface="Lucida Sans Unicode"/>
              </a:rPr>
              <a:t>|</a:t>
            </a:r>
            <a:r>
              <a:rPr sz="1100" i="1" spc="-45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6,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Trebuchet MS"/>
                <a:cs typeface="Trebuchet MS"/>
              </a:rPr>
              <a:t>B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0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100" dirty="0">
                <a:latin typeface="Trebuchet MS"/>
                <a:cs typeface="Trebuchet MS"/>
              </a:rPr>
              <a:t>B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0" dirty="0">
                <a:latin typeface="Trebuchet MS"/>
                <a:cs typeface="Trebuchet MS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15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050" name="Picture 2" descr="Union And Intersection Of Sets Cardinal Number Practical Problems">
            <a:extLst>
              <a:ext uri="{FF2B5EF4-FFF2-40B4-BE49-F238E27FC236}">
                <a16:creationId xmlns:a16="http://schemas.microsoft.com/office/drawing/2014/main" id="{D8B6AD7B-32E0-95B7-65CD-669A7F17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938" y="40407"/>
            <a:ext cx="1085850" cy="75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Subsets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884566"/>
            <a:ext cx="4416425" cy="17062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165" marR="136271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powerset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70" dirty="0">
                <a:latin typeface="Trebuchet MS"/>
                <a:cs typeface="Trebuchet MS"/>
              </a:rPr>
              <a:t>c</a:t>
            </a:r>
            <a:r>
              <a:rPr sz="1100" spc="70" dirty="0">
                <a:latin typeface="Lucida Sans Unicode"/>
                <a:cs typeface="Lucida Sans Unicode"/>
              </a:rPr>
              <a:t>}</a:t>
            </a:r>
            <a:r>
              <a:rPr sz="1100" spc="70" dirty="0">
                <a:latin typeface="Tahoma"/>
                <a:cs typeface="Tahoma"/>
              </a:rPr>
              <a:t>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powerset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</a:pPr>
            <a:r>
              <a:rPr sz="1100" spc="65" dirty="0">
                <a:latin typeface="Lucida Sans Unicode"/>
                <a:cs typeface="Lucida Sans Unicode"/>
              </a:rPr>
              <a:t>P</a:t>
            </a:r>
            <a:r>
              <a:rPr sz="1100" spc="65" dirty="0">
                <a:latin typeface="Tahoma"/>
                <a:cs typeface="Tahoma"/>
              </a:rPr>
              <a:t>(</a:t>
            </a:r>
            <a:r>
              <a:rPr sz="1100" i="1" spc="65" dirty="0">
                <a:latin typeface="Trebuchet MS"/>
                <a:cs typeface="Trebuchet MS"/>
              </a:rPr>
              <a:t>A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135" dirty="0">
                <a:latin typeface="Lucida Sans Unicode"/>
                <a:cs typeface="Lucida Sans Unicode"/>
              </a:rPr>
              <a:t>{{}</a:t>
            </a:r>
            <a:r>
              <a:rPr sz="1100" i="1" spc="135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75" dirty="0">
                <a:latin typeface="Lucida Sans Unicode"/>
                <a:cs typeface="Lucida Sans Unicode"/>
              </a:rPr>
              <a:t>{</a:t>
            </a:r>
            <a:r>
              <a:rPr sz="1100" i="1" spc="75" dirty="0">
                <a:latin typeface="Trebuchet MS"/>
                <a:cs typeface="Trebuchet MS"/>
              </a:rPr>
              <a:t>a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i="1" spc="75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80" dirty="0">
                <a:latin typeface="Lucida Sans Unicode"/>
                <a:cs typeface="Lucida Sans Unicode"/>
              </a:rPr>
              <a:t>{</a:t>
            </a:r>
            <a:r>
              <a:rPr sz="1100" i="1" spc="80" dirty="0">
                <a:latin typeface="Trebuchet MS"/>
                <a:cs typeface="Trebuchet MS"/>
              </a:rPr>
              <a:t>b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i="1" spc="8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{</a:t>
            </a:r>
            <a:r>
              <a:rPr sz="1100" i="1" spc="105" dirty="0">
                <a:latin typeface="Trebuchet MS"/>
                <a:cs typeface="Trebuchet MS"/>
              </a:rPr>
              <a:t>c</a:t>
            </a:r>
            <a:r>
              <a:rPr sz="1100" spc="105" dirty="0">
                <a:latin typeface="Lucida Sans Unicode"/>
                <a:cs typeface="Lucida Sans Unicode"/>
              </a:rPr>
              <a:t>}</a:t>
            </a:r>
            <a:r>
              <a:rPr sz="1100" i="1" spc="105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spc="50" dirty="0">
                <a:latin typeface="Lucida Sans Unicode"/>
                <a:cs typeface="Lucida Sans Unicode"/>
              </a:rPr>
              <a:t>}</a:t>
            </a:r>
            <a:r>
              <a:rPr sz="1100" i="1" spc="5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80" dirty="0">
                <a:latin typeface="Trebuchet MS"/>
                <a:cs typeface="Trebuchet MS"/>
              </a:rPr>
              <a:t>c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i="1" spc="8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{</a:t>
            </a:r>
            <a:r>
              <a:rPr sz="1100" i="1" spc="50" dirty="0">
                <a:latin typeface="Trebuchet MS"/>
                <a:cs typeface="Trebuchet MS"/>
              </a:rPr>
              <a:t>b</a:t>
            </a:r>
            <a:r>
              <a:rPr sz="1100" i="1" spc="5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80" dirty="0">
                <a:latin typeface="Trebuchet MS"/>
                <a:cs typeface="Trebuchet MS"/>
              </a:rPr>
              <a:t>c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i="1" spc="8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90" dirty="0">
                <a:latin typeface="Arial"/>
                <a:cs typeface="Arial"/>
              </a:rPr>
              <a:t> </a:t>
            </a:r>
            <a:r>
              <a:rPr sz="1100" i="1" spc="114" dirty="0">
                <a:latin typeface="Trebuchet MS"/>
                <a:cs typeface="Trebuchet MS"/>
              </a:rPr>
              <a:t>c</a:t>
            </a:r>
            <a:r>
              <a:rPr sz="1100" spc="114" dirty="0">
                <a:latin typeface="Lucida Sans Unicode"/>
                <a:cs typeface="Lucida Sans Unicode"/>
              </a:rPr>
              <a:t>}}</a:t>
            </a:r>
            <a:endParaRPr sz="1100" dirty="0">
              <a:latin typeface="Lucida Sans Unicode"/>
              <a:cs typeface="Lucida Sans Unicode"/>
            </a:endParaRPr>
          </a:p>
          <a:p>
            <a:pPr marL="50800" marR="713105">
              <a:lnSpc>
                <a:spcPct val="147900"/>
              </a:lnSpc>
              <a:spcBef>
                <a:spcPts val="65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i="1" spc="-40" dirty="0">
                <a:latin typeface="Trebuchet MS"/>
                <a:cs typeface="Trebuchet MS"/>
              </a:rPr>
              <a:t>A</a:t>
            </a:r>
            <a:r>
              <a:rPr sz="1100" spc="-40" dirty="0">
                <a:latin typeface="Lucida Sans Unicode"/>
                <a:cs typeface="Lucida Sans Unicode"/>
              </a:rPr>
              <a:t>|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3.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200" i="1" spc="-60" baseline="27777" dirty="0">
                <a:latin typeface="Constantia"/>
                <a:cs typeface="Constantia"/>
              </a:rPr>
              <a:t>k</a:t>
            </a:r>
            <a:r>
              <a:rPr sz="1200" i="1" spc="-112" baseline="27777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8.</a:t>
            </a:r>
            <a:endParaRPr sz="1100" dirty="0">
              <a:latin typeface="Tahoma"/>
              <a:cs typeface="Tahoma"/>
            </a:endParaRPr>
          </a:p>
          <a:p>
            <a:pPr marL="50800" marR="43180">
              <a:lnSpc>
                <a:spcPct val="102600"/>
              </a:lnSpc>
              <a:spcBef>
                <a:spcPts val="60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elements?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35" dirty="0">
                <a:latin typeface="Tahoma"/>
                <a:cs typeface="Tahoma"/>
              </a:rPr>
              <a:t> have </a:t>
            </a:r>
            <a:r>
              <a:rPr sz="1100" spc="-30" dirty="0">
                <a:latin typeface="Tahoma"/>
                <a:cs typeface="Tahoma"/>
              </a:rPr>
              <a:t>cardinality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Decomposition</a:t>
            </a:r>
            <a:r>
              <a:rPr spc="-30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0689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123440"/>
            <a:ext cx="3988435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solved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partitioning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35" dirty="0">
                <a:latin typeface="Tahoma"/>
                <a:cs typeface="Tahoma"/>
              </a:rPr>
              <a:t>smaller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(sub-</a:t>
            </a:r>
            <a:r>
              <a:rPr sz="1100" spc="-10" dirty="0">
                <a:latin typeface="Tahoma"/>
                <a:cs typeface="Tahoma"/>
              </a:rPr>
              <a:t>problems)</a:t>
            </a:r>
            <a:endParaRPr sz="1100" dirty="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sub-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solved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sub-</a:t>
            </a:r>
            <a:r>
              <a:rPr sz="1100" spc="-10" dirty="0">
                <a:latin typeface="Tahoma"/>
                <a:cs typeface="Tahoma"/>
              </a:rPr>
              <a:t>problems</a:t>
            </a:r>
            <a:endParaRPr sz="1100" dirty="0">
              <a:latin typeface="Tahoma"/>
              <a:cs typeface="Tahoma"/>
            </a:endParaRPr>
          </a:p>
          <a:p>
            <a:pPr marL="12700" marR="199390" algn="just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sub-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combined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final </a:t>
            </a:r>
            <a:r>
              <a:rPr sz="1100" spc="-25" dirty="0">
                <a:latin typeface="Tahoma"/>
                <a:cs typeface="Tahoma"/>
              </a:rPr>
              <a:t>result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problem.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additive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30" dirty="0">
                <a:latin typeface="Tahoma"/>
                <a:cs typeface="Tahoma"/>
              </a:rPr>
              <a:t>applied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step.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8899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9903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Bit</a:t>
            </a:r>
            <a:r>
              <a:rPr spc="175" dirty="0"/>
              <a:t> </a:t>
            </a:r>
            <a:r>
              <a:rPr spc="-25" dirty="0"/>
              <a:t>Strings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777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530552"/>
            <a:ext cx="309753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length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weight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string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1’s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Constantia"/>
                <a:cs typeface="Constantia"/>
              </a:rPr>
              <a:t>n</a:t>
            </a:r>
            <a:r>
              <a:rPr sz="1200" i="1" spc="247" baseline="31250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strings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6780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077836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87868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4532" y="1283930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04428"/>
            <a:ext cx="2593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Constantia"/>
                <a:cs typeface="Constantia"/>
              </a:rPr>
              <a:t>n</a:t>
            </a:r>
            <a:r>
              <a:rPr sz="1200" i="1" spc="284" baseline="27777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497901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7532" y="1414461"/>
            <a:ext cx="38214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200" spc="150" baseline="27777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011,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101,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20" dirty="0">
                <a:latin typeface="Tahoma"/>
                <a:cs typeface="Tahoma"/>
              </a:rPr>
              <a:t>110.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532" y="1480658"/>
            <a:ext cx="3817620" cy="5461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R="320040" algn="ctr">
              <a:lnSpc>
                <a:spcPct val="100000"/>
              </a:lnSpc>
              <a:spcBef>
                <a:spcPts val="170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length </a:t>
            </a:r>
            <a:r>
              <a:rPr sz="1100" dirty="0">
                <a:latin typeface="Tahoma"/>
                <a:cs typeface="Tahoma"/>
              </a:rPr>
              <a:t>5?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answer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200" baseline="27777" dirty="0">
                <a:latin typeface="Tahoma"/>
                <a:cs typeface="Tahoma"/>
              </a:rPr>
              <a:t>5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32.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5" dirty="0">
                <a:latin typeface="Tahoma"/>
                <a:cs typeface="Tahoma"/>
              </a:rPr>
              <a:t> many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those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3?</a:t>
            </a:r>
            <a:r>
              <a:rPr lang="en-US" sz="1100" spc="-25" dirty="0">
                <a:latin typeface="Tahoma"/>
                <a:cs typeface="Tahoma"/>
              </a:rPr>
              <a:t> Answer is 10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4" name="objec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707934"/>
            <a:ext cx="65265" cy="65265"/>
          </a:xfrm>
          <a:prstGeom prst="rect">
            <a:avLst/>
          </a:prstGeom>
        </p:spPr>
      </p:pic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917966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4832" y="2145778"/>
            <a:ext cx="4080510" cy="929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 algn="ctr">
              <a:lnSpc>
                <a:spcPts val="944"/>
              </a:lnSpc>
              <a:spcBef>
                <a:spcPts val="90"/>
              </a:spcBef>
            </a:pP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5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4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b="1" spc="-20" dirty="0">
                <a:latin typeface="Arial"/>
                <a:cs typeface="Arial"/>
              </a:rPr>
              <a:t>B</a:t>
            </a:r>
            <a:r>
              <a:rPr sz="1200" spc="-30" baseline="31250" dirty="0">
                <a:latin typeface="Tahoma"/>
                <a:cs typeface="Tahoma"/>
              </a:rPr>
              <a:t>4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  <a:p>
            <a:pPr marL="1682750">
              <a:lnSpc>
                <a:spcPts val="585"/>
              </a:lnSpc>
              <a:tabLst>
                <a:tab pos="2105660" algn="l"/>
                <a:tab pos="2513965" algn="l"/>
              </a:tabLst>
            </a:pPr>
            <a:r>
              <a:rPr sz="800" spc="-50" dirty="0">
                <a:latin typeface="Tahoma"/>
                <a:cs typeface="Tahoma"/>
              </a:rPr>
              <a:t>3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3</a:t>
            </a:r>
            <a:endParaRPr sz="800" dirty="0">
              <a:latin typeface="Tahoma"/>
              <a:cs typeface="Tahoma"/>
            </a:endParaRPr>
          </a:p>
          <a:p>
            <a:pPr marL="74295" algn="ctr">
              <a:lnSpc>
                <a:spcPts val="944"/>
              </a:lnSpc>
              <a:spcBef>
                <a:spcPts val="919"/>
              </a:spcBef>
            </a:pP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4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3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spc="3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and</a:t>
            </a:r>
            <a:r>
              <a:rPr sz="1100" spc="480" dirty="0">
                <a:latin typeface="Cambria"/>
                <a:cs typeface="Cambri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4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b="1" spc="-55" dirty="0">
                <a:latin typeface="Arial"/>
                <a:cs typeface="Arial"/>
              </a:rPr>
              <a:t>B</a:t>
            </a:r>
            <a:r>
              <a:rPr sz="1200" spc="-82" baseline="31250" dirty="0">
                <a:latin typeface="Tahoma"/>
                <a:cs typeface="Tahoma"/>
              </a:rPr>
              <a:t>3</a:t>
            </a:r>
            <a:r>
              <a:rPr sz="1100" spc="-55" dirty="0">
                <a:latin typeface="Lucida Sans Unicode"/>
                <a:cs typeface="Lucida Sans Unicode"/>
              </a:rPr>
              <a:t>|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b="1" spc="-20" dirty="0">
                <a:latin typeface="Arial"/>
                <a:cs typeface="Arial"/>
              </a:rPr>
              <a:t>B</a:t>
            </a:r>
            <a:r>
              <a:rPr sz="1200" spc="-30" baseline="31250" dirty="0">
                <a:latin typeface="Tahoma"/>
                <a:cs typeface="Tahoma"/>
              </a:rPr>
              <a:t>3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endParaRPr sz="1100" dirty="0">
              <a:latin typeface="Lucida Sans Unicode"/>
              <a:cs typeface="Lucida Sans Unicode"/>
            </a:endParaRPr>
          </a:p>
          <a:p>
            <a:pPr marL="943610">
              <a:lnSpc>
                <a:spcPts val="585"/>
              </a:lnSpc>
              <a:tabLst>
                <a:tab pos="1366520" algn="l"/>
                <a:tab pos="1774825" algn="l"/>
                <a:tab pos="2421255" algn="l"/>
                <a:tab pos="2844800" algn="l"/>
                <a:tab pos="3253104" algn="l"/>
              </a:tabLst>
            </a:pP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3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3</a:t>
            </a:r>
            <a:endParaRPr sz="800" dirty="0">
              <a:latin typeface="Tahoma"/>
              <a:cs typeface="Tahoma"/>
            </a:endParaRPr>
          </a:p>
          <a:p>
            <a:pPr marL="50800" marR="43180">
              <a:lnSpc>
                <a:spcPct val="102600"/>
              </a:lnSpc>
              <a:spcBef>
                <a:spcPts val="440"/>
              </a:spcBef>
            </a:pPr>
            <a:r>
              <a:rPr sz="1100" dirty="0">
                <a:latin typeface="Tahoma"/>
                <a:cs typeface="Tahoma"/>
              </a:rPr>
              <a:t>With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3-</a:t>
            </a:r>
            <a:r>
              <a:rPr sz="1100" spc="-50" dirty="0">
                <a:latin typeface="Tahoma"/>
                <a:cs typeface="Tahoma"/>
              </a:rPr>
              <a:t>element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counting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5-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7" name="objec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794787"/>
            <a:ext cx="65265" cy="652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491A1D-F489-7D62-9DDD-2BF42DB3230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162"/>
          <a:stretch>
            <a:fillRect/>
          </a:stretch>
        </p:blipFill>
        <p:spPr>
          <a:xfrm>
            <a:off x="3802303" y="567896"/>
            <a:ext cx="526708" cy="5691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Binomial</a:t>
            </a:r>
            <a:r>
              <a:rPr spc="-50" dirty="0"/>
              <a:t> </a:t>
            </a:r>
            <a:r>
              <a:rPr spc="-30" dirty="0"/>
              <a:t>Coefficients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775" y="485965"/>
            <a:ext cx="308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8206" y="777849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5590" y="966609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63609" y="676224"/>
            <a:ext cx="30924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020" y="1413181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2218" y="130558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363" y="1414831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863" y="1217510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9588" y="131677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9588" y="1409243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266" y="1329728"/>
            <a:ext cx="276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100" b="1" spc="14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|</a:t>
            </a:r>
            <a:r>
              <a:rPr sz="1100" spc="-5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weight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020" y="1699134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82218" y="159152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363" y="1700784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8" name="objec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863" y="1503451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0962" y="1615681"/>
            <a:ext cx="3810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cardinality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20" name="object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020" y="1985074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82218" y="187747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363" y="1986724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3" name="objec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863" y="1789404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962" y="1901621"/>
            <a:ext cx="3076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83995" algn="l"/>
              </a:tabLst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coefficient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21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y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expansion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y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22385" y="1888680"/>
            <a:ext cx="20605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1995" algn="l"/>
              </a:tabLst>
            </a:pPr>
            <a:r>
              <a:rPr sz="800" i="1" dirty="0">
                <a:latin typeface="Constantia"/>
                <a:cs typeface="Constantia"/>
              </a:rPr>
              <a:t>k</a:t>
            </a:r>
            <a:r>
              <a:rPr sz="800" i="1" spc="175" dirty="0">
                <a:latin typeface="Constantia"/>
                <a:cs typeface="Constantia"/>
              </a:rPr>
              <a:t>  </a:t>
            </a:r>
            <a:r>
              <a:rPr sz="800" i="1" spc="35" dirty="0">
                <a:latin typeface="Constantia"/>
                <a:cs typeface="Constantia"/>
              </a:rPr>
              <a:t>n</a:t>
            </a:r>
            <a:r>
              <a:rPr sz="800" i="1" spc="35" dirty="0">
                <a:latin typeface="Arial"/>
                <a:cs typeface="Arial"/>
              </a:rPr>
              <a:t>−</a:t>
            </a:r>
            <a:r>
              <a:rPr sz="800" i="1" spc="35" dirty="0">
                <a:latin typeface="Constantia"/>
                <a:cs typeface="Constantia"/>
              </a:rPr>
              <a:t>k</a:t>
            </a:r>
            <a:r>
              <a:rPr sz="800" i="1" dirty="0">
                <a:latin typeface="Constantia"/>
                <a:cs typeface="Constantia"/>
              </a:rPr>
              <a:t>	</a:t>
            </a:r>
            <a:r>
              <a:rPr sz="800" i="1" spc="-60" dirty="0">
                <a:latin typeface="Constantia"/>
                <a:cs typeface="Constantia"/>
              </a:rPr>
              <a:t>n</a:t>
            </a:r>
            <a:endParaRPr sz="800" dirty="0">
              <a:latin typeface="Constantia"/>
              <a:cs typeface="Constantia"/>
            </a:endParaRPr>
          </a:p>
        </p:txBody>
      </p:sp>
      <p:pic>
        <p:nvPic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5020" y="2271028"/>
            <a:ext cx="65265" cy="6526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82218" y="216341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363" y="227267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9" name="object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6863" y="2075357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8702" y="2187575"/>
            <a:ext cx="3847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ways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select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5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objects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objects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026" name="Picture 2" descr="Exponents">
            <a:extLst>
              <a:ext uri="{FF2B5EF4-FFF2-40B4-BE49-F238E27FC236}">
                <a16:creationId xmlns:a16="http://schemas.microsoft.com/office/drawing/2014/main" id="{7628A778-188E-AEC1-F098-41CA81311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20" y="2556982"/>
            <a:ext cx="1846593" cy="59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Binomial Theorem Explained. with a special splash of Pascal's… | by  Brett Berry | Math Hacks | Medium">
            <a:extLst>
              <a:ext uri="{FF2B5EF4-FFF2-40B4-BE49-F238E27FC236}">
                <a16:creationId xmlns:a16="http://schemas.microsoft.com/office/drawing/2014/main" id="{4F07ADB4-FC63-F659-54B5-4B45592B5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020" y="2462998"/>
            <a:ext cx="2128253" cy="895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Applying</a:t>
            </a:r>
            <a:r>
              <a:rPr spc="-35" dirty="0"/>
              <a:t> </a:t>
            </a:r>
            <a:r>
              <a:rPr spc="-10" dirty="0"/>
              <a:t>Binomial</a:t>
            </a:r>
            <a:r>
              <a:rPr spc="-35" dirty="0"/>
              <a:t> </a:t>
            </a:r>
            <a:r>
              <a:rPr spc="-30" dirty="0"/>
              <a:t>Coefficients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2301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39557"/>
            <a:ext cx="3683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55" dirty="0">
                <a:latin typeface="Tahoma"/>
                <a:cs typeface="Tahoma"/>
              </a:rPr>
              <a:t>5</a:t>
            </a:r>
            <a:r>
              <a:rPr sz="1100" spc="55" dirty="0">
                <a:latin typeface="Lucida Sans Unicode"/>
                <a:cs typeface="Lucida Sans Unicode"/>
              </a:rPr>
              <a:t>}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contain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elements?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011629"/>
            <a:ext cx="480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Answer: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3284" y="98748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284" y="109673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19784" y="899412"/>
            <a:ext cx="2063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2095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238642"/>
            <a:ext cx="3470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strings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length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 </a:t>
            </a:r>
            <a:r>
              <a:rPr sz="1100" dirty="0">
                <a:latin typeface="Tahoma"/>
                <a:cs typeface="Tahoma"/>
              </a:rPr>
              <a:t>3?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Answer: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73957" y="121448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3957" y="132374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10457" y="1126412"/>
            <a:ext cx="2063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08035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2932" y="1524582"/>
            <a:ext cx="1383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Recurrence</a:t>
            </a:r>
            <a:r>
              <a:rPr sz="1100" spc="-20" dirty="0">
                <a:latin typeface="Tahoma"/>
                <a:cs typeface="Tahoma"/>
              </a:rPr>
              <a:t> Relation </a:t>
            </a:r>
            <a:r>
              <a:rPr sz="1100" spc="-25" dirty="0">
                <a:latin typeface="Tahoma"/>
                <a:cs typeface="Tahoma"/>
              </a:rPr>
              <a:t>for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1827" y="15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9986" y="160968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9" name="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06486" y="1412365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10435" y="1868740"/>
            <a:ext cx="1464310" cy="229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985"/>
              </a:lnSpc>
              <a:spcBef>
                <a:spcPts val="90"/>
              </a:spcBef>
            </a:pPr>
            <a:r>
              <a:rPr sz="1100" spc="-50" dirty="0">
                <a:latin typeface="Lucida Sans Unicode"/>
                <a:cs typeface="Lucida Sans Unicode"/>
              </a:rPr>
              <a:t>|</a:t>
            </a:r>
            <a:r>
              <a:rPr sz="1100" b="1" spc="-50" dirty="0">
                <a:latin typeface="Arial"/>
                <a:cs typeface="Arial"/>
              </a:rPr>
              <a:t>B</a:t>
            </a:r>
            <a:r>
              <a:rPr sz="1200" i="1" spc="-75" baseline="31250" dirty="0">
                <a:latin typeface="Constantia"/>
                <a:cs typeface="Constantia"/>
              </a:rPr>
              <a:t>n</a:t>
            </a:r>
            <a:r>
              <a:rPr sz="1200" i="1" spc="-135" baseline="31250" dirty="0">
                <a:latin typeface="Constantia"/>
                <a:cs typeface="Constantia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Constantia"/>
                <a:cs typeface="Constantia"/>
              </a:rPr>
              <a:t>n</a:t>
            </a:r>
            <a:r>
              <a:rPr sz="1200" i="1" baseline="31250" dirty="0">
                <a:latin typeface="Arial"/>
                <a:cs typeface="Arial"/>
              </a:rPr>
              <a:t>−</a:t>
            </a:r>
            <a:r>
              <a:rPr sz="1200" baseline="31250" dirty="0">
                <a:latin typeface="Tahoma"/>
                <a:cs typeface="Tahoma"/>
              </a:rPr>
              <a:t>1</a:t>
            </a:r>
            <a:r>
              <a:rPr sz="1200" spc="-247" baseline="31250" dirty="0">
                <a:latin typeface="Tahoma"/>
                <a:cs typeface="Tahoma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b="1" spc="-10" dirty="0">
                <a:latin typeface="Arial"/>
                <a:cs typeface="Arial"/>
              </a:rPr>
              <a:t>B</a:t>
            </a:r>
            <a:r>
              <a:rPr sz="1200" i="1" spc="-15" baseline="31250" dirty="0">
                <a:latin typeface="Constantia"/>
                <a:cs typeface="Constantia"/>
              </a:rPr>
              <a:t>n</a:t>
            </a:r>
            <a:r>
              <a:rPr sz="1200" i="1" spc="-15" baseline="31250" dirty="0">
                <a:latin typeface="Arial"/>
                <a:cs typeface="Arial"/>
              </a:rPr>
              <a:t>−</a:t>
            </a:r>
            <a:r>
              <a:rPr sz="1200" spc="-15" baseline="31250" dirty="0">
                <a:latin typeface="Tahoma"/>
                <a:cs typeface="Tahoma"/>
              </a:rPr>
              <a:t>1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  <a:p>
            <a:pPr marR="38735" algn="ctr">
              <a:lnSpc>
                <a:spcPts val="625"/>
              </a:lnSpc>
              <a:tabLst>
                <a:tab pos="429895" algn="l"/>
                <a:tab pos="982980" algn="l"/>
              </a:tabLst>
            </a:pPr>
            <a:r>
              <a:rPr sz="1200" i="1" spc="-75" baseline="3472" dirty="0">
                <a:latin typeface="Constantia"/>
                <a:cs typeface="Constantia"/>
              </a:rPr>
              <a:t>k</a:t>
            </a:r>
            <a:r>
              <a:rPr sz="1200" i="1" baseline="3472" dirty="0">
                <a:latin typeface="Constantia"/>
                <a:cs typeface="Constantia"/>
              </a:rPr>
              <a:t>	</a:t>
            </a:r>
            <a:r>
              <a:rPr sz="800" i="1" spc="55" dirty="0">
                <a:latin typeface="Constantia"/>
                <a:cs typeface="Constantia"/>
              </a:rPr>
              <a:t>k</a:t>
            </a:r>
            <a:r>
              <a:rPr sz="800" i="1" spc="55" dirty="0">
                <a:latin typeface="Arial"/>
                <a:cs typeface="Arial"/>
              </a:rPr>
              <a:t>−</a:t>
            </a:r>
            <a:r>
              <a:rPr sz="800" spc="55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3938" y="2431629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13686" y="233659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91957" y="2141244"/>
            <a:ext cx="59563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80059" algn="l"/>
              </a:tabLst>
            </a:pPr>
            <a:r>
              <a:rPr sz="1100" dirty="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96554" y="2242869"/>
            <a:ext cx="806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0059" algn="l"/>
              </a:tabLst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61920" y="2431629"/>
            <a:ext cx="343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-2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79801" y="2141244"/>
            <a:ext cx="3987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3845" algn="l"/>
              </a:tabLst>
            </a:pPr>
            <a:r>
              <a:rPr sz="1100" dirty="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12580" y="233659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53105" y="2242869"/>
            <a:ext cx="338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69793" y="2431629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65754" y="2141244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DD9767-210D-10D6-D19E-80DBB779D2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162"/>
          <a:stretch>
            <a:fillRect/>
          </a:stretch>
        </p:blipFill>
        <p:spPr>
          <a:xfrm>
            <a:off x="3823213" y="2022246"/>
            <a:ext cx="526708" cy="5691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Permutations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2646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43012"/>
            <a:ext cx="4007485" cy="23075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11760">
              <a:lnSpc>
                <a:spcPct val="102699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permutation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(possible)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chemeClr val="accent2"/>
                </a:solidFill>
                <a:latin typeface="Arial"/>
                <a:cs typeface="Arial"/>
              </a:rPr>
              <a:t>ordered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arrangement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objects.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50" dirty="0">
                <a:latin typeface="Tahoma"/>
                <a:cs typeface="Tahoma"/>
              </a:rPr>
              <a:t>example,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6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permutations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letters </a:t>
            </a:r>
            <a:r>
              <a:rPr sz="1100" i="1" spc="-30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c</a:t>
            </a:r>
            <a:r>
              <a:rPr sz="1100" spc="-25" dirty="0">
                <a:latin typeface="Tahoma"/>
                <a:cs typeface="Tahoma"/>
              </a:rPr>
              <a:t>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70485" algn="ctr">
              <a:lnSpc>
                <a:spcPct val="100000"/>
              </a:lnSpc>
            </a:pPr>
            <a:r>
              <a:rPr sz="1100" i="1" spc="-10" dirty="0">
                <a:latin typeface="Trebuchet MS"/>
                <a:cs typeface="Trebuchet MS"/>
              </a:rPr>
              <a:t>abc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acb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-10" dirty="0">
                <a:latin typeface="Trebuchet MS"/>
                <a:cs typeface="Trebuchet MS"/>
              </a:rPr>
              <a:t>bac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bca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cab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cba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02600"/>
              </a:lnSpc>
              <a:spcBef>
                <a:spcPts val="64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problem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determines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arrangements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distinct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counted.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permutation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elements</a:t>
            </a:r>
            <a:r>
              <a:rPr sz="1100" spc="-25" dirty="0">
                <a:latin typeface="Tahoma"/>
                <a:cs typeface="Tahoma"/>
              </a:rPr>
              <a:t> is:</a:t>
            </a:r>
            <a:endParaRPr sz="1100" dirty="0">
              <a:latin typeface="Tahoma"/>
              <a:cs typeface="Tahoma"/>
            </a:endParaRPr>
          </a:p>
          <a:p>
            <a:pPr marL="71755" algn="ctr">
              <a:lnSpc>
                <a:spcPct val="100000"/>
              </a:lnSpc>
              <a:spcBef>
                <a:spcPts val="1120"/>
              </a:spcBef>
            </a:pP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!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2)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2700" marR="167005" algn="just">
              <a:lnSpc>
                <a:spcPct val="102600"/>
              </a:lnSpc>
              <a:spcBef>
                <a:spcPts val="1085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permutations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exist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objects </a:t>
            </a:r>
            <a:r>
              <a:rPr sz="1100" spc="-40" dirty="0">
                <a:latin typeface="Tahoma"/>
                <a:cs typeface="Tahoma"/>
              </a:rPr>
              <a:t>choosing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those</a:t>
            </a:r>
            <a:r>
              <a:rPr sz="1100" spc="-30" dirty="0">
                <a:latin typeface="Tahoma"/>
                <a:cs typeface="Tahoma"/>
              </a:rPr>
              <a:t> objects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objects?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denoted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also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b="1" spc="-20" dirty="0">
                <a:latin typeface="Arial"/>
                <a:cs typeface="Arial"/>
              </a:rPr>
              <a:t>permutation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b="1" spc="-40" dirty="0">
                <a:latin typeface="Arial"/>
                <a:cs typeface="Arial"/>
              </a:rPr>
              <a:t>elements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9637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7860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97836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1532" y="2933203"/>
            <a:ext cx="594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2292" y="2839477"/>
            <a:ext cx="144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6811" y="3049816"/>
            <a:ext cx="474980" cy="0"/>
          </a:xfrm>
          <a:custGeom>
            <a:avLst/>
            <a:gdLst/>
            <a:ahLst/>
            <a:cxnLst/>
            <a:rect l="l" t="t" r="r" b="b"/>
            <a:pathLst>
              <a:path w="474980">
                <a:moveTo>
                  <a:pt x="0" y="0"/>
                </a:moveTo>
                <a:lnTo>
                  <a:pt x="4746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54111" y="3028237"/>
            <a:ext cx="500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</a:t>
            </a:r>
            <a:r>
              <a:rPr sz="1100" spc="-25" dirty="0">
                <a:latin typeface="Tahoma"/>
                <a:cs typeface="Tahoma"/>
              </a:rPr>
              <a:t>)!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2457" y="2933203"/>
            <a:ext cx="20713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1)(</a:t>
            </a:r>
            <a:r>
              <a:rPr sz="1100" i="1" spc="-30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2)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6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1))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Combinations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2779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00581"/>
            <a:ext cx="406781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chemeClr val="accent2"/>
                </a:solidFill>
                <a:latin typeface="Arial"/>
                <a:cs typeface="Arial"/>
              </a:rPr>
              <a:t>unordered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selections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objects.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60" dirty="0">
                <a:latin typeface="Tahoma"/>
                <a:cs typeface="Tahoma"/>
              </a:rPr>
              <a:t> 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5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items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grouped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25" dirty="0">
                <a:latin typeface="Tahoma"/>
                <a:cs typeface="Tahoma"/>
              </a:rPr>
              <a:t>items: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737831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8033" y="1427173"/>
            <a:ext cx="599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8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5151" y="1333448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522" y="1522208"/>
            <a:ext cx="93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30541" y="1231822"/>
            <a:ext cx="30924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2283" y="142717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3700" y="1310942"/>
            <a:ext cx="624205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  <a:tabLst>
                <a:tab pos="252095" algn="l"/>
                <a:tab pos="610235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!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Trebuchet MS"/>
                <a:cs typeface="Trebuchet MS"/>
              </a:rPr>
              <a:t>k</a:t>
            </a:r>
            <a:r>
              <a:rPr sz="1100" spc="-10" dirty="0">
                <a:latin typeface="Tahoma"/>
                <a:cs typeface="Tahoma"/>
              </a:rPr>
              <a:t>)!</a:t>
            </a:r>
            <a:r>
              <a:rPr sz="1100" i="1" spc="-10" dirty="0">
                <a:latin typeface="Trebuchet MS"/>
                <a:cs typeface="Trebuchet MS"/>
              </a:rPr>
              <a:t>k</a:t>
            </a:r>
            <a:r>
              <a:rPr sz="1100" spc="-10" dirty="0">
                <a:latin typeface="Tahoma"/>
                <a:cs typeface="Tahoma"/>
              </a:rPr>
              <a:t>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5591" y="142717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008" y="1310942"/>
            <a:ext cx="192532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1)(</a:t>
            </a:r>
            <a:r>
              <a:rPr sz="1100" i="1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2)</a:t>
            </a:r>
            <a:r>
              <a:rPr sz="1100" u="sng" spc="-1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</a:t>
            </a:r>
            <a:r>
              <a:rPr sz="1100" i="1" u="sng" spc="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1))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1)(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2)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90293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2932" y="1806840"/>
            <a:ext cx="40786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Example.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 different </a:t>
            </a:r>
            <a:r>
              <a:rPr sz="1100" spc="-50" dirty="0">
                <a:latin typeface="Tahoma"/>
                <a:cs typeface="Tahoma"/>
              </a:rPr>
              <a:t>teams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three</a:t>
            </a:r>
            <a:r>
              <a:rPr sz="1100" spc="-35" dirty="0">
                <a:latin typeface="Tahoma"/>
                <a:cs typeface="Tahoma"/>
              </a:rPr>
              <a:t> students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60" dirty="0">
                <a:latin typeface="Tahoma"/>
                <a:cs typeface="Tahoma"/>
              </a:rPr>
              <a:t>formed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</a:t>
            </a:r>
            <a:r>
              <a:rPr sz="1100" spc="-30" dirty="0">
                <a:latin typeface="Tahoma"/>
                <a:cs typeface="Tahoma"/>
              </a:rPr>
              <a:t> section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27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students?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14234" y="2245092"/>
            <a:ext cx="36830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52729" algn="l"/>
              </a:tabLst>
            </a:pPr>
            <a:r>
              <a:rPr sz="1100" dirty="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6228" y="2346717"/>
            <a:ext cx="762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2755" algn="l"/>
              </a:tabLst>
            </a:pPr>
            <a:r>
              <a:rPr sz="1100" spc="-25" dirty="0">
                <a:latin typeface="Tahoma"/>
                <a:cs typeface="Tahoma"/>
              </a:rPr>
              <a:t>27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27!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50861" y="2535477"/>
            <a:ext cx="727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7830" algn="l"/>
              </a:tabLst>
            </a:pPr>
            <a:r>
              <a:rPr sz="1100" spc="-50" dirty="0">
                <a:latin typeface="Tahoma"/>
                <a:cs typeface="Tahoma"/>
              </a:rPr>
              <a:t>3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5" dirty="0">
                <a:latin typeface="Tahoma"/>
                <a:cs typeface="Tahoma"/>
              </a:rPr>
              <a:t>3!24!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5234" y="2440443"/>
            <a:ext cx="644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3875" algn="l"/>
              </a:tabLst>
            </a:pP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7510" y="244044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8093" y="2324212"/>
            <a:ext cx="126428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843280" algn="l"/>
              </a:tabLst>
            </a:pP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27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26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4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25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17</a:t>
            </a:r>
            <a:r>
              <a:rPr sz="1100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1100" i="1" u="sng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550</a:t>
            </a:r>
            <a:endParaRPr sz="1100">
              <a:latin typeface="Tahoma"/>
              <a:cs typeface="Tahoma"/>
            </a:endParaRPr>
          </a:p>
          <a:p>
            <a:pPr marL="116205">
              <a:lnSpc>
                <a:spcPct val="100000"/>
              </a:lnSpc>
              <a:spcBef>
                <a:spcPts val="170"/>
              </a:spcBef>
              <a:tabLst>
                <a:tab pos="1012190" algn="l"/>
              </a:tabLst>
            </a:pP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60546" y="2440443"/>
            <a:ext cx="510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0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925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4" name="object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854325"/>
            <a:ext cx="65265" cy="6526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02932" y="2770872"/>
            <a:ext cx="20935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permutations,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6" name="object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3140265"/>
            <a:ext cx="65265" cy="6526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2932" y="3056825"/>
            <a:ext cx="2258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count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combinations,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47568" y="303266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n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727" y="314191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30" name="objec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82227" y="2944595"/>
            <a:ext cx="21336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 MT"/>
                <a:cs typeface="Arial MT"/>
                <a:hlinkClick r:id="rId7" action="ppaction://hlinksldjump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Counting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5" dirty="0"/>
              <a:t>Repetitions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3365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1006434"/>
            <a:ext cx="4095750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selections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objects</a:t>
            </a:r>
            <a:r>
              <a:rPr sz="1100" spc="-30" dirty="0">
                <a:latin typeface="Tahoma"/>
                <a:cs typeface="Tahoma"/>
              </a:rPr>
              <a:t> allow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objects</a:t>
            </a:r>
            <a:endParaRPr sz="1100" dirty="0">
              <a:latin typeface="Tahoma"/>
              <a:cs typeface="Tahoma"/>
            </a:endParaRPr>
          </a:p>
          <a:p>
            <a:pPr marL="38100" marR="71628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Permutations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repetitions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25" dirty="0">
                <a:latin typeface="Tahoma"/>
                <a:cs typeface="Tahoma"/>
              </a:rPr>
              <a:t>the multiplicative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principle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k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spc="-30" dirty="0">
                <a:latin typeface="Tahoma"/>
                <a:cs typeface="Tahoma"/>
              </a:rPr>
              <a:t>permutations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repetitions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200" i="1" spc="-37" baseline="27777" dirty="0">
                <a:latin typeface="Constantia"/>
                <a:cs typeface="Constantia"/>
              </a:rPr>
              <a:t>k</a:t>
            </a:r>
            <a:endParaRPr sz="1200" baseline="27777" dirty="0">
              <a:latin typeface="Constantia"/>
              <a:cs typeface="Constantia"/>
            </a:endParaRPr>
          </a:p>
          <a:p>
            <a:pPr marL="38100" marR="939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length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constructed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26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case </a:t>
            </a:r>
            <a:r>
              <a:rPr sz="1100" spc="-10" dirty="0">
                <a:latin typeface="Tahoma"/>
                <a:cs typeface="Tahoma"/>
              </a:rPr>
              <a:t>letters?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Solution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26</a:t>
            </a:r>
            <a:r>
              <a:rPr sz="1200" spc="-37" baseline="27777" dirty="0">
                <a:latin typeface="Tahoma"/>
                <a:cs typeface="Tahoma"/>
              </a:rPr>
              <a:t>5</a:t>
            </a:r>
            <a:endParaRPr sz="1200" baseline="27777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3685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5803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079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Combinations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5" dirty="0"/>
              <a:t>Repetitions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345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00009"/>
            <a:ext cx="4006850" cy="1828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repetitions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expression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binomial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coefficient</a:t>
            </a:r>
            <a:endParaRPr sz="1100" dirty="0">
              <a:latin typeface="Tahoma"/>
              <a:cs typeface="Tahoma"/>
            </a:endParaRPr>
          </a:p>
          <a:p>
            <a:pPr marL="12700" marR="4597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Trebuchet MS"/>
                <a:cs typeface="Trebuchet MS"/>
              </a:rPr>
              <a:t>k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spc="-30" dirty="0">
                <a:latin typeface="Tahoma"/>
                <a:cs typeface="Tahoma"/>
              </a:rPr>
              <a:t>combinations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 </a:t>
            </a:r>
            <a:r>
              <a:rPr sz="1100" spc="-30" dirty="0">
                <a:latin typeface="Tahoma"/>
                <a:cs typeface="Tahoma"/>
              </a:rPr>
              <a:t>repetitions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by: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915035">
              <a:lnSpc>
                <a:spcPct val="100000"/>
              </a:lnSpc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20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9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1)</a:t>
            </a:r>
            <a:endParaRPr sz="1100" dirty="0">
              <a:latin typeface="Tahoma"/>
              <a:cs typeface="Tahoma"/>
            </a:endParaRPr>
          </a:p>
          <a:p>
            <a:pPr marL="12700" marR="140335">
              <a:lnSpc>
                <a:spcPct val="102600"/>
              </a:lnSpc>
              <a:spcBef>
                <a:spcPts val="65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four</a:t>
            </a:r>
            <a:r>
              <a:rPr sz="1100" spc="-35" dirty="0">
                <a:latin typeface="Tahoma"/>
                <a:cs typeface="Tahoma"/>
              </a:rPr>
              <a:t> different </a:t>
            </a:r>
            <a:r>
              <a:rPr sz="1100" spc="-45" dirty="0">
                <a:latin typeface="Tahoma"/>
                <a:cs typeface="Tahoma"/>
              </a:rPr>
              <a:t>types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cookies.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six </a:t>
            </a:r>
            <a:r>
              <a:rPr sz="1100" spc="-35" dirty="0">
                <a:latin typeface="Tahoma"/>
                <a:cs typeface="Tahoma"/>
              </a:rPr>
              <a:t>cookies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selected?</a:t>
            </a:r>
            <a:endParaRPr sz="1100" dirty="0">
              <a:latin typeface="Tahoma"/>
              <a:cs typeface="Tahoma"/>
            </a:endParaRPr>
          </a:p>
          <a:p>
            <a:pPr marL="7302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9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(9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6)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-19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(9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3)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84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556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36102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</TotalTime>
  <Words>1916</Words>
  <Application>Microsoft Macintosh PowerPoint</Application>
  <PresentationFormat>Custom</PresentationFormat>
  <Paragraphs>197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 MT</vt:lpstr>
      <vt:lpstr>Arial</vt:lpstr>
      <vt:lpstr>Cambria</vt:lpstr>
      <vt:lpstr>Constantia</vt:lpstr>
      <vt:lpstr>Lucida Sans Unicode</vt:lpstr>
      <vt:lpstr>Tahoma</vt:lpstr>
      <vt:lpstr>Times New Roman</vt:lpstr>
      <vt:lpstr>Trebuchet MS</vt:lpstr>
      <vt:lpstr>Office Theme</vt:lpstr>
      <vt:lpstr>CS5070 Mathematical Structures for Computer Science Counting</vt:lpstr>
      <vt:lpstr>Counting (Chapter 1)</vt:lpstr>
      <vt:lpstr>More on Counting</vt:lpstr>
      <vt:lpstr>Counting with Sets</vt:lpstr>
      <vt:lpstr>Multiplicative Principle with Sets</vt:lpstr>
      <vt:lpstr>PowerPoint Presentation</vt:lpstr>
      <vt:lpstr>Multiplicative Principle with Sets</vt:lpstr>
      <vt:lpstr>Cardinality of a Union of 3 Sets</vt:lpstr>
      <vt:lpstr>Subsets</vt:lpstr>
      <vt:lpstr>Decomposition Principle</vt:lpstr>
      <vt:lpstr>Bit Strings</vt:lpstr>
      <vt:lpstr>Binomial Coefficients</vt:lpstr>
      <vt:lpstr>Applying Binomial Coefficients</vt:lpstr>
      <vt:lpstr>Permutations</vt:lpstr>
      <vt:lpstr>Combinations</vt:lpstr>
      <vt:lpstr>Counting with Repetitions</vt:lpstr>
      <vt:lpstr>Combinations with Repetitions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3</dc:title>
  <dc:creator>José Garrido</dc:creator>
  <cp:lastModifiedBy>Kun Suo</cp:lastModifiedBy>
  <cp:revision>4</cp:revision>
  <dcterms:created xsi:type="dcterms:W3CDTF">2026-04-21T18:04:54Z</dcterms:created>
  <dcterms:modified xsi:type="dcterms:W3CDTF">2026-05-29T19:43:25Z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2021-09-23T00:00:00Z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2026-04-21T00:00:00Z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ReadingOrderVerifiedPages">
    <vt:lpwstr>1,2,3,4,5,6,7,8,9,12,13,15,16,11,14</vt:lpwstr>
  </property>
  <property fmtid="{D5CDD505-2E9C-101B-9397-08002B2CF9AE}" pid="9" name="data-panorama-remediation-history">
    <vt:lpwstr>[{"pageNumber":0,"geomIndex":-1,"lastGeomIndex":-1,"tableIndex":-1,"rowIndex":-1,"cellIndex":-1,"fontColor":"#b30000","identifiers":{"MCID":"0"},"issueDetails":{"luminance25":"0.6938717612919899","isHeader":"false","luminance75":"0.6938717612919899","textColor":"cc0000"},"issueTypeId":"LowContrastIssue:PDF","dismiss":false,"pageNumbers":[1],"coordinatesList":[[19.13002586364746,62.74916458129883,324.5712585449219,17.193920135498047]]},{"pageNumber":0,"geomIndex":-1,"lastGeomIndex":-1,"tableIndex":-1,"rowIndex":-1,"cellIndex":-1,"fontColor":"#b30000","identifiers":{"MCID":"1"},"issueDetails":{"luminance25":"0.6938717612919899","isHeader":"false","luminance75":"0.6938717612919899","textColor":"cc0000"},"issueTypeId":"LowContrastIssue:PDF","dismiss":false,"pageNumbers":[1],"coordinatesList":[[154.09703063964844,80.68216705322266,54.64466857910156,17.193920135498047]]},{"languageSet":"default","pageNumber":0,"geomIndex":-1,"identifiers":{},"issueTypeId":"MissingLanguageSetIssue:PDF","dismiss":false,"pageNumbers":[1],"coordinatesList":[[10.0,10.0,2.0,2.0]]},{"isReadingOrderVerified":"true","pageNumber":0,"geomIndex":-1,"issueTypeId":"ReadingOrderIssue:PDF","dismiss":false,"pageNumbers":[1],"coordinatesList":[[10.0,10.0,2.0,2.0]]},{"isReadingOrderVerified":"true","pageNumber":0,"geomIndex":-1,"issueTypeId":"ReadingOrderIssue:PDF","dismiss":false,"pageNumbers":[2],"coordinatesList":[[10.0,10.0,2.0,2.0]]},{"isReadingOrderVerified":"true","pageNumber":0,"geomIndex":-1,"issueTypeId":"ReadingOrderIssue:PDF","dismiss":false,"pageNumbers":[3],"coordinatesList":[[10.0,10.0,2.0,2.0]]},{"isReadingOrderVerified":"true","pageNumber":0,"geomIndex":-1,"issueTypeId":"ReadingOrderIssue:PDF","dismiss":false,"pageNumbers":[4],"coordinatesList":[[10.0,10.0,2.0,2.0]]},{"isReadingOrderVerified":"true","pageNumber":0,"geomIndex":-1,"issueTypeId":"ReadingOrderIssue:PDF","dismiss":false,"pageNumbers":[5],"coordinatesList":[[10.0,10.0,2.0,2.0]]},{"isReadingOrderVerified":"true","pageNumber":0,"geomIndex":-1,"issueTypeId":"ReadingOrderIssue:PDF","dismiss":false,"pageNumbers":[6],"coordinatesList":[[10.0,10.0,2.0,2.0]]},{"isReadingOrderVerified":"true","pageNumber":0,"geomIndex":-1,"issueTypeId":"ReadingOrderIssue:PDF","dismiss":false,"pageNumbers":[7],"coordinatesList":[[10.0,10.0,2.0,2.0]]},{"isReadingOrderVerified":"true","pageNumber":0,"geomIndex":-1,"issueTypeId":"ReadingOrderIssue:PDF","dismiss":false,"pageNumbers":[8],"coordinatesList":[[10.0,10.0,2.0,2.0]]},{"isReadingOrderVerified":"true","pageNumber":0,"geomIndex":-1,"issueTypeId":"ReadingOrderIssue:PDF","dismiss":false,"pageNumbers":[9],"coordinatesList":[[10.0,10.0,2.0,2.0]]},{"isReadingOrderVerified":"true","pageNumber":0,"geomIndex":-1,"issueTypeId":"ReadingOrderIssue:PDF","dismiss":false,"pageNumbers":[12],"coordinatesList":[[10.0,10.0,2.0,2.0]]},{"isReadingOrderVerified":"true","pageNumber":0,"geomIndex":-1,"issueTypeId":"ReadingOrderIssue:PDF","dismiss":false,"pageNumbers":[13],"coordinatesList":[[10.0,10.0,2.0,2.0]]},{"isReadingOrderVerified":"true","pageNumber":0,"geomIndex":-1,"issueTypeId":"ReadingOrderIssue:PDF","dismiss":false,"pageNumbers":[15],"coordinatesList":[[10.0,10.0,2.0,2.0]]},{"isReadingOrderVerified":"true","pageNumber":0,"geomIndex":-1,"issueTypeId":"ReadingOrderIssue:PDF","dismiss":false,"pageNumbers":[16]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[14],"coordinatesList":[[10.0,10.0,2.0,2.0]]}]</vt:lpwstr>
  </property>
</Properties>
</file>
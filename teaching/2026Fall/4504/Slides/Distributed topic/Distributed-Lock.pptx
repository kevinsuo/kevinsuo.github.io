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46"/>
  </p:notesMasterIdLst>
  <p:handoutMasterIdLst>
    <p:handoutMasterId r:id="rId47"/>
  </p:handoutMasterIdLst>
  <p:sldIdLst>
    <p:sldId id="256" r:id="rId2"/>
    <p:sldId id="455" r:id="rId3"/>
    <p:sldId id="449" r:id="rId4"/>
    <p:sldId id="451" r:id="rId5"/>
    <p:sldId id="448" r:id="rId6"/>
    <p:sldId id="452" r:id="rId7"/>
    <p:sldId id="456" r:id="rId8"/>
    <p:sldId id="450" r:id="rId9"/>
    <p:sldId id="492" r:id="rId10"/>
    <p:sldId id="457" r:id="rId11"/>
    <p:sldId id="458" r:id="rId12"/>
    <p:sldId id="459" r:id="rId13"/>
    <p:sldId id="460" r:id="rId14"/>
    <p:sldId id="461" r:id="rId15"/>
    <p:sldId id="491" r:id="rId16"/>
    <p:sldId id="462" r:id="rId17"/>
    <p:sldId id="463" r:id="rId18"/>
    <p:sldId id="464" r:id="rId19"/>
    <p:sldId id="465" r:id="rId20"/>
    <p:sldId id="466" r:id="rId21"/>
    <p:sldId id="467" r:id="rId22"/>
    <p:sldId id="468" r:id="rId23"/>
    <p:sldId id="469" r:id="rId24"/>
    <p:sldId id="470" r:id="rId25"/>
    <p:sldId id="471" r:id="rId26"/>
    <p:sldId id="472" r:id="rId27"/>
    <p:sldId id="473" r:id="rId28"/>
    <p:sldId id="474" r:id="rId29"/>
    <p:sldId id="475" r:id="rId30"/>
    <p:sldId id="476" r:id="rId31"/>
    <p:sldId id="477" r:id="rId32"/>
    <p:sldId id="478" r:id="rId33"/>
    <p:sldId id="479" r:id="rId34"/>
    <p:sldId id="480" r:id="rId35"/>
    <p:sldId id="481" r:id="rId36"/>
    <p:sldId id="482" r:id="rId37"/>
    <p:sldId id="483" r:id="rId38"/>
    <p:sldId id="484" r:id="rId39"/>
    <p:sldId id="485" r:id="rId40"/>
    <p:sldId id="486" r:id="rId41"/>
    <p:sldId id="487" r:id="rId42"/>
    <p:sldId id="488" r:id="rId43"/>
    <p:sldId id="489" r:id="rId44"/>
    <p:sldId id="490" r:id="rId45"/>
  </p:sldIdLst>
  <p:sldSz cx="9144000" cy="6858000" type="screen4x3"/>
  <p:notesSz cx="6794500" cy="9918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4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7561A5-F79F-064C-AEA1-B63FD0AA88D2}" v="171" dt="2019-11-30T17:39:26.7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915" autoAdjust="0"/>
    <p:restoredTop sz="94709" autoAdjust="0"/>
  </p:normalViewPr>
  <p:slideViewPr>
    <p:cSldViewPr>
      <p:cViewPr varScale="1">
        <p:scale>
          <a:sx n="123" d="100"/>
          <a:sy n="123" d="100"/>
        </p:scale>
        <p:origin x="129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100" d="100"/>
          <a:sy n="100" d="100"/>
        </p:scale>
        <p:origin x="-888" y="642"/>
      </p:cViewPr>
      <p:guideLst>
        <p:guide orient="horz" pos="3124"/>
        <p:guide pos="214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n Suo" userId="41c30799-3a2b-4880-86a3-8488be07954a" providerId="ADAL" clId="{D87561A5-F79F-064C-AEA1-B63FD0AA88D2}"/>
    <pc:docChg chg="undo custSel addSld delSld modSld">
      <pc:chgData name="Kun Suo" userId="41c30799-3a2b-4880-86a3-8488be07954a" providerId="ADAL" clId="{D87561A5-F79F-064C-AEA1-B63FD0AA88D2}" dt="2019-11-30T17:39:26.738" v="3984"/>
      <pc:docMkLst>
        <pc:docMk/>
      </pc:docMkLst>
      <pc:sldChg chg="modSp">
        <pc:chgData name="Kun Suo" userId="41c30799-3a2b-4880-86a3-8488be07954a" providerId="ADAL" clId="{D87561A5-F79F-064C-AEA1-B63FD0AA88D2}" dt="2019-11-30T01:24:32.821" v="21" actId="20577"/>
        <pc:sldMkLst>
          <pc:docMk/>
          <pc:sldMk cId="0" sldId="256"/>
        </pc:sldMkLst>
        <pc:spChg chg="mod">
          <ac:chgData name="Kun Suo" userId="41c30799-3a2b-4880-86a3-8488be07954a" providerId="ADAL" clId="{D87561A5-F79F-064C-AEA1-B63FD0AA88D2}" dt="2019-11-30T01:24:32.821" v="21" actId="20577"/>
          <ac:spMkLst>
            <pc:docMk/>
            <pc:sldMk cId="0" sldId="256"/>
            <ac:spMk id="2" creationId="{00000000-0000-0000-0000-000000000000}"/>
          </ac:spMkLst>
        </pc:spChg>
      </pc:sldChg>
      <pc:sldChg chg="add">
        <pc:chgData name="Kun Suo" userId="41c30799-3a2b-4880-86a3-8488be07954a" providerId="ADAL" clId="{D87561A5-F79F-064C-AEA1-B63FD0AA88D2}" dt="2019-11-30T01:29:36.118" v="88"/>
        <pc:sldMkLst>
          <pc:docMk/>
          <pc:sldMk cId="1310221983" sldId="448"/>
        </pc:sldMkLst>
      </pc:sldChg>
      <pc:sldChg chg="add">
        <pc:chgData name="Kun Suo" userId="41c30799-3a2b-4880-86a3-8488be07954a" providerId="ADAL" clId="{D87561A5-F79F-064C-AEA1-B63FD0AA88D2}" dt="2019-11-30T01:29:36.118" v="88"/>
        <pc:sldMkLst>
          <pc:docMk/>
          <pc:sldMk cId="4282135684" sldId="449"/>
        </pc:sldMkLst>
      </pc:sldChg>
      <pc:sldChg chg="add">
        <pc:chgData name="Kun Suo" userId="41c30799-3a2b-4880-86a3-8488be07954a" providerId="ADAL" clId="{D87561A5-F79F-064C-AEA1-B63FD0AA88D2}" dt="2019-11-30T17:39:26.738" v="3984"/>
        <pc:sldMkLst>
          <pc:docMk/>
          <pc:sldMk cId="1170878105" sldId="450"/>
        </pc:sldMkLst>
      </pc:sldChg>
      <pc:sldChg chg="add">
        <pc:chgData name="Kun Suo" userId="41c30799-3a2b-4880-86a3-8488be07954a" providerId="ADAL" clId="{D87561A5-F79F-064C-AEA1-B63FD0AA88D2}" dt="2019-11-30T01:29:36.118" v="88"/>
        <pc:sldMkLst>
          <pc:docMk/>
          <pc:sldMk cId="3794575748" sldId="451"/>
        </pc:sldMkLst>
      </pc:sldChg>
      <pc:sldChg chg="add">
        <pc:chgData name="Kun Suo" userId="41c30799-3a2b-4880-86a3-8488be07954a" providerId="ADAL" clId="{D87561A5-F79F-064C-AEA1-B63FD0AA88D2}" dt="2019-11-30T01:29:36.118" v="88"/>
        <pc:sldMkLst>
          <pc:docMk/>
          <pc:sldMk cId="924278083" sldId="452"/>
        </pc:sldMkLst>
      </pc:sldChg>
      <pc:sldChg chg="addSp modSp">
        <pc:chgData name="Kun Suo" userId="41c30799-3a2b-4880-86a3-8488be07954a" providerId="ADAL" clId="{D87561A5-F79F-064C-AEA1-B63FD0AA88D2}" dt="2019-11-30T01:28:38.897" v="87" actId="1076"/>
        <pc:sldMkLst>
          <pc:docMk/>
          <pc:sldMk cId="2124369641" sldId="455"/>
        </pc:sldMkLst>
        <pc:spChg chg="mod">
          <ac:chgData name="Kun Suo" userId="41c30799-3a2b-4880-86a3-8488be07954a" providerId="ADAL" clId="{D87561A5-F79F-064C-AEA1-B63FD0AA88D2}" dt="2019-11-30T01:26:35.255" v="60" actId="20577"/>
          <ac:spMkLst>
            <pc:docMk/>
            <pc:sldMk cId="2124369641" sldId="455"/>
            <ac:spMk id="2" creationId="{FFC2855A-DEE2-0D40-A6B6-D55DE7EB2980}"/>
          </ac:spMkLst>
        </pc:spChg>
        <pc:spChg chg="mod">
          <ac:chgData name="Kun Suo" userId="41c30799-3a2b-4880-86a3-8488be07954a" providerId="ADAL" clId="{D87561A5-F79F-064C-AEA1-B63FD0AA88D2}" dt="2019-11-30T01:27:01.799" v="67" actId="27636"/>
          <ac:spMkLst>
            <pc:docMk/>
            <pc:sldMk cId="2124369641" sldId="455"/>
            <ac:spMk id="6" creationId="{84ACBAF7-8B38-FB46-A0A9-659634E70926}"/>
          </ac:spMkLst>
        </pc:spChg>
        <pc:spChg chg="add mod">
          <ac:chgData name="Kun Suo" userId="41c30799-3a2b-4880-86a3-8488be07954a" providerId="ADAL" clId="{D87561A5-F79F-064C-AEA1-B63FD0AA88D2}" dt="2019-11-30T01:28:12.891" v="81" actId="1076"/>
          <ac:spMkLst>
            <pc:docMk/>
            <pc:sldMk cId="2124369641" sldId="455"/>
            <ac:spMk id="9" creationId="{759743BE-15B5-F947-87DC-75CB646F9E71}"/>
          </ac:spMkLst>
        </pc:spChg>
        <pc:spChg chg="add mod">
          <ac:chgData name="Kun Suo" userId="41c30799-3a2b-4880-86a3-8488be07954a" providerId="ADAL" clId="{D87561A5-F79F-064C-AEA1-B63FD0AA88D2}" dt="2019-11-30T01:28:23.930" v="83" actId="1076"/>
          <ac:spMkLst>
            <pc:docMk/>
            <pc:sldMk cId="2124369641" sldId="455"/>
            <ac:spMk id="10" creationId="{31CACD67-767B-674A-B1D6-7D8F6DF4E95E}"/>
          </ac:spMkLst>
        </pc:spChg>
        <pc:spChg chg="add mod">
          <ac:chgData name="Kun Suo" userId="41c30799-3a2b-4880-86a3-8488be07954a" providerId="ADAL" clId="{D87561A5-F79F-064C-AEA1-B63FD0AA88D2}" dt="2019-11-30T01:28:38.897" v="87" actId="1076"/>
          <ac:spMkLst>
            <pc:docMk/>
            <pc:sldMk cId="2124369641" sldId="455"/>
            <ac:spMk id="11" creationId="{5118F157-AC29-DE49-B80F-F01FADD55D77}"/>
          </ac:spMkLst>
        </pc:spChg>
        <pc:picChg chg="add mod">
          <ac:chgData name="Kun Suo" userId="41c30799-3a2b-4880-86a3-8488be07954a" providerId="ADAL" clId="{D87561A5-F79F-064C-AEA1-B63FD0AA88D2}" dt="2019-11-30T01:27:45.665" v="75" actId="1076"/>
          <ac:picMkLst>
            <pc:docMk/>
            <pc:sldMk cId="2124369641" sldId="455"/>
            <ac:picMk id="4" creationId="{6565BF16-0F9E-BC48-8B3A-1CE8696637A9}"/>
          </ac:picMkLst>
        </pc:picChg>
        <pc:picChg chg="add mod">
          <ac:chgData name="Kun Suo" userId="41c30799-3a2b-4880-86a3-8488be07954a" providerId="ADAL" clId="{D87561A5-F79F-064C-AEA1-B63FD0AA88D2}" dt="2019-11-30T01:27:44.473" v="74" actId="1076"/>
          <ac:picMkLst>
            <pc:docMk/>
            <pc:sldMk cId="2124369641" sldId="455"/>
            <ac:picMk id="7" creationId="{0BBB95A8-ACBF-D644-BEE7-A70A279EF6BE}"/>
          </ac:picMkLst>
        </pc:picChg>
        <pc:picChg chg="add mod">
          <ac:chgData name="Kun Suo" userId="41c30799-3a2b-4880-86a3-8488be07954a" providerId="ADAL" clId="{D87561A5-F79F-064C-AEA1-B63FD0AA88D2}" dt="2019-11-30T01:28:03.738" v="79" actId="1076"/>
          <ac:picMkLst>
            <pc:docMk/>
            <pc:sldMk cId="2124369641" sldId="455"/>
            <ac:picMk id="8" creationId="{5FF20C3B-4EE2-9A4B-B208-E46702DA57B7}"/>
          </ac:picMkLst>
        </pc:picChg>
      </pc:sldChg>
      <pc:sldChg chg="add">
        <pc:chgData name="Kun Suo" userId="41c30799-3a2b-4880-86a3-8488be07954a" providerId="ADAL" clId="{D87561A5-F79F-064C-AEA1-B63FD0AA88D2}" dt="2019-11-30T01:30:07.439" v="89"/>
        <pc:sldMkLst>
          <pc:docMk/>
          <pc:sldMk cId="3488970907" sldId="456"/>
        </pc:sldMkLst>
      </pc:sldChg>
      <pc:sldChg chg="addSp modSp add">
        <pc:chgData name="Kun Suo" userId="41c30799-3a2b-4880-86a3-8488be07954a" providerId="ADAL" clId="{D87561A5-F79F-064C-AEA1-B63FD0AA88D2}" dt="2019-11-30T01:34:10.351" v="189" actId="1076"/>
        <pc:sldMkLst>
          <pc:docMk/>
          <pc:sldMk cId="3932681790" sldId="457"/>
        </pc:sldMkLst>
        <pc:spChg chg="mod">
          <ac:chgData name="Kun Suo" userId="41c30799-3a2b-4880-86a3-8488be07954a" providerId="ADAL" clId="{D87561A5-F79F-064C-AEA1-B63FD0AA88D2}" dt="2019-11-30T01:30:36.243" v="117" actId="20577"/>
          <ac:spMkLst>
            <pc:docMk/>
            <pc:sldMk cId="3932681790" sldId="457"/>
            <ac:spMk id="2" creationId="{59FA7680-A1F5-A648-B872-C72963E6EE7C}"/>
          </ac:spMkLst>
        </pc:spChg>
        <pc:spChg chg="mod">
          <ac:chgData name="Kun Suo" userId="41c30799-3a2b-4880-86a3-8488be07954a" providerId="ADAL" clId="{D87561A5-F79F-064C-AEA1-B63FD0AA88D2}" dt="2019-11-30T01:34:07.046" v="188" actId="27636"/>
          <ac:spMkLst>
            <pc:docMk/>
            <pc:sldMk cId="3932681790" sldId="457"/>
            <ac:spMk id="5" creationId="{E7751939-E29E-2E4C-B40C-278FECC6D052}"/>
          </ac:spMkLst>
        </pc:spChg>
        <pc:picChg chg="add mod">
          <ac:chgData name="Kun Suo" userId="41c30799-3a2b-4880-86a3-8488be07954a" providerId="ADAL" clId="{D87561A5-F79F-064C-AEA1-B63FD0AA88D2}" dt="2019-11-30T01:34:10.351" v="189" actId="1076"/>
          <ac:picMkLst>
            <pc:docMk/>
            <pc:sldMk cId="3932681790" sldId="457"/>
            <ac:picMk id="6" creationId="{5FDA0308-84D8-8747-B00C-2E3F24A3D8D1}"/>
          </ac:picMkLst>
        </pc:picChg>
      </pc:sldChg>
      <pc:sldChg chg="addSp delSp modSp add">
        <pc:chgData name="Kun Suo" userId="41c30799-3a2b-4880-86a3-8488be07954a" providerId="ADAL" clId="{D87561A5-F79F-064C-AEA1-B63FD0AA88D2}" dt="2019-11-30T01:37:28.096" v="395" actId="1076"/>
        <pc:sldMkLst>
          <pc:docMk/>
          <pc:sldMk cId="800176488" sldId="458"/>
        </pc:sldMkLst>
        <pc:spChg chg="mod">
          <ac:chgData name="Kun Suo" userId="41c30799-3a2b-4880-86a3-8488be07954a" providerId="ADAL" clId="{D87561A5-F79F-064C-AEA1-B63FD0AA88D2}" dt="2019-11-30T01:35:01.163" v="198" actId="20577"/>
          <ac:spMkLst>
            <pc:docMk/>
            <pc:sldMk cId="800176488" sldId="458"/>
            <ac:spMk id="2" creationId="{0C344308-B766-204C-B296-8E6608F58AAE}"/>
          </ac:spMkLst>
        </pc:spChg>
        <pc:spChg chg="add del mod">
          <ac:chgData name="Kun Suo" userId="41c30799-3a2b-4880-86a3-8488be07954a" providerId="ADAL" clId="{D87561A5-F79F-064C-AEA1-B63FD0AA88D2}" dt="2019-11-30T01:37:24.448" v="394" actId="14100"/>
          <ac:spMkLst>
            <pc:docMk/>
            <pc:sldMk cId="800176488" sldId="458"/>
            <ac:spMk id="5" creationId="{DAE51124-F92B-9547-9A80-44ABB73A4906}"/>
          </ac:spMkLst>
        </pc:spChg>
        <pc:picChg chg="add mod">
          <ac:chgData name="Kun Suo" userId="41c30799-3a2b-4880-86a3-8488be07954a" providerId="ADAL" clId="{D87561A5-F79F-064C-AEA1-B63FD0AA88D2}" dt="2019-11-30T01:37:28.096" v="395" actId="1076"/>
          <ac:picMkLst>
            <pc:docMk/>
            <pc:sldMk cId="800176488" sldId="458"/>
            <ac:picMk id="6" creationId="{B6CB89D3-AE01-A04B-88BA-EFB11AB53DF4}"/>
          </ac:picMkLst>
        </pc:picChg>
      </pc:sldChg>
      <pc:sldChg chg="modSp add">
        <pc:chgData name="Kun Suo" userId="41c30799-3a2b-4880-86a3-8488be07954a" providerId="ADAL" clId="{D87561A5-F79F-064C-AEA1-B63FD0AA88D2}" dt="2019-11-30T01:42:24.960" v="586" actId="20577"/>
        <pc:sldMkLst>
          <pc:docMk/>
          <pc:sldMk cId="1005246242" sldId="459"/>
        </pc:sldMkLst>
        <pc:spChg chg="mod">
          <ac:chgData name="Kun Suo" userId="41c30799-3a2b-4880-86a3-8488be07954a" providerId="ADAL" clId="{D87561A5-F79F-064C-AEA1-B63FD0AA88D2}" dt="2019-11-30T01:38:00.985" v="397"/>
          <ac:spMkLst>
            <pc:docMk/>
            <pc:sldMk cId="1005246242" sldId="459"/>
            <ac:spMk id="2" creationId="{924D49AB-3FF5-C245-914C-3E6BDCF4310F}"/>
          </ac:spMkLst>
        </pc:spChg>
        <pc:spChg chg="mod">
          <ac:chgData name="Kun Suo" userId="41c30799-3a2b-4880-86a3-8488be07954a" providerId="ADAL" clId="{D87561A5-F79F-064C-AEA1-B63FD0AA88D2}" dt="2019-11-30T01:42:24.960" v="586" actId="20577"/>
          <ac:spMkLst>
            <pc:docMk/>
            <pc:sldMk cId="1005246242" sldId="459"/>
            <ac:spMk id="5" creationId="{AA9B1C9A-345E-B445-A19C-561B402B5C31}"/>
          </ac:spMkLst>
        </pc:spChg>
      </pc:sldChg>
      <pc:sldChg chg="modSp add">
        <pc:chgData name="Kun Suo" userId="41c30799-3a2b-4880-86a3-8488be07954a" providerId="ADAL" clId="{D87561A5-F79F-064C-AEA1-B63FD0AA88D2}" dt="2019-11-30T01:44:31.172" v="614" actId="113"/>
        <pc:sldMkLst>
          <pc:docMk/>
          <pc:sldMk cId="531779980" sldId="460"/>
        </pc:sldMkLst>
        <pc:spChg chg="mod">
          <ac:chgData name="Kun Suo" userId="41c30799-3a2b-4880-86a3-8488be07954a" providerId="ADAL" clId="{D87561A5-F79F-064C-AEA1-B63FD0AA88D2}" dt="2019-11-30T01:44:31.172" v="614" actId="113"/>
          <ac:spMkLst>
            <pc:docMk/>
            <pc:sldMk cId="531779980" sldId="460"/>
            <ac:spMk id="5" creationId="{AA9B1C9A-345E-B445-A19C-561B402B5C31}"/>
          </ac:spMkLst>
        </pc:spChg>
      </pc:sldChg>
      <pc:sldChg chg="modSp add">
        <pc:chgData name="Kun Suo" userId="41c30799-3a2b-4880-86a3-8488be07954a" providerId="ADAL" clId="{D87561A5-F79F-064C-AEA1-B63FD0AA88D2}" dt="2019-11-30T17:31:45.806" v="3856" actId="12"/>
        <pc:sldMkLst>
          <pc:docMk/>
          <pc:sldMk cId="759028881" sldId="461"/>
        </pc:sldMkLst>
        <pc:spChg chg="mod">
          <ac:chgData name="Kun Suo" userId="41c30799-3a2b-4880-86a3-8488be07954a" providerId="ADAL" clId="{D87561A5-F79F-064C-AEA1-B63FD0AA88D2}" dt="2019-11-30T01:56:23.854" v="623" actId="20577"/>
          <ac:spMkLst>
            <pc:docMk/>
            <pc:sldMk cId="759028881" sldId="461"/>
            <ac:spMk id="2" creationId="{5BBFE142-5539-F747-8946-0250F716674D}"/>
          </ac:spMkLst>
        </pc:spChg>
        <pc:spChg chg="mod">
          <ac:chgData name="Kun Suo" userId="41c30799-3a2b-4880-86a3-8488be07954a" providerId="ADAL" clId="{D87561A5-F79F-064C-AEA1-B63FD0AA88D2}" dt="2019-11-30T17:31:45.806" v="3856" actId="12"/>
          <ac:spMkLst>
            <pc:docMk/>
            <pc:sldMk cId="759028881" sldId="461"/>
            <ac:spMk id="5" creationId="{1134AE68-B0D6-0D41-AAF8-B61D99756FD4}"/>
          </ac:spMkLst>
        </pc:spChg>
      </pc:sldChg>
      <pc:sldChg chg="addSp delSp modSp add">
        <pc:chgData name="Kun Suo" userId="41c30799-3a2b-4880-86a3-8488be07954a" providerId="ADAL" clId="{D87561A5-F79F-064C-AEA1-B63FD0AA88D2}" dt="2019-11-30T15:14:10.053" v="839" actId="113"/>
        <pc:sldMkLst>
          <pc:docMk/>
          <pc:sldMk cId="1384639249" sldId="462"/>
        </pc:sldMkLst>
        <pc:spChg chg="mod">
          <ac:chgData name="Kun Suo" userId="41c30799-3a2b-4880-86a3-8488be07954a" providerId="ADAL" clId="{D87561A5-F79F-064C-AEA1-B63FD0AA88D2}" dt="2019-11-30T01:58:25.420" v="702" actId="27636"/>
          <ac:spMkLst>
            <pc:docMk/>
            <pc:sldMk cId="1384639249" sldId="462"/>
            <ac:spMk id="2" creationId="{29040454-AEB6-034B-9523-91ECAB41B778}"/>
          </ac:spMkLst>
        </pc:spChg>
        <pc:spChg chg="mod">
          <ac:chgData name="Kun Suo" userId="41c30799-3a2b-4880-86a3-8488be07954a" providerId="ADAL" clId="{D87561A5-F79F-064C-AEA1-B63FD0AA88D2}" dt="2019-11-30T15:14:10.053" v="839" actId="113"/>
          <ac:spMkLst>
            <pc:docMk/>
            <pc:sldMk cId="1384639249" sldId="462"/>
            <ac:spMk id="5" creationId="{C7ADACC2-747A-3948-A9AF-540AB07D8D9E}"/>
          </ac:spMkLst>
        </pc:spChg>
        <pc:graphicFrameChg chg="add mod modGraphic">
          <ac:chgData name="Kun Suo" userId="41c30799-3a2b-4880-86a3-8488be07954a" providerId="ADAL" clId="{D87561A5-F79F-064C-AEA1-B63FD0AA88D2}" dt="2019-11-30T02:06:33.770" v="822" actId="1076"/>
          <ac:graphicFrameMkLst>
            <pc:docMk/>
            <pc:sldMk cId="1384639249" sldId="462"/>
            <ac:graphicFrameMk id="8" creationId="{9918A55D-8D27-FC4A-A4E3-83206C4EAF47}"/>
          </ac:graphicFrameMkLst>
        </pc:graphicFrameChg>
        <pc:picChg chg="add del mod">
          <ac:chgData name="Kun Suo" userId="41c30799-3a2b-4880-86a3-8488be07954a" providerId="ADAL" clId="{D87561A5-F79F-064C-AEA1-B63FD0AA88D2}" dt="2019-11-30T02:06:00.364" v="803" actId="478"/>
          <ac:picMkLst>
            <pc:docMk/>
            <pc:sldMk cId="1384639249" sldId="462"/>
            <ac:picMk id="6" creationId="{4AAB00BE-0D65-2E46-8A54-78D82A14D34F}"/>
          </ac:picMkLst>
        </pc:picChg>
        <pc:picChg chg="add mod">
          <ac:chgData name="Kun Suo" userId="41c30799-3a2b-4880-86a3-8488be07954a" providerId="ADAL" clId="{D87561A5-F79F-064C-AEA1-B63FD0AA88D2}" dt="2019-11-30T02:06:05.321" v="806" actId="1076"/>
          <ac:picMkLst>
            <pc:docMk/>
            <pc:sldMk cId="1384639249" sldId="462"/>
            <ac:picMk id="7" creationId="{51AC507D-CEA0-B840-A570-C2CF12032BBA}"/>
          </ac:picMkLst>
        </pc:picChg>
        <pc:picChg chg="add mod">
          <ac:chgData name="Kun Suo" userId="41c30799-3a2b-4880-86a3-8488be07954a" providerId="ADAL" clId="{D87561A5-F79F-064C-AEA1-B63FD0AA88D2}" dt="2019-11-30T02:07:05.089" v="830" actId="1076"/>
          <ac:picMkLst>
            <pc:docMk/>
            <pc:sldMk cId="1384639249" sldId="462"/>
            <ac:picMk id="9" creationId="{4A91099D-CB7B-9142-AAB4-CD85CD0644CB}"/>
          </ac:picMkLst>
        </pc:picChg>
        <pc:picChg chg="add mod">
          <ac:chgData name="Kun Suo" userId="41c30799-3a2b-4880-86a3-8488be07954a" providerId="ADAL" clId="{D87561A5-F79F-064C-AEA1-B63FD0AA88D2}" dt="2019-11-30T02:07:05.089" v="830" actId="1076"/>
          <ac:picMkLst>
            <pc:docMk/>
            <pc:sldMk cId="1384639249" sldId="462"/>
            <ac:picMk id="10" creationId="{65F49A4B-3205-DF4A-BC1B-E8F837B0E2E9}"/>
          </ac:picMkLst>
        </pc:picChg>
        <pc:picChg chg="add mod">
          <ac:chgData name="Kun Suo" userId="41c30799-3a2b-4880-86a3-8488be07954a" providerId="ADAL" clId="{D87561A5-F79F-064C-AEA1-B63FD0AA88D2}" dt="2019-11-30T02:07:05.089" v="830" actId="1076"/>
          <ac:picMkLst>
            <pc:docMk/>
            <pc:sldMk cId="1384639249" sldId="462"/>
            <ac:picMk id="11" creationId="{33776EE4-6B8C-4F4F-8392-73466223220D}"/>
          </ac:picMkLst>
        </pc:picChg>
        <pc:cxnChg chg="add mod">
          <ac:chgData name="Kun Suo" userId="41c30799-3a2b-4880-86a3-8488be07954a" providerId="ADAL" clId="{D87561A5-F79F-064C-AEA1-B63FD0AA88D2}" dt="2019-11-30T02:07:19.675" v="833" actId="14100"/>
          <ac:cxnSpMkLst>
            <pc:docMk/>
            <pc:sldMk cId="1384639249" sldId="462"/>
            <ac:cxnSpMk id="13" creationId="{F76A8928-333C-3D40-96E0-5CDC641E0A69}"/>
          </ac:cxnSpMkLst>
        </pc:cxnChg>
        <pc:cxnChg chg="add mod">
          <ac:chgData name="Kun Suo" userId="41c30799-3a2b-4880-86a3-8488be07954a" providerId="ADAL" clId="{D87561A5-F79F-064C-AEA1-B63FD0AA88D2}" dt="2019-11-30T02:07:23.362" v="835" actId="1076"/>
          <ac:cxnSpMkLst>
            <pc:docMk/>
            <pc:sldMk cId="1384639249" sldId="462"/>
            <ac:cxnSpMk id="15" creationId="{428D6688-502E-6E40-B06C-12C8A4251C29}"/>
          </ac:cxnSpMkLst>
        </pc:cxnChg>
        <pc:cxnChg chg="add mod">
          <ac:chgData name="Kun Suo" userId="41c30799-3a2b-4880-86a3-8488be07954a" providerId="ADAL" clId="{D87561A5-F79F-064C-AEA1-B63FD0AA88D2}" dt="2019-11-30T02:07:26.081" v="837" actId="1076"/>
          <ac:cxnSpMkLst>
            <pc:docMk/>
            <pc:sldMk cId="1384639249" sldId="462"/>
            <ac:cxnSpMk id="16" creationId="{C5FFB8D2-DFF3-4F4C-B373-59C83B955C23}"/>
          </ac:cxnSpMkLst>
        </pc:cxnChg>
      </pc:sldChg>
      <pc:sldChg chg="modSp add">
        <pc:chgData name="Kun Suo" userId="41c30799-3a2b-4880-86a3-8488be07954a" providerId="ADAL" clId="{D87561A5-F79F-064C-AEA1-B63FD0AA88D2}" dt="2019-11-30T15:20:38.502" v="919" actId="20577"/>
        <pc:sldMkLst>
          <pc:docMk/>
          <pc:sldMk cId="2674104935" sldId="463"/>
        </pc:sldMkLst>
        <pc:spChg chg="mod">
          <ac:chgData name="Kun Suo" userId="41c30799-3a2b-4880-86a3-8488be07954a" providerId="ADAL" clId="{D87561A5-F79F-064C-AEA1-B63FD0AA88D2}" dt="2019-11-30T15:14:30.790" v="842" actId="27636"/>
          <ac:spMkLst>
            <pc:docMk/>
            <pc:sldMk cId="2674104935" sldId="463"/>
            <ac:spMk id="2" creationId="{61B9684E-20C3-6146-98A7-25FF6FEED884}"/>
          </ac:spMkLst>
        </pc:spChg>
        <pc:spChg chg="mod">
          <ac:chgData name="Kun Suo" userId="41c30799-3a2b-4880-86a3-8488be07954a" providerId="ADAL" clId="{D87561A5-F79F-064C-AEA1-B63FD0AA88D2}" dt="2019-11-30T15:20:38.502" v="919" actId="20577"/>
          <ac:spMkLst>
            <pc:docMk/>
            <pc:sldMk cId="2674104935" sldId="463"/>
            <ac:spMk id="5" creationId="{348DF9F5-B378-BE4E-97FF-99EB8BD734B9}"/>
          </ac:spMkLst>
        </pc:spChg>
      </pc:sldChg>
      <pc:sldChg chg="addSp modSp add">
        <pc:chgData name="Kun Suo" userId="41c30799-3a2b-4880-86a3-8488be07954a" providerId="ADAL" clId="{D87561A5-F79F-064C-AEA1-B63FD0AA88D2}" dt="2019-11-30T16:05:41.820" v="1148" actId="20577"/>
        <pc:sldMkLst>
          <pc:docMk/>
          <pc:sldMk cId="949569730" sldId="464"/>
        </pc:sldMkLst>
        <pc:spChg chg="mod">
          <ac:chgData name="Kun Suo" userId="41c30799-3a2b-4880-86a3-8488be07954a" providerId="ADAL" clId="{D87561A5-F79F-064C-AEA1-B63FD0AA88D2}" dt="2019-11-30T15:22:47.691" v="995" actId="27636"/>
          <ac:spMkLst>
            <pc:docMk/>
            <pc:sldMk cId="949569730" sldId="464"/>
            <ac:spMk id="5" creationId="{348DF9F5-B378-BE4E-97FF-99EB8BD734B9}"/>
          </ac:spMkLst>
        </pc:spChg>
        <pc:spChg chg="add mod">
          <ac:chgData name="Kun Suo" userId="41c30799-3a2b-4880-86a3-8488be07954a" providerId="ADAL" clId="{D87561A5-F79F-064C-AEA1-B63FD0AA88D2}" dt="2019-11-30T15:26:01.025" v="1035" actId="1076"/>
          <ac:spMkLst>
            <pc:docMk/>
            <pc:sldMk cId="949569730" sldId="464"/>
            <ac:spMk id="12" creationId="{C6095CAC-94F0-C142-9434-C1F6E2E60A32}"/>
          </ac:spMkLst>
        </pc:spChg>
        <pc:spChg chg="add mod">
          <ac:chgData name="Kun Suo" userId="41c30799-3a2b-4880-86a3-8488be07954a" providerId="ADAL" clId="{D87561A5-F79F-064C-AEA1-B63FD0AA88D2}" dt="2019-11-30T15:26:04.380" v="1038" actId="20577"/>
          <ac:spMkLst>
            <pc:docMk/>
            <pc:sldMk cId="949569730" sldId="464"/>
            <ac:spMk id="13" creationId="{F0389979-9082-004F-8127-7D8DCC384802}"/>
          </ac:spMkLst>
        </pc:spChg>
        <pc:spChg chg="add mod">
          <ac:chgData name="Kun Suo" userId="41c30799-3a2b-4880-86a3-8488be07954a" providerId="ADAL" clId="{D87561A5-F79F-064C-AEA1-B63FD0AA88D2}" dt="2019-11-30T15:26:09.417" v="1041" actId="20577"/>
          <ac:spMkLst>
            <pc:docMk/>
            <pc:sldMk cId="949569730" sldId="464"/>
            <ac:spMk id="14" creationId="{815815CB-B081-EB41-A42C-D3BF56235021}"/>
          </ac:spMkLst>
        </pc:spChg>
        <pc:spChg chg="add mod">
          <ac:chgData name="Kun Suo" userId="41c30799-3a2b-4880-86a3-8488be07954a" providerId="ADAL" clId="{D87561A5-F79F-064C-AEA1-B63FD0AA88D2}" dt="2019-11-30T16:04:32.198" v="1126" actId="14100"/>
          <ac:spMkLst>
            <pc:docMk/>
            <pc:sldMk cId="949569730" sldId="464"/>
            <ac:spMk id="19" creationId="{53226ED1-E205-714D-BCAF-6BBB358A4079}"/>
          </ac:spMkLst>
        </pc:spChg>
        <pc:spChg chg="add mod">
          <ac:chgData name="Kun Suo" userId="41c30799-3a2b-4880-86a3-8488be07954a" providerId="ADAL" clId="{D87561A5-F79F-064C-AEA1-B63FD0AA88D2}" dt="2019-11-30T16:05:41.820" v="1148" actId="20577"/>
          <ac:spMkLst>
            <pc:docMk/>
            <pc:sldMk cId="949569730" sldId="464"/>
            <ac:spMk id="20" creationId="{3234C146-7C99-B14B-9FBE-3A9A730D5CBD}"/>
          </ac:spMkLst>
        </pc:spChg>
        <pc:graphicFrameChg chg="add mod modGraphic">
          <ac:chgData name="Kun Suo" userId="41c30799-3a2b-4880-86a3-8488be07954a" providerId="ADAL" clId="{D87561A5-F79F-064C-AEA1-B63FD0AA88D2}" dt="2019-11-30T15:25:44.306" v="1028" actId="1076"/>
          <ac:graphicFrameMkLst>
            <pc:docMk/>
            <pc:sldMk cId="949569730" sldId="464"/>
            <ac:graphicFrameMk id="9" creationId="{EE0C84C6-29BF-BF48-AA28-0A8223EC6B77}"/>
          </ac:graphicFrameMkLst>
        </pc:graphicFrameChg>
        <pc:picChg chg="add">
          <ac:chgData name="Kun Suo" userId="41c30799-3a2b-4880-86a3-8488be07954a" providerId="ADAL" clId="{D87561A5-F79F-064C-AEA1-B63FD0AA88D2}" dt="2019-11-30T15:21:32.487" v="931"/>
          <ac:picMkLst>
            <pc:docMk/>
            <pc:sldMk cId="949569730" sldId="464"/>
            <ac:picMk id="6" creationId="{38217F09-B8BD-2E4D-8AFA-91259F2C3017}"/>
          </ac:picMkLst>
        </pc:picChg>
        <pc:picChg chg="add mod">
          <ac:chgData name="Kun Suo" userId="41c30799-3a2b-4880-86a3-8488be07954a" providerId="ADAL" clId="{D87561A5-F79F-064C-AEA1-B63FD0AA88D2}" dt="2019-11-30T15:23:55.424" v="998" actId="1076"/>
          <ac:picMkLst>
            <pc:docMk/>
            <pc:sldMk cId="949569730" sldId="464"/>
            <ac:picMk id="7" creationId="{B6D2D590-095A-204C-82AD-3E977257493C}"/>
          </ac:picMkLst>
        </pc:picChg>
        <pc:picChg chg="add mod">
          <ac:chgData name="Kun Suo" userId="41c30799-3a2b-4880-86a3-8488be07954a" providerId="ADAL" clId="{D87561A5-F79F-064C-AEA1-B63FD0AA88D2}" dt="2019-11-30T15:24:15.720" v="1001" actId="1076"/>
          <ac:picMkLst>
            <pc:docMk/>
            <pc:sldMk cId="949569730" sldId="464"/>
            <ac:picMk id="8" creationId="{B3E814F5-166F-0D4C-9F95-26A16F748940}"/>
          </ac:picMkLst>
        </pc:picChg>
        <pc:picChg chg="add mod">
          <ac:chgData name="Kun Suo" userId="41c30799-3a2b-4880-86a3-8488be07954a" providerId="ADAL" clId="{D87561A5-F79F-064C-AEA1-B63FD0AA88D2}" dt="2019-11-30T15:25:50.546" v="1032" actId="1076"/>
          <ac:picMkLst>
            <pc:docMk/>
            <pc:sldMk cId="949569730" sldId="464"/>
            <ac:picMk id="10" creationId="{1071E941-668A-B04D-BFAE-A344FAA9DD08}"/>
          </ac:picMkLst>
        </pc:picChg>
        <pc:picChg chg="add mod">
          <ac:chgData name="Kun Suo" userId="41c30799-3a2b-4880-86a3-8488be07954a" providerId="ADAL" clId="{D87561A5-F79F-064C-AEA1-B63FD0AA88D2}" dt="2019-11-30T15:25:49.192" v="1031" actId="1076"/>
          <ac:picMkLst>
            <pc:docMk/>
            <pc:sldMk cId="949569730" sldId="464"/>
            <ac:picMk id="11" creationId="{5BA2EEB5-92FA-7D4F-BA81-DA00E0F47DA0}"/>
          </ac:picMkLst>
        </pc:picChg>
        <pc:cxnChg chg="add mod">
          <ac:chgData name="Kun Suo" userId="41c30799-3a2b-4880-86a3-8488be07954a" providerId="ADAL" clId="{D87561A5-F79F-064C-AEA1-B63FD0AA88D2}" dt="2019-11-30T15:26:40.211" v="1043" actId="1582"/>
          <ac:cxnSpMkLst>
            <pc:docMk/>
            <pc:sldMk cId="949569730" sldId="464"/>
            <ac:cxnSpMk id="16" creationId="{6B457615-7963-024A-A3D7-34B548914245}"/>
          </ac:cxnSpMkLst>
        </pc:cxnChg>
        <pc:cxnChg chg="add mod">
          <ac:chgData name="Kun Suo" userId="41c30799-3a2b-4880-86a3-8488be07954a" providerId="ADAL" clId="{D87561A5-F79F-064C-AEA1-B63FD0AA88D2}" dt="2019-11-30T16:03:47.820" v="1046" actId="14100"/>
          <ac:cxnSpMkLst>
            <pc:docMk/>
            <pc:sldMk cId="949569730" sldId="464"/>
            <ac:cxnSpMk id="17" creationId="{E0ED8775-7FC5-444E-880D-C16796AA76B0}"/>
          </ac:cxnSpMkLst>
        </pc:cxnChg>
      </pc:sldChg>
      <pc:sldChg chg="addSp modSp add">
        <pc:chgData name="Kun Suo" userId="41c30799-3a2b-4880-86a3-8488be07954a" providerId="ADAL" clId="{D87561A5-F79F-064C-AEA1-B63FD0AA88D2}" dt="2019-11-30T16:06:12.399" v="1161" actId="1076"/>
        <pc:sldMkLst>
          <pc:docMk/>
          <pc:sldMk cId="386512948" sldId="465"/>
        </pc:sldMkLst>
        <pc:spChg chg="add mod">
          <ac:chgData name="Kun Suo" userId="41c30799-3a2b-4880-86a3-8488be07954a" providerId="ADAL" clId="{D87561A5-F79F-064C-AEA1-B63FD0AA88D2}" dt="2019-11-30T16:05:46.395" v="1150" actId="20577"/>
          <ac:spMkLst>
            <pc:docMk/>
            <pc:sldMk cId="386512948" sldId="465"/>
            <ac:spMk id="18" creationId="{40746429-6A71-AC46-80BA-1E042DE35A1E}"/>
          </ac:spMkLst>
        </pc:spChg>
        <pc:spChg chg="mod">
          <ac:chgData name="Kun Suo" userId="41c30799-3a2b-4880-86a3-8488be07954a" providerId="ADAL" clId="{D87561A5-F79F-064C-AEA1-B63FD0AA88D2}" dt="2019-11-30T16:05:17.734" v="1136" actId="1076"/>
          <ac:spMkLst>
            <pc:docMk/>
            <pc:sldMk cId="386512948" sldId="465"/>
            <ac:spMk id="19" creationId="{53226ED1-E205-714D-BCAF-6BBB358A4079}"/>
          </ac:spMkLst>
        </pc:spChg>
        <pc:spChg chg="add mod">
          <ac:chgData name="Kun Suo" userId="41c30799-3a2b-4880-86a3-8488be07954a" providerId="ADAL" clId="{D87561A5-F79F-064C-AEA1-B63FD0AA88D2}" dt="2019-11-30T16:06:12.399" v="1161" actId="1076"/>
          <ac:spMkLst>
            <pc:docMk/>
            <pc:sldMk cId="386512948" sldId="465"/>
            <ac:spMk id="20" creationId="{D656D9CD-FF09-4A4C-B982-BC1C64DC2BBF}"/>
          </ac:spMkLst>
        </pc:spChg>
        <pc:graphicFrameChg chg="modGraphic">
          <ac:chgData name="Kun Suo" userId="41c30799-3a2b-4880-86a3-8488be07954a" providerId="ADAL" clId="{D87561A5-F79F-064C-AEA1-B63FD0AA88D2}" dt="2019-11-30T16:04:51.283" v="1132" actId="20577"/>
          <ac:graphicFrameMkLst>
            <pc:docMk/>
            <pc:sldMk cId="386512948" sldId="465"/>
            <ac:graphicFrameMk id="9" creationId="{EE0C84C6-29BF-BF48-AA28-0A8223EC6B77}"/>
          </ac:graphicFrameMkLst>
        </pc:graphicFrameChg>
      </pc:sldChg>
      <pc:sldChg chg="addSp delSp modSp add">
        <pc:chgData name="Kun Suo" userId="41c30799-3a2b-4880-86a3-8488be07954a" providerId="ADAL" clId="{D87561A5-F79F-064C-AEA1-B63FD0AA88D2}" dt="2019-11-30T16:08:33.309" v="1238" actId="478"/>
        <pc:sldMkLst>
          <pc:docMk/>
          <pc:sldMk cId="1735056996" sldId="466"/>
        </pc:sldMkLst>
        <pc:spChg chg="mod">
          <ac:chgData name="Kun Suo" userId="41c30799-3a2b-4880-86a3-8488be07954a" providerId="ADAL" clId="{D87561A5-F79F-064C-AEA1-B63FD0AA88D2}" dt="2019-11-30T16:07:52.865" v="1189" actId="14100"/>
          <ac:spMkLst>
            <pc:docMk/>
            <pc:sldMk cId="1735056996" sldId="466"/>
            <ac:spMk id="19" creationId="{53226ED1-E205-714D-BCAF-6BBB358A4079}"/>
          </ac:spMkLst>
        </pc:spChg>
        <pc:spChg chg="del">
          <ac:chgData name="Kun Suo" userId="41c30799-3a2b-4880-86a3-8488be07954a" providerId="ADAL" clId="{D87561A5-F79F-064C-AEA1-B63FD0AA88D2}" dt="2019-11-30T16:08:33.309" v="1238" actId="478"/>
          <ac:spMkLst>
            <pc:docMk/>
            <pc:sldMk cId="1735056996" sldId="466"/>
            <ac:spMk id="20" creationId="{D656D9CD-FF09-4A4C-B982-BC1C64DC2BBF}"/>
          </ac:spMkLst>
        </pc:spChg>
        <pc:spChg chg="add mod">
          <ac:chgData name="Kun Suo" userId="41c30799-3a2b-4880-86a3-8488be07954a" providerId="ADAL" clId="{D87561A5-F79F-064C-AEA1-B63FD0AA88D2}" dt="2019-11-30T16:08:27.505" v="1237" actId="14100"/>
          <ac:spMkLst>
            <pc:docMk/>
            <pc:sldMk cId="1735056996" sldId="466"/>
            <ac:spMk id="24" creationId="{BE236D2B-4E2D-1146-A68E-171BBECD7E8D}"/>
          </ac:spMkLst>
        </pc:spChg>
        <pc:graphicFrameChg chg="modGraphic">
          <ac:chgData name="Kun Suo" userId="41c30799-3a2b-4880-86a3-8488be07954a" providerId="ADAL" clId="{D87561A5-F79F-064C-AEA1-B63FD0AA88D2}" dt="2019-11-30T16:07:59.522" v="1192" actId="20577"/>
          <ac:graphicFrameMkLst>
            <pc:docMk/>
            <pc:sldMk cId="1735056996" sldId="466"/>
            <ac:graphicFrameMk id="9" creationId="{EE0C84C6-29BF-BF48-AA28-0A8223EC6B77}"/>
          </ac:graphicFrameMkLst>
        </pc:graphicFrameChg>
        <pc:cxnChg chg="mod">
          <ac:chgData name="Kun Suo" userId="41c30799-3a2b-4880-86a3-8488be07954a" providerId="ADAL" clId="{D87561A5-F79F-064C-AEA1-B63FD0AA88D2}" dt="2019-11-30T16:07:27.986" v="1167" actId="14100"/>
          <ac:cxnSpMkLst>
            <pc:docMk/>
            <pc:sldMk cId="1735056996" sldId="466"/>
            <ac:cxnSpMk id="17" creationId="{E0ED8775-7FC5-444E-880D-C16796AA76B0}"/>
          </ac:cxnSpMkLst>
        </pc:cxnChg>
        <pc:cxnChg chg="add mod">
          <ac:chgData name="Kun Suo" userId="41c30799-3a2b-4880-86a3-8488be07954a" providerId="ADAL" clId="{D87561A5-F79F-064C-AEA1-B63FD0AA88D2}" dt="2019-11-30T16:07:35.190" v="1168" actId="208"/>
          <ac:cxnSpMkLst>
            <pc:docMk/>
            <pc:sldMk cId="1735056996" sldId="466"/>
            <ac:cxnSpMk id="21" creationId="{0E17756E-0898-BF43-8D12-0395009DBC85}"/>
          </ac:cxnSpMkLst>
        </pc:cxnChg>
      </pc:sldChg>
      <pc:sldChg chg="modSp add">
        <pc:chgData name="Kun Suo" userId="41c30799-3a2b-4880-86a3-8488be07954a" providerId="ADAL" clId="{D87561A5-F79F-064C-AEA1-B63FD0AA88D2}" dt="2019-11-30T16:09:27.817" v="1281" actId="14100"/>
        <pc:sldMkLst>
          <pc:docMk/>
          <pc:sldMk cId="2224904085" sldId="467"/>
        </pc:sldMkLst>
        <pc:spChg chg="mod">
          <ac:chgData name="Kun Suo" userId="41c30799-3a2b-4880-86a3-8488be07954a" providerId="ADAL" clId="{D87561A5-F79F-064C-AEA1-B63FD0AA88D2}" dt="2019-11-30T16:09:11.098" v="1269" actId="14100"/>
          <ac:spMkLst>
            <pc:docMk/>
            <pc:sldMk cId="2224904085" sldId="467"/>
            <ac:spMk id="19" creationId="{53226ED1-E205-714D-BCAF-6BBB358A4079}"/>
          </ac:spMkLst>
        </pc:spChg>
        <pc:spChg chg="mod">
          <ac:chgData name="Kun Suo" userId="41c30799-3a2b-4880-86a3-8488be07954a" providerId="ADAL" clId="{D87561A5-F79F-064C-AEA1-B63FD0AA88D2}" dt="2019-11-30T16:09:27.817" v="1281" actId="14100"/>
          <ac:spMkLst>
            <pc:docMk/>
            <pc:sldMk cId="2224904085" sldId="467"/>
            <ac:spMk id="24" creationId="{BE236D2B-4E2D-1146-A68E-171BBECD7E8D}"/>
          </ac:spMkLst>
        </pc:spChg>
        <pc:graphicFrameChg chg="modGraphic">
          <ac:chgData name="Kun Suo" userId="41c30799-3a2b-4880-86a3-8488be07954a" providerId="ADAL" clId="{D87561A5-F79F-064C-AEA1-B63FD0AA88D2}" dt="2019-11-30T16:08:46.529" v="1244" actId="20577"/>
          <ac:graphicFrameMkLst>
            <pc:docMk/>
            <pc:sldMk cId="2224904085" sldId="467"/>
            <ac:graphicFrameMk id="9" creationId="{EE0C84C6-29BF-BF48-AA28-0A8223EC6B77}"/>
          </ac:graphicFrameMkLst>
        </pc:graphicFrameChg>
      </pc:sldChg>
      <pc:sldChg chg="addSp delSp modSp add">
        <pc:chgData name="Kun Suo" userId="41c30799-3a2b-4880-86a3-8488be07954a" providerId="ADAL" clId="{D87561A5-F79F-064C-AEA1-B63FD0AA88D2}" dt="2019-11-30T16:10:02.478" v="1297" actId="20577"/>
        <pc:sldMkLst>
          <pc:docMk/>
          <pc:sldMk cId="3477926920" sldId="468"/>
        </pc:sldMkLst>
        <pc:spChg chg="del">
          <ac:chgData name="Kun Suo" userId="41c30799-3a2b-4880-86a3-8488be07954a" providerId="ADAL" clId="{D87561A5-F79F-064C-AEA1-B63FD0AA88D2}" dt="2019-11-30T16:09:39.841" v="1286" actId="478"/>
          <ac:spMkLst>
            <pc:docMk/>
            <pc:sldMk cId="3477926920" sldId="468"/>
            <ac:spMk id="19" creationId="{53226ED1-E205-714D-BCAF-6BBB358A4079}"/>
          </ac:spMkLst>
        </pc:spChg>
        <pc:spChg chg="add mod">
          <ac:chgData name="Kun Suo" userId="41c30799-3a2b-4880-86a3-8488be07954a" providerId="ADAL" clId="{D87561A5-F79F-064C-AEA1-B63FD0AA88D2}" dt="2019-11-30T16:09:47.801" v="1290" actId="20577"/>
          <ac:spMkLst>
            <pc:docMk/>
            <pc:sldMk cId="3477926920" sldId="468"/>
            <ac:spMk id="23" creationId="{01E9D617-BDB5-0845-AA88-3ED5B20541C9}"/>
          </ac:spMkLst>
        </pc:spChg>
        <pc:spChg chg="del">
          <ac:chgData name="Kun Suo" userId="41c30799-3a2b-4880-86a3-8488be07954a" providerId="ADAL" clId="{D87561A5-F79F-064C-AEA1-B63FD0AA88D2}" dt="2019-11-30T16:09:57.188" v="1294" actId="478"/>
          <ac:spMkLst>
            <pc:docMk/>
            <pc:sldMk cId="3477926920" sldId="468"/>
            <ac:spMk id="24" creationId="{BE236D2B-4E2D-1146-A68E-171BBECD7E8D}"/>
          </ac:spMkLst>
        </pc:spChg>
        <pc:spChg chg="add mod">
          <ac:chgData name="Kun Suo" userId="41c30799-3a2b-4880-86a3-8488be07954a" providerId="ADAL" clId="{D87561A5-F79F-064C-AEA1-B63FD0AA88D2}" dt="2019-11-30T16:10:02.478" v="1297" actId="20577"/>
          <ac:spMkLst>
            <pc:docMk/>
            <pc:sldMk cId="3477926920" sldId="468"/>
            <ac:spMk id="25" creationId="{11650610-DF7C-7A4D-9DCF-8573004B5C22}"/>
          </ac:spMkLst>
        </pc:spChg>
        <pc:graphicFrameChg chg="modGraphic">
          <ac:chgData name="Kun Suo" userId="41c30799-3a2b-4880-86a3-8488be07954a" providerId="ADAL" clId="{D87561A5-F79F-064C-AEA1-B63FD0AA88D2}" dt="2019-11-30T16:09:55.288" v="1293" actId="20577"/>
          <ac:graphicFrameMkLst>
            <pc:docMk/>
            <pc:sldMk cId="3477926920" sldId="468"/>
            <ac:graphicFrameMk id="9" creationId="{EE0C84C6-29BF-BF48-AA28-0A8223EC6B77}"/>
          </ac:graphicFrameMkLst>
        </pc:graphicFrameChg>
        <pc:cxnChg chg="add mod">
          <ac:chgData name="Kun Suo" userId="41c30799-3a2b-4880-86a3-8488be07954a" providerId="ADAL" clId="{D87561A5-F79F-064C-AEA1-B63FD0AA88D2}" dt="2019-11-30T16:09:37.723" v="1285" actId="14100"/>
          <ac:cxnSpMkLst>
            <pc:docMk/>
            <pc:sldMk cId="3477926920" sldId="468"/>
            <ac:cxnSpMk id="22" creationId="{E0C44692-A077-BB49-93BF-43D90AFA761A}"/>
          </ac:cxnSpMkLst>
        </pc:cxnChg>
      </pc:sldChg>
      <pc:sldChg chg="addSp delSp modSp add">
        <pc:chgData name="Kun Suo" userId="41c30799-3a2b-4880-86a3-8488be07954a" providerId="ADAL" clId="{D87561A5-F79F-064C-AEA1-B63FD0AA88D2}" dt="2019-11-30T16:14:14.935" v="1315" actId="20577"/>
        <pc:sldMkLst>
          <pc:docMk/>
          <pc:sldMk cId="3301959221" sldId="469"/>
        </pc:sldMkLst>
        <pc:spChg chg="mod">
          <ac:chgData name="Kun Suo" userId="41c30799-3a2b-4880-86a3-8488be07954a" providerId="ADAL" clId="{D87561A5-F79F-064C-AEA1-B63FD0AA88D2}" dt="2019-11-30T16:14:10.717" v="1313" actId="20577"/>
          <ac:spMkLst>
            <pc:docMk/>
            <pc:sldMk cId="3301959221" sldId="469"/>
            <ac:spMk id="18" creationId="{40746429-6A71-AC46-80BA-1E042DE35A1E}"/>
          </ac:spMkLst>
        </pc:spChg>
        <pc:spChg chg="del">
          <ac:chgData name="Kun Suo" userId="41c30799-3a2b-4880-86a3-8488be07954a" providerId="ADAL" clId="{D87561A5-F79F-064C-AEA1-B63FD0AA88D2}" dt="2019-11-30T16:13:35.521" v="1302" actId="478"/>
          <ac:spMkLst>
            <pc:docMk/>
            <pc:sldMk cId="3301959221" sldId="469"/>
            <ac:spMk id="23" creationId="{01E9D617-BDB5-0845-AA88-3ED5B20541C9}"/>
          </ac:spMkLst>
        </pc:spChg>
        <pc:spChg chg="del">
          <ac:chgData name="Kun Suo" userId="41c30799-3a2b-4880-86a3-8488be07954a" providerId="ADAL" clId="{D87561A5-F79F-064C-AEA1-B63FD0AA88D2}" dt="2019-11-30T16:13:48.894" v="1306" actId="478"/>
          <ac:spMkLst>
            <pc:docMk/>
            <pc:sldMk cId="3301959221" sldId="469"/>
            <ac:spMk id="25" creationId="{11650610-DF7C-7A4D-9DCF-8573004B5C22}"/>
          </ac:spMkLst>
        </pc:spChg>
        <pc:spChg chg="add mod">
          <ac:chgData name="Kun Suo" userId="41c30799-3a2b-4880-86a3-8488be07954a" providerId="ADAL" clId="{D87561A5-F79F-064C-AEA1-B63FD0AA88D2}" dt="2019-11-30T16:13:44.267" v="1305" actId="20577"/>
          <ac:spMkLst>
            <pc:docMk/>
            <pc:sldMk cId="3301959221" sldId="469"/>
            <ac:spMk id="26" creationId="{38B45536-A4CE-0844-B43D-350261E015D4}"/>
          </ac:spMkLst>
        </pc:spChg>
        <pc:spChg chg="add mod">
          <ac:chgData name="Kun Suo" userId="41c30799-3a2b-4880-86a3-8488be07954a" providerId="ADAL" clId="{D87561A5-F79F-064C-AEA1-B63FD0AA88D2}" dt="2019-11-30T16:14:14.935" v="1315" actId="20577"/>
          <ac:spMkLst>
            <pc:docMk/>
            <pc:sldMk cId="3301959221" sldId="469"/>
            <ac:spMk id="28" creationId="{ECCAA1B6-CC90-3042-B979-E04079FA9046}"/>
          </ac:spMkLst>
        </pc:spChg>
        <pc:graphicFrameChg chg="del">
          <ac:chgData name="Kun Suo" userId="41c30799-3a2b-4880-86a3-8488be07954a" providerId="ADAL" clId="{D87561A5-F79F-064C-AEA1-B63FD0AA88D2}" dt="2019-11-30T16:13:57.262" v="1307" actId="478"/>
          <ac:graphicFrameMkLst>
            <pc:docMk/>
            <pc:sldMk cId="3301959221" sldId="469"/>
            <ac:graphicFrameMk id="9" creationId="{EE0C84C6-29BF-BF48-AA28-0A8223EC6B77}"/>
          </ac:graphicFrameMkLst>
        </pc:graphicFrameChg>
        <pc:graphicFrameChg chg="add modGraphic">
          <ac:chgData name="Kun Suo" userId="41c30799-3a2b-4880-86a3-8488be07954a" providerId="ADAL" clId="{D87561A5-F79F-064C-AEA1-B63FD0AA88D2}" dt="2019-11-30T16:14:06.854" v="1311" actId="20577"/>
          <ac:graphicFrameMkLst>
            <pc:docMk/>
            <pc:sldMk cId="3301959221" sldId="469"/>
            <ac:graphicFrameMk id="27" creationId="{5F354951-AACF-DD4B-8BED-2E36F0A3FF3D}"/>
          </ac:graphicFrameMkLst>
        </pc:graphicFrameChg>
        <pc:cxnChg chg="add mod">
          <ac:chgData name="Kun Suo" userId="41c30799-3a2b-4880-86a3-8488be07954a" providerId="ADAL" clId="{D87561A5-F79F-064C-AEA1-B63FD0AA88D2}" dt="2019-11-30T16:13:33.478" v="1301" actId="14100"/>
          <ac:cxnSpMkLst>
            <pc:docMk/>
            <pc:sldMk cId="3301959221" sldId="469"/>
            <ac:cxnSpMk id="24" creationId="{23773137-56A7-B14C-AB25-AA5F5C90CA41}"/>
          </ac:cxnSpMkLst>
        </pc:cxnChg>
      </pc:sldChg>
      <pc:sldChg chg="addSp delSp modSp add">
        <pc:chgData name="Kun Suo" userId="41c30799-3a2b-4880-86a3-8488be07954a" providerId="ADAL" clId="{D87561A5-F79F-064C-AEA1-B63FD0AA88D2}" dt="2019-11-30T16:14:57.486" v="1328" actId="20577"/>
        <pc:sldMkLst>
          <pc:docMk/>
          <pc:sldMk cId="2822549051" sldId="470"/>
        </pc:sldMkLst>
        <pc:spChg chg="del">
          <ac:chgData name="Kun Suo" userId="41c30799-3a2b-4880-86a3-8488be07954a" providerId="ADAL" clId="{D87561A5-F79F-064C-AEA1-B63FD0AA88D2}" dt="2019-11-30T16:14:35.996" v="1319" actId="478"/>
          <ac:spMkLst>
            <pc:docMk/>
            <pc:sldMk cId="2822549051" sldId="470"/>
            <ac:spMk id="26" creationId="{38B45536-A4CE-0844-B43D-350261E015D4}"/>
          </ac:spMkLst>
        </pc:spChg>
        <pc:spChg chg="del">
          <ac:chgData name="Kun Suo" userId="41c30799-3a2b-4880-86a3-8488be07954a" providerId="ADAL" clId="{D87561A5-F79F-064C-AEA1-B63FD0AA88D2}" dt="2019-11-30T16:14:31.242" v="1317" actId="478"/>
          <ac:spMkLst>
            <pc:docMk/>
            <pc:sldMk cId="2822549051" sldId="470"/>
            <ac:spMk id="28" creationId="{ECCAA1B6-CC90-3042-B979-E04079FA9046}"/>
          </ac:spMkLst>
        </pc:spChg>
        <pc:spChg chg="add mod">
          <ac:chgData name="Kun Suo" userId="41c30799-3a2b-4880-86a3-8488be07954a" providerId="ADAL" clId="{D87561A5-F79F-064C-AEA1-B63FD0AA88D2}" dt="2019-11-30T16:14:46.631" v="1326" actId="20577"/>
          <ac:spMkLst>
            <pc:docMk/>
            <pc:sldMk cId="2822549051" sldId="470"/>
            <ac:spMk id="29" creationId="{59C48C25-88C9-4B4C-B284-7FEE95FB6946}"/>
          </ac:spMkLst>
        </pc:spChg>
        <pc:spChg chg="add mod">
          <ac:chgData name="Kun Suo" userId="41c30799-3a2b-4880-86a3-8488be07954a" providerId="ADAL" clId="{D87561A5-F79F-064C-AEA1-B63FD0AA88D2}" dt="2019-11-30T16:14:57.486" v="1328" actId="20577"/>
          <ac:spMkLst>
            <pc:docMk/>
            <pc:sldMk cId="2822549051" sldId="470"/>
            <ac:spMk id="30" creationId="{0D0B99CC-E3BC-2049-8857-0F25A3E13803}"/>
          </ac:spMkLst>
        </pc:spChg>
        <pc:graphicFrameChg chg="add">
          <ac:chgData name="Kun Suo" userId="41c30799-3a2b-4880-86a3-8488be07954a" providerId="ADAL" clId="{D87561A5-F79F-064C-AEA1-B63FD0AA88D2}" dt="2019-11-30T16:14:32.470" v="1318"/>
          <ac:graphicFrameMkLst>
            <pc:docMk/>
            <pc:sldMk cId="2822549051" sldId="470"/>
            <ac:graphicFrameMk id="23" creationId="{1C90CC62-67FE-AF4E-980C-22988D723E30}"/>
          </ac:graphicFrameMkLst>
        </pc:graphicFrameChg>
        <pc:graphicFrameChg chg="del">
          <ac:chgData name="Kun Suo" userId="41c30799-3a2b-4880-86a3-8488be07954a" providerId="ADAL" clId="{D87561A5-F79F-064C-AEA1-B63FD0AA88D2}" dt="2019-11-30T16:14:31.242" v="1317" actId="478"/>
          <ac:graphicFrameMkLst>
            <pc:docMk/>
            <pc:sldMk cId="2822549051" sldId="470"/>
            <ac:graphicFrameMk id="27" creationId="{5F354951-AACF-DD4B-8BED-2E36F0A3FF3D}"/>
          </ac:graphicFrameMkLst>
        </pc:graphicFrameChg>
        <pc:cxnChg chg="add">
          <ac:chgData name="Kun Suo" userId="41c30799-3a2b-4880-86a3-8488be07954a" providerId="ADAL" clId="{D87561A5-F79F-064C-AEA1-B63FD0AA88D2}" dt="2019-11-30T16:14:32.470" v="1318"/>
          <ac:cxnSpMkLst>
            <pc:docMk/>
            <pc:sldMk cId="2822549051" sldId="470"/>
            <ac:cxnSpMk id="25" creationId="{BBE48061-BAA1-9A44-8A72-A2F1443F56A8}"/>
          </ac:cxnSpMkLst>
        </pc:cxnChg>
        <pc:cxnChg chg="add mod">
          <ac:chgData name="Kun Suo" userId="41c30799-3a2b-4880-86a3-8488be07954a" providerId="ADAL" clId="{D87561A5-F79F-064C-AEA1-B63FD0AA88D2}" dt="2019-11-30T16:14:41.880" v="1322" actId="14100"/>
          <ac:cxnSpMkLst>
            <pc:docMk/>
            <pc:sldMk cId="2822549051" sldId="470"/>
            <ac:cxnSpMk id="31" creationId="{871A29E6-BDDE-2047-B25F-8374993B2EB2}"/>
          </ac:cxnSpMkLst>
        </pc:cxnChg>
      </pc:sldChg>
      <pc:sldChg chg="delSp modSp add">
        <pc:chgData name="Kun Suo" userId="41c30799-3a2b-4880-86a3-8488be07954a" providerId="ADAL" clId="{D87561A5-F79F-064C-AEA1-B63FD0AA88D2}" dt="2019-11-30T16:17:24.983" v="1512" actId="20577"/>
        <pc:sldMkLst>
          <pc:docMk/>
          <pc:sldMk cId="3735804011" sldId="471"/>
        </pc:sldMkLst>
        <pc:spChg chg="mod">
          <ac:chgData name="Kun Suo" userId="41c30799-3a2b-4880-86a3-8488be07954a" providerId="ADAL" clId="{D87561A5-F79F-064C-AEA1-B63FD0AA88D2}" dt="2019-11-30T16:17:24.983" v="1512" actId="20577"/>
          <ac:spMkLst>
            <pc:docMk/>
            <pc:sldMk cId="3735804011" sldId="471"/>
            <ac:spMk id="5" creationId="{348DF9F5-B378-BE4E-97FF-99EB8BD734B9}"/>
          </ac:spMkLst>
        </pc:spChg>
        <pc:spChg chg="del">
          <ac:chgData name="Kun Suo" userId="41c30799-3a2b-4880-86a3-8488be07954a" providerId="ADAL" clId="{D87561A5-F79F-064C-AEA1-B63FD0AA88D2}" dt="2019-11-30T16:15:12.741" v="1330" actId="478"/>
          <ac:spMkLst>
            <pc:docMk/>
            <pc:sldMk cId="3735804011" sldId="471"/>
            <ac:spMk id="12" creationId="{C6095CAC-94F0-C142-9434-C1F6E2E60A32}"/>
          </ac:spMkLst>
        </pc:spChg>
        <pc:spChg chg="del">
          <ac:chgData name="Kun Suo" userId="41c30799-3a2b-4880-86a3-8488be07954a" providerId="ADAL" clId="{D87561A5-F79F-064C-AEA1-B63FD0AA88D2}" dt="2019-11-30T16:15:12.741" v="1330" actId="478"/>
          <ac:spMkLst>
            <pc:docMk/>
            <pc:sldMk cId="3735804011" sldId="471"/>
            <ac:spMk id="13" creationId="{F0389979-9082-004F-8127-7D8DCC384802}"/>
          </ac:spMkLst>
        </pc:spChg>
        <pc:spChg chg="del">
          <ac:chgData name="Kun Suo" userId="41c30799-3a2b-4880-86a3-8488be07954a" providerId="ADAL" clId="{D87561A5-F79F-064C-AEA1-B63FD0AA88D2}" dt="2019-11-30T16:15:12.741" v="1330" actId="478"/>
          <ac:spMkLst>
            <pc:docMk/>
            <pc:sldMk cId="3735804011" sldId="471"/>
            <ac:spMk id="14" creationId="{815815CB-B081-EB41-A42C-D3BF56235021}"/>
          </ac:spMkLst>
        </pc:spChg>
        <pc:spChg chg="del">
          <ac:chgData name="Kun Suo" userId="41c30799-3a2b-4880-86a3-8488be07954a" providerId="ADAL" clId="{D87561A5-F79F-064C-AEA1-B63FD0AA88D2}" dt="2019-11-30T16:15:12.741" v="1330" actId="478"/>
          <ac:spMkLst>
            <pc:docMk/>
            <pc:sldMk cId="3735804011" sldId="471"/>
            <ac:spMk id="18" creationId="{40746429-6A71-AC46-80BA-1E042DE35A1E}"/>
          </ac:spMkLst>
        </pc:spChg>
        <pc:spChg chg="del">
          <ac:chgData name="Kun Suo" userId="41c30799-3a2b-4880-86a3-8488be07954a" providerId="ADAL" clId="{D87561A5-F79F-064C-AEA1-B63FD0AA88D2}" dt="2019-11-30T16:15:12.741" v="1330" actId="478"/>
          <ac:spMkLst>
            <pc:docMk/>
            <pc:sldMk cId="3735804011" sldId="471"/>
            <ac:spMk id="29" creationId="{59C48C25-88C9-4B4C-B284-7FEE95FB6946}"/>
          </ac:spMkLst>
        </pc:spChg>
        <pc:spChg chg="del">
          <ac:chgData name="Kun Suo" userId="41c30799-3a2b-4880-86a3-8488be07954a" providerId="ADAL" clId="{D87561A5-F79F-064C-AEA1-B63FD0AA88D2}" dt="2019-11-30T16:15:12.741" v="1330" actId="478"/>
          <ac:spMkLst>
            <pc:docMk/>
            <pc:sldMk cId="3735804011" sldId="471"/>
            <ac:spMk id="30" creationId="{0D0B99CC-E3BC-2049-8857-0F25A3E13803}"/>
          </ac:spMkLst>
        </pc:spChg>
        <pc:graphicFrameChg chg="del">
          <ac:chgData name="Kun Suo" userId="41c30799-3a2b-4880-86a3-8488be07954a" providerId="ADAL" clId="{D87561A5-F79F-064C-AEA1-B63FD0AA88D2}" dt="2019-11-30T16:15:12.741" v="1330" actId="478"/>
          <ac:graphicFrameMkLst>
            <pc:docMk/>
            <pc:sldMk cId="3735804011" sldId="471"/>
            <ac:graphicFrameMk id="23" creationId="{1C90CC62-67FE-AF4E-980C-22988D723E30}"/>
          </ac:graphicFrameMkLst>
        </pc:graphicFrameChg>
        <pc:picChg chg="del">
          <ac:chgData name="Kun Suo" userId="41c30799-3a2b-4880-86a3-8488be07954a" providerId="ADAL" clId="{D87561A5-F79F-064C-AEA1-B63FD0AA88D2}" dt="2019-11-30T16:15:13.518" v="1331" actId="478"/>
          <ac:picMkLst>
            <pc:docMk/>
            <pc:sldMk cId="3735804011" sldId="471"/>
            <ac:picMk id="6" creationId="{38217F09-B8BD-2E4D-8AFA-91259F2C3017}"/>
          </ac:picMkLst>
        </pc:picChg>
        <pc:picChg chg="del">
          <ac:chgData name="Kun Suo" userId="41c30799-3a2b-4880-86a3-8488be07954a" providerId="ADAL" clId="{D87561A5-F79F-064C-AEA1-B63FD0AA88D2}" dt="2019-11-30T16:15:12.741" v="1330" actId="478"/>
          <ac:picMkLst>
            <pc:docMk/>
            <pc:sldMk cId="3735804011" sldId="471"/>
            <ac:picMk id="7" creationId="{B6D2D590-095A-204C-82AD-3E977257493C}"/>
          </ac:picMkLst>
        </pc:picChg>
        <pc:picChg chg="del">
          <ac:chgData name="Kun Suo" userId="41c30799-3a2b-4880-86a3-8488be07954a" providerId="ADAL" clId="{D87561A5-F79F-064C-AEA1-B63FD0AA88D2}" dt="2019-11-30T16:15:12.741" v="1330" actId="478"/>
          <ac:picMkLst>
            <pc:docMk/>
            <pc:sldMk cId="3735804011" sldId="471"/>
            <ac:picMk id="8" creationId="{B3E814F5-166F-0D4C-9F95-26A16F748940}"/>
          </ac:picMkLst>
        </pc:picChg>
        <pc:picChg chg="del">
          <ac:chgData name="Kun Suo" userId="41c30799-3a2b-4880-86a3-8488be07954a" providerId="ADAL" clId="{D87561A5-F79F-064C-AEA1-B63FD0AA88D2}" dt="2019-11-30T16:15:12.741" v="1330" actId="478"/>
          <ac:picMkLst>
            <pc:docMk/>
            <pc:sldMk cId="3735804011" sldId="471"/>
            <ac:picMk id="10" creationId="{1071E941-668A-B04D-BFAE-A344FAA9DD08}"/>
          </ac:picMkLst>
        </pc:picChg>
        <pc:picChg chg="del">
          <ac:chgData name="Kun Suo" userId="41c30799-3a2b-4880-86a3-8488be07954a" providerId="ADAL" clId="{D87561A5-F79F-064C-AEA1-B63FD0AA88D2}" dt="2019-11-30T16:15:12.741" v="1330" actId="478"/>
          <ac:picMkLst>
            <pc:docMk/>
            <pc:sldMk cId="3735804011" sldId="471"/>
            <ac:picMk id="11" creationId="{5BA2EEB5-92FA-7D4F-BA81-DA00E0F47DA0}"/>
          </ac:picMkLst>
        </pc:picChg>
        <pc:cxnChg chg="del">
          <ac:chgData name="Kun Suo" userId="41c30799-3a2b-4880-86a3-8488be07954a" providerId="ADAL" clId="{D87561A5-F79F-064C-AEA1-B63FD0AA88D2}" dt="2019-11-30T16:15:12.741" v="1330" actId="478"/>
          <ac:cxnSpMkLst>
            <pc:docMk/>
            <pc:sldMk cId="3735804011" sldId="471"/>
            <ac:cxnSpMk id="16" creationId="{6B457615-7963-024A-A3D7-34B548914245}"/>
          </ac:cxnSpMkLst>
        </pc:cxnChg>
        <pc:cxnChg chg="del">
          <ac:chgData name="Kun Suo" userId="41c30799-3a2b-4880-86a3-8488be07954a" providerId="ADAL" clId="{D87561A5-F79F-064C-AEA1-B63FD0AA88D2}" dt="2019-11-30T16:15:12.741" v="1330" actId="478"/>
          <ac:cxnSpMkLst>
            <pc:docMk/>
            <pc:sldMk cId="3735804011" sldId="471"/>
            <ac:cxnSpMk id="17" creationId="{E0ED8775-7FC5-444E-880D-C16796AA76B0}"/>
          </ac:cxnSpMkLst>
        </pc:cxnChg>
        <pc:cxnChg chg="del mod">
          <ac:chgData name="Kun Suo" userId="41c30799-3a2b-4880-86a3-8488be07954a" providerId="ADAL" clId="{D87561A5-F79F-064C-AEA1-B63FD0AA88D2}" dt="2019-11-30T16:15:12.741" v="1330" actId="478"/>
          <ac:cxnSpMkLst>
            <pc:docMk/>
            <pc:sldMk cId="3735804011" sldId="471"/>
            <ac:cxnSpMk id="21" creationId="{0E17756E-0898-BF43-8D12-0395009DBC85}"/>
          </ac:cxnSpMkLst>
        </pc:cxnChg>
        <pc:cxnChg chg="del">
          <ac:chgData name="Kun Suo" userId="41c30799-3a2b-4880-86a3-8488be07954a" providerId="ADAL" clId="{D87561A5-F79F-064C-AEA1-B63FD0AA88D2}" dt="2019-11-30T16:15:12.741" v="1330" actId="478"/>
          <ac:cxnSpMkLst>
            <pc:docMk/>
            <pc:sldMk cId="3735804011" sldId="471"/>
            <ac:cxnSpMk id="22" creationId="{E0C44692-A077-BB49-93BF-43D90AFA761A}"/>
          </ac:cxnSpMkLst>
        </pc:cxnChg>
        <pc:cxnChg chg="del">
          <ac:chgData name="Kun Suo" userId="41c30799-3a2b-4880-86a3-8488be07954a" providerId="ADAL" clId="{D87561A5-F79F-064C-AEA1-B63FD0AA88D2}" dt="2019-11-30T16:15:12.741" v="1330" actId="478"/>
          <ac:cxnSpMkLst>
            <pc:docMk/>
            <pc:sldMk cId="3735804011" sldId="471"/>
            <ac:cxnSpMk id="24" creationId="{23773137-56A7-B14C-AB25-AA5F5C90CA41}"/>
          </ac:cxnSpMkLst>
        </pc:cxnChg>
        <pc:cxnChg chg="del">
          <ac:chgData name="Kun Suo" userId="41c30799-3a2b-4880-86a3-8488be07954a" providerId="ADAL" clId="{D87561A5-F79F-064C-AEA1-B63FD0AA88D2}" dt="2019-11-30T16:15:12.741" v="1330" actId="478"/>
          <ac:cxnSpMkLst>
            <pc:docMk/>
            <pc:sldMk cId="3735804011" sldId="471"/>
            <ac:cxnSpMk id="25" creationId="{BBE48061-BAA1-9A44-8A72-A2F1443F56A8}"/>
          </ac:cxnSpMkLst>
        </pc:cxnChg>
        <pc:cxnChg chg="del">
          <ac:chgData name="Kun Suo" userId="41c30799-3a2b-4880-86a3-8488be07954a" providerId="ADAL" clId="{D87561A5-F79F-064C-AEA1-B63FD0AA88D2}" dt="2019-11-30T16:15:12.741" v="1330" actId="478"/>
          <ac:cxnSpMkLst>
            <pc:docMk/>
            <pc:sldMk cId="3735804011" sldId="471"/>
            <ac:cxnSpMk id="31" creationId="{871A29E6-BDDE-2047-B25F-8374993B2EB2}"/>
          </ac:cxnSpMkLst>
        </pc:cxnChg>
      </pc:sldChg>
      <pc:sldChg chg="modSp add">
        <pc:chgData name="Kun Suo" userId="41c30799-3a2b-4880-86a3-8488be07954a" providerId="ADAL" clId="{D87561A5-F79F-064C-AEA1-B63FD0AA88D2}" dt="2019-11-30T16:20:18.924" v="1605" actId="27636"/>
        <pc:sldMkLst>
          <pc:docMk/>
          <pc:sldMk cId="3529062422" sldId="472"/>
        </pc:sldMkLst>
        <pc:spChg chg="mod">
          <ac:chgData name="Kun Suo" userId="41c30799-3a2b-4880-86a3-8488be07954a" providerId="ADAL" clId="{D87561A5-F79F-064C-AEA1-B63FD0AA88D2}" dt="2019-11-30T16:20:18.924" v="1605" actId="27636"/>
          <ac:spMkLst>
            <pc:docMk/>
            <pc:sldMk cId="3529062422" sldId="472"/>
            <ac:spMk id="5" creationId="{348DF9F5-B378-BE4E-97FF-99EB8BD734B9}"/>
          </ac:spMkLst>
        </pc:spChg>
      </pc:sldChg>
      <pc:sldChg chg="modSp add">
        <pc:chgData name="Kun Suo" userId="41c30799-3a2b-4880-86a3-8488be07954a" providerId="ADAL" clId="{D87561A5-F79F-064C-AEA1-B63FD0AA88D2}" dt="2019-11-30T16:22:31.731" v="1712" actId="27636"/>
        <pc:sldMkLst>
          <pc:docMk/>
          <pc:sldMk cId="4241275314" sldId="473"/>
        </pc:sldMkLst>
        <pc:spChg chg="mod">
          <ac:chgData name="Kun Suo" userId="41c30799-3a2b-4880-86a3-8488be07954a" providerId="ADAL" clId="{D87561A5-F79F-064C-AEA1-B63FD0AA88D2}" dt="2019-11-30T16:20:45.700" v="1614" actId="20577"/>
          <ac:spMkLst>
            <pc:docMk/>
            <pc:sldMk cId="4241275314" sldId="473"/>
            <ac:spMk id="2" creationId="{62338EC1-54CB-1047-82B2-46CAE1995A85}"/>
          </ac:spMkLst>
        </pc:spChg>
        <pc:spChg chg="mod">
          <ac:chgData name="Kun Suo" userId="41c30799-3a2b-4880-86a3-8488be07954a" providerId="ADAL" clId="{D87561A5-F79F-064C-AEA1-B63FD0AA88D2}" dt="2019-11-30T16:22:31.731" v="1712" actId="27636"/>
          <ac:spMkLst>
            <pc:docMk/>
            <pc:sldMk cId="4241275314" sldId="473"/>
            <ac:spMk id="5" creationId="{AB43CE5E-9E08-5C43-9D32-A77EDA509339}"/>
          </ac:spMkLst>
        </pc:spChg>
      </pc:sldChg>
      <pc:sldChg chg="addSp modSp add">
        <pc:chgData name="Kun Suo" userId="41c30799-3a2b-4880-86a3-8488be07954a" providerId="ADAL" clId="{D87561A5-F79F-064C-AEA1-B63FD0AA88D2}" dt="2019-11-30T16:29:18.241" v="2167" actId="5793"/>
        <pc:sldMkLst>
          <pc:docMk/>
          <pc:sldMk cId="1025827067" sldId="474"/>
        </pc:sldMkLst>
        <pc:spChg chg="mod">
          <ac:chgData name="Kun Suo" userId="41c30799-3a2b-4880-86a3-8488be07954a" providerId="ADAL" clId="{D87561A5-F79F-064C-AEA1-B63FD0AA88D2}" dt="2019-11-30T16:28:32.788" v="2157" actId="27636"/>
          <ac:spMkLst>
            <pc:docMk/>
            <pc:sldMk cId="1025827067" sldId="474"/>
            <ac:spMk id="5" creationId="{AB43CE5E-9E08-5C43-9D32-A77EDA509339}"/>
          </ac:spMkLst>
        </pc:spChg>
        <pc:graphicFrameChg chg="add mod modGraphic">
          <ac:chgData name="Kun Suo" userId="41c30799-3a2b-4880-86a3-8488be07954a" providerId="ADAL" clId="{D87561A5-F79F-064C-AEA1-B63FD0AA88D2}" dt="2019-11-30T16:29:18.241" v="2167" actId="5793"/>
          <ac:graphicFrameMkLst>
            <pc:docMk/>
            <pc:sldMk cId="1025827067" sldId="474"/>
            <ac:graphicFrameMk id="6" creationId="{074F3C4B-F9B2-404A-A228-7422B368899E}"/>
          </ac:graphicFrameMkLst>
        </pc:graphicFrameChg>
      </pc:sldChg>
      <pc:sldChg chg="addSp delSp modSp add">
        <pc:chgData name="Kun Suo" userId="41c30799-3a2b-4880-86a3-8488be07954a" providerId="ADAL" clId="{D87561A5-F79F-064C-AEA1-B63FD0AA88D2}" dt="2019-11-30T16:59:02.874" v="2354" actId="20577"/>
        <pc:sldMkLst>
          <pc:docMk/>
          <pc:sldMk cId="3209715469" sldId="475"/>
        </pc:sldMkLst>
        <pc:spChg chg="mod">
          <ac:chgData name="Kun Suo" userId="41c30799-3a2b-4880-86a3-8488be07954a" providerId="ADAL" clId="{D87561A5-F79F-064C-AEA1-B63FD0AA88D2}" dt="2019-11-30T16:29:36.626" v="2169"/>
          <ac:spMkLst>
            <pc:docMk/>
            <pc:sldMk cId="3209715469" sldId="475"/>
            <ac:spMk id="2" creationId="{E5EA9081-F125-9741-A415-F9DD580E8E91}"/>
          </ac:spMkLst>
        </pc:spChg>
        <pc:spChg chg="del mod">
          <ac:chgData name="Kun Suo" userId="41c30799-3a2b-4880-86a3-8488be07954a" providerId="ADAL" clId="{D87561A5-F79F-064C-AEA1-B63FD0AA88D2}" dt="2019-11-30T16:52:29.016" v="2179" actId="478"/>
          <ac:spMkLst>
            <pc:docMk/>
            <pc:sldMk cId="3209715469" sldId="475"/>
            <ac:spMk id="5" creationId="{72CFA9F9-FEEC-234B-9BB2-BEA4250F5187}"/>
          </ac:spMkLst>
        </pc:spChg>
        <pc:spChg chg="add del mod">
          <ac:chgData name="Kun Suo" userId="41c30799-3a2b-4880-86a3-8488be07954a" providerId="ADAL" clId="{D87561A5-F79F-064C-AEA1-B63FD0AA88D2}" dt="2019-11-30T16:52:31.988" v="2180" actId="478"/>
          <ac:spMkLst>
            <pc:docMk/>
            <pc:sldMk cId="3209715469" sldId="475"/>
            <ac:spMk id="7" creationId="{2C712A86-8425-B841-BC10-FF06429597ED}"/>
          </ac:spMkLst>
        </pc:spChg>
        <pc:spChg chg="add mod">
          <ac:chgData name="Kun Suo" userId="41c30799-3a2b-4880-86a3-8488be07954a" providerId="ADAL" clId="{D87561A5-F79F-064C-AEA1-B63FD0AA88D2}" dt="2019-11-30T16:59:02.874" v="2354" actId="20577"/>
          <ac:spMkLst>
            <pc:docMk/>
            <pc:sldMk cId="3209715469" sldId="475"/>
            <ac:spMk id="8" creationId="{92CCF5ED-BD0B-984C-B00D-DCE333009955}"/>
          </ac:spMkLst>
        </pc:spChg>
        <pc:spChg chg="add">
          <ac:chgData name="Kun Suo" userId="41c30799-3a2b-4880-86a3-8488be07954a" providerId="ADAL" clId="{D87561A5-F79F-064C-AEA1-B63FD0AA88D2}" dt="2019-11-30T16:52:32.612" v="2181"/>
          <ac:spMkLst>
            <pc:docMk/>
            <pc:sldMk cId="3209715469" sldId="475"/>
            <ac:spMk id="15" creationId="{875D56B1-DAE1-C64E-A3B8-212C02BDFFBA}"/>
          </ac:spMkLst>
        </pc:spChg>
        <pc:spChg chg="add">
          <ac:chgData name="Kun Suo" userId="41c30799-3a2b-4880-86a3-8488be07954a" providerId="ADAL" clId="{D87561A5-F79F-064C-AEA1-B63FD0AA88D2}" dt="2019-11-30T16:52:32.612" v="2181"/>
          <ac:spMkLst>
            <pc:docMk/>
            <pc:sldMk cId="3209715469" sldId="475"/>
            <ac:spMk id="16" creationId="{310ECE44-4C95-5F49-B69D-5695E16C36E7}"/>
          </ac:spMkLst>
        </pc:spChg>
        <pc:spChg chg="add">
          <ac:chgData name="Kun Suo" userId="41c30799-3a2b-4880-86a3-8488be07954a" providerId="ADAL" clId="{D87561A5-F79F-064C-AEA1-B63FD0AA88D2}" dt="2019-11-30T16:52:32.612" v="2181"/>
          <ac:spMkLst>
            <pc:docMk/>
            <pc:sldMk cId="3209715469" sldId="475"/>
            <ac:spMk id="17" creationId="{2B5487DD-CFBE-B14A-BE0F-8DB7642C34D0}"/>
          </ac:spMkLst>
        </pc:spChg>
        <pc:spChg chg="add mod">
          <ac:chgData name="Kun Suo" userId="41c30799-3a2b-4880-86a3-8488be07954a" providerId="ADAL" clId="{D87561A5-F79F-064C-AEA1-B63FD0AA88D2}" dt="2019-11-30T16:56:33.515" v="2220" actId="14100"/>
          <ac:spMkLst>
            <pc:docMk/>
            <pc:sldMk cId="3209715469" sldId="475"/>
            <ac:spMk id="20" creationId="{F98DBFD5-9B0A-F941-A6DD-A1695B699976}"/>
          </ac:spMkLst>
        </pc:spChg>
        <pc:spChg chg="add mod">
          <ac:chgData name="Kun Suo" userId="41c30799-3a2b-4880-86a3-8488be07954a" providerId="ADAL" clId="{D87561A5-F79F-064C-AEA1-B63FD0AA88D2}" dt="2019-11-30T16:53:08.103" v="2193" actId="1076"/>
          <ac:spMkLst>
            <pc:docMk/>
            <pc:sldMk cId="3209715469" sldId="475"/>
            <ac:spMk id="21" creationId="{4E66C106-5A76-1548-AB09-3E5894236C30}"/>
          </ac:spMkLst>
        </pc:spChg>
        <pc:graphicFrameChg chg="add del">
          <ac:chgData name="Kun Suo" userId="41c30799-3a2b-4880-86a3-8488be07954a" providerId="ADAL" clId="{D87561A5-F79F-064C-AEA1-B63FD0AA88D2}" dt="2019-11-30T16:52:57.403" v="2187" actId="478"/>
          <ac:graphicFrameMkLst>
            <pc:docMk/>
            <pc:sldMk cId="3209715469" sldId="475"/>
            <ac:graphicFrameMk id="12" creationId="{CEFB7F5F-47CE-2447-99E0-9D889D073E7F}"/>
          </ac:graphicFrameMkLst>
        </pc:graphicFrameChg>
        <pc:graphicFrameChg chg="add mod modGraphic">
          <ac:chgData name="Kun Suo" userId="41c30799-3a2b-4880-86a3-8488be07954a" providerId="ADAL" clId="{D87561A5-F79F-064C-AEA1-B63FD0AA88D2}" dt="2019-11-30T16:53:37.609" v="2206" actId="58"/>
          <ac:graphicFrameMkLst>
            <pc:docMk/>
            <pc:sldMk cId="3209715469" sldId="475"/>
            <ac:graphicFrameMk id="26" creationId="{72214D84-AF30-C843-B566-A2B263984362}"/>
          </ac:graphicFrameMkLst>
        </pc:graphicFrameChg>
        <pc:picChg chg="add">
          <ac:chgData name="Kun Suo" userId="41c30799-3a2b-4880-86a3-8488be07954a" providerId="ADAL" clId="{D87561A5-F79F-064C-AEA1-B63FD0AA88D2}" dt="2019-11-30T16:52:32.612" v="2181"/>
          <ac:picMkLst>
            <pc:docMk/>
            <pc:sldMk cId="3209715469" sldId="475"/>
            <ac:picMk id="9" creationId="{F6A6A76B-34E6-0042-BE36-751AC1573AE6}"/>
          </ac:picMkLst>
        </pc:picChg>
        <pc:picChg chg="add">
          <ac:chgData name="Kun Suo" userId="41c30799-3a2b-4880-86a3-8488be07954a" providerId="ADAL" clId="{D87561A5-F79F-064C-AEA1-B63FD0AA88D2}" dt="2019-11-30T16:52:32.612" v="2181"/>
          <ac:picMkLst>
            <pc:docMk/>
            <pc:sldMk cId="3209715469" sldId="475"/>
            <ac:picMk id="10" creationId="{CB19EF1E-847E-4D46-8D97-CD9BB2F87067}"/>
          </ac:picMkLst>
        </pc:picChg>
        <pc:picChg chg="add">
          <ac:chgData name="Kun Suo" userId="41c30799-3a2b-4880-86a3-8488be07954a" providerId="ADAL" clId="{D87561A5-F79F-064C-AEA1-B63FD0AA88D2}" dt="2019-11-30T16:52:32.612" v="2181"/>
          <ac:picMkLst>
            <pc:docMk/>
            <pc:sldMk cId="3209715469" sldId="475"/>
            <ac:picMk id="11" creationId="{65FB8337-744C-8B40-8450-3D78FF2B12E4}"/>
          </ac:picMkLst>
        </pc:picChg>
        <pc:picChg chg="add">
          <ac:chgData name="Kun Suo" userId="41c30799-3a2b-4880-86a3-8488be07954a" providerId="ADAL" clId="{D87561A5-F79F-064C-AEA1-B63FD0AA88D2}" dt="2019-11-30T16:52:32.612" v="2181"/>
          <ac:picMkLst>
            <pc:docMk/>
            <pc:sldMk cId="3209715469" sldId="475"/>
            <ac:picMk id="13" creationId="{1E22CC8B-4D4C-5744-AD7F-C7DC53DAF5A7}"/>
          </ac:picMkLst>
        </pc:picChg>
        <pc:picChg chg="add">
          <ac:chgData name="Kun Suo" userId="41c30799-3a2b-4880-86a3-8488be07954a" providerId="ADAL" clId="{D87561A5-F79F-064C-AEA1-B63FD0AA88D2}" dt="2019-11-30T16:52:32.612" v="2181"/>
          <ac:picMkLst>
            <pc:docMk/>
            <pc:sldMk cId="3209715469" sldId="475"/>
            <ac:picMk id="14" creationId="{5AA2BA52-9766-6A46-BB1E-140A49D396AE}"/>
          </ac:picMkLst>
        </pc:picChg>
        <pc:cxnChg chg="add">
          <ac:chgData name="Kun Suo" userId="41c30799-3a2b-4880-86a3-8488be07954a" providerId="ADAL" clId="{D87561A5-F79F-064C-AEA1-B63FD0AA88D2}" dt="2019-11-30T16:52:32.612" v="2181"/>
          <ac:cxnSpMkLst>
            <pc:docMk/>
            <pc:sldMk cId="3209715469" sldId="475"/>
            <ac:cxnSpMk id="18" creationId="{C0BE555E-9286-3549-A031-F4ED16BA7800}"/>
          </ac:cxnSpMkLst>
        </pc:cxnChg>
        <pc:cxnChg chg="add mod">
          <ac:chgData name="Kun Suo" userId="41c30799-3a2b-4880-86a3-8488be07954a" providerId="ADAL" clId="{D87561A5-F79F-064C-AEA1-B63FD0AA88D2}" dt="2019-11-30T16:52:47.104" v="2185" actId="14100"/>
          <ac:cxnSpMkLst>
            <pc:docMk/>
            <pc:sldMk cId="3209715469" sldId="475"/>
            <ac:cxnSpMk id="19" creationId="{441493AE-5237-C149-9BB0-1D862DCCFF6A}"/>
          </ac:cxnSpMkLst>
        </pc:cxnChg>
        <pc:cxnChg chg="add mod">
          <ac:chgData name="Kun Suo" userId="41c30799-3a2b-4880-86a3-8488be07954a" providerId="ADAL" clId="{D87561A5-F79F-064C-AEA1-B63FD0AA88D2}" dt="2019-11-30T16:52:49.377" v="2186" actId="14100"/>
          <ac:cxnSpMkLst>
            <pc:docMk/>
            <pc:sldMk cId="3209715469" sldId="475"/>
            <ac:cxnSpMk id="22" creationId="{174251D8-D3C6-614D-A966-EF0A2DF06DEF}"/>
          </ac:cxnSpMkLst>
        </pc:cxnChg>
      </pc:sldChg>
      <pc:sldChg chg="addSp modSp add">
        <pc:chgData name="Kun Suo" userId="41c30799-3a2b-4880-86a3-8488be07954a" providerId="ADAL" clId="{D87561A5-F79F-064C-AEA1-B63FD0AA88D2}" dt="2019-11-30T16:57:16.236" v="2263" actId="14100"/>
        <pc:sldMkLst>
          <pc:docMk/>
          <pc:sldMk cId="3851626612" sldId="476"/>
        </pc:sldMkLst>
        <pc:spChg chg="mod">
          <ac:chgData name="Kun Suo" userId="41c30799-3a2b-4880-86a3-8488be07954a" providerId="ADAL" clId="{D87561A5-F79F-064C-AEA1-B63FD0AA88D2}" dt="2019-11-30T16:57:16.236" v="2263" actId="14100"/>
          <ac:spMkLst>
            <pc:docMk/>
            <pc:sldMk cId="3851626612" sldId="476"/>
            <ac:spMk id="20" creationId="{F98DBFD5-9B0A-F941-A6DD-A1695B699976}"/>
          </ac:spMkLst>
        </pc:spChg>
        <pc:cxnChg chg="add mod">
          <ac:chgData name="Kun Suo" userId="41c30799-3a2b-4880-86a3-8488be07954a" providerId="ADAL" clId="{D87561A5-F79F-064C-AEA1-B63FD0AA88D2}" dt="2019-11-30T16:56:54.798" v="2226" actId="14100"/>
          <ac:cxnSpMkLst>
            <pc:docMk/>
            <pc:sldMk cId="3851626612" sldId="476"/>
            <ac:cxnSpMk id="23" creationId="{D8D2A6D2-12E6-604D-B755-C7A07CF3185E}"/>
          </ac:cxnSpMkLst>
        </pc:cxnChg>
      </pc:sldChg>
      <pc:sldChg chg="modSp add">
        <pc:chgData name="Kun Suo" userId="41c30799-3a2b-4880-86a3-8488be07954a" providerId="ADAL" clId="{D87561A5-F79F-064C-AEA1-B63FD0AA88D2}" dt="2019-11-30T16:58:12.797" v="2330" actId="20577"/>
        <pc:sldMkLst>
          <pc:docMk/>
          <pc:sldMk cId="2722517225" sldId="477"/>
        </pc:sldMkLst>
        <pc:spChg chg="mod">
          <ac:chgData name="Kun Suo" userId="41c30799-3a2b-4880-86a3-8488be07954a" providerId="ADAL" clId="{D87561A5-F79F-064C-AEA1-B63FD0AA88D2}" dt="2019-11-30T16:58:09.997" v="2328" actId="14100"/>
          <ac:spMkLst>
            <pc:docMk/>
            <pc:sldMk cId="2722517225" sldId="477"/>
            <ac:spMk id="20" creationId="{F98DBFD5-9B0A-F941-A6DD-A1695B699976}"/>
          </ac:spMkLst>
        </pc:spChg>
        <pc:spChg chg="mod">
          <ac:chgData name="Kun Suo" userId="41c30799-3a2b-4880-86a3-8488be07954a" providerId="ADAL" clId="{D87561A5-F79F-064C-AEA1-B63FD0AA88D2}" dt="2019-11-30T16:57:42.353" v="2270" actId="20577"/>
          <ac:spMkLst>
            <pc:docMk/>
            <pc:sldMk cId="2722517225" sldId="477"/>
            <ac:spMk id="21" creationId="{4E66C106-5A76-1548-AB09-3E5894236C30}"/>
          </ac:spMkLst>
        </pc:spChg>
        <pc:graphicFrameChg chg="modGraphic">
          <ac:chgData name="Kun Suo" userId="41c30799-3a2b-4880-86a3-8488be07954a" providerId="ADAL" clId="{D87561A5-F79F-064C-AEA1-B63FD0AA88D2}" dt="2019-11-30T16:58:12.797" v="2330" actId="20577"/>
          <ac:graphicFrameMkLst>
            <pc:docMk/>
            <pc:sldMk cId="2722517225" sldId="477"/>
            <ac:graphicFrameMk id="26" creationId="{72214D84-AF30-C843-B566-A2B263984362}"/>
          </ac:graphicFrameMkLst>
        </pc:graphicFrameChg>
      </pc:sldChg>
      <pc:sldChg chg="addSp delSp modSp add">
        <pc:chgData name="Kun Suo" userId="41c30799-3a2b-4880-86a3-8488be07954a" providerId="ADAL" clId="{D87561A5-F79F-064C-AEA1-B63FD0AA88D2}" dt="2019-11-30T17:01:02.439" v="2469"/>
        <pc:sldMkLst>
          <pc:docMk/>
          <pc:sldMk cId="4132848390" sldId="478"/>
        </pc:sldMkLst>
        <pc:spChg chg="mod">
          <ac:chgData name="Kun Suo" userId="41c30799-3a2b-4880-86a3-8488be07954a" providerId="ADAL" clId="{D87561A5-F79F-064C-AEA1-B63FD0AA88D2}" dt="2019-11-30T17:00:03.429" v="2398" actId="1076"/>
          <ac:spMkLst>
            <pc:docMk/>
            <pc:sldMk cId="4132848390" sldId="478"/>
            <ac:spMk id="20" creationId="{F98DBFD5-9B0A-F941-A6DD-A1695B699976}"/>
          </ac:spMkLst>
        </pc:spChg>
        <pc:graphicFrameChg chg="mod modGraphic">
          <ac:chgData name="Kun Suo" userId="41c30799-3a2b-4880-86a3-8488be07954a" providerId="ADAL" clId="{D87561A5-F79F-064C-AEA1-B63FD0AA88D2}" dt="2019-11-30T16:58:31.770" v="2334" actId="20577"/>
          <ac:graphicFrameMkLst>
            <pc:docMk/>
            <pc:sldMk cId="4132848390" sldId="478"/>
            <ac:graphicFrameMk id="26" creationId="{72214D84-AF30-C843-B566-A2B263984362}"/>
          </ac:graphicFrameMkLst>
        </pc:graphicFrameChg>
        <pc:picChg chg="add mod">
          <ac:chgData name="Kun Suo" userId="41c30799-3a2b-4880-86a3-8488be07954a" providerId="ADAL" clId="{D87561A5-F79F-064C-AEA1-B63FD0AA88D2}" dt="2019-11-30T16:59:32.604" v="2358" actId="14100"/>
          <ac:picMkLst>
            <pc:docMk/>
            <pc:sldMk cId="4132848390" sldId="478"/>
            <ac:picMk id="5" creationId="{32CD76F9-3F6D-C744-B2F1-67C40CAB353C}"/>
          </ac:picMkLst>
        </pc:picChg>
        <pc:cxnChg chg="del mod">
          <ac:chgData name="Kun Suo" userId="41c30799-3a2b-4880-86a3-8488be07954a" providerId="ADAL" clId="{D87561A5-F79F-064C-AEA1-B63FD0AA88D2}" dt="2019-11-30T16:58:50.013" v="2352" actId="478"/>
          <ac:cxnSpMkLst>
            <pc:docMk/>
            <pc:sldMk cId="4132848390" sldId="478"/>
            <ac:cxnSpMk id="23" creationId="{D8D2A6D2-12E6-604D-B755-C7A07CF3185E}"/>
          </ac:cxnSpMkLst>
        </pc:cxnChg>
        <pc:cxnChg chg="add">
          <ac:chgData name="Kun Suo" userId="41c30799-3a2b-4880-86a3-8488be07954a" providerId="ADAL" clId="{D87561A5-F79F-064C-AEA1-B63FD0AA88D2}" dt="2019-11-30T17:01:02.439" v="2469"/>
          <ac:cxnSpMkLst>
            <pc:docMk/>
            <pc:sldMk cId="4132848390" sldId="478"/>
            <ac:cxnSpMk id="24" creationId="{C407EF71-4584-6A47-B58A-B44C0707D008}"/>
          </ac:cxnSpMkLst>
        </pc:cxnChg>
      </pc:sldChg>
      <pc:sldChg chg="addSp modSp add">
        <pc:chgData name="Kun Suo" userId="41c30799-3a2b-4880-86a3-8488be07954a" providerId="ADAL" clId="{D87561A5-F79F-064C-AEA1-B63FD0AA88D2}" dt="2019-11-30T17:01:03.572" v="2470"/>
        <pc:sldMkLst>
          <pc:docMk/>
          <pc:sldMk cId="837922976" sldId="479"/>
        </pc:sldMkLst>
        <pc:spChg chg="mod">
          <ac:chgData name="Kun Suo" userId="41c30799-3a2b-4880-86a3-8488be07954a" providerId="ADAL" clId="{D87561A5-F79F-064C-AEA1-B63FD0AA88D2}" dt="2019-11-30T17:00:52.134" v="2466" actId="14100"/>
          <ac:spMkLst>
            <pc:docMk/>
            <pc:sldMk cId="837922976" sldId="479"/>
            <ac:spMk id="20" creationId="{F98DBFD5-9B0A-F941-A6DD-A1695B699976}"/>
          </ac:spMkLst>
        </pc:spChg>
        <pc:graphicFrameChg chg="modGraphic">
          <ac:chgData name="Kun Suo" userId="41c30799-3a2b-4880-86a3-8488be07954a" providerId="ADAL" clId="{D87561A5-F79F-064C-AEA1-B63FD0AA88D2}" dt="2019-11-30T17:00:57.562" v="2468" actId="20577"/>
          <ac:graphicFrameMkLst>
            <pc:docMk/>
            <pc:sldMk cId="837922976" sldId="479"/>
            <ac:graphicFrameMk id="26" creationId="{72214D84-AF30-C843-B566-A2B263984362}"/>
          </ac:graphicFrameMkLst>
        </pc:graphicFrameChg>
        <pc:cxnChg chg="add">
          <ac:chgData name="Kun Suo" userId="41c30799-3a2b-4880-86a3-8488be07954a" providerId="ADAL" clId="{D87561A5-F79F-064C-AEA1-B63FD0AA88D2}" dt="2019-11-30T17:01:03.572" v="2470"/>
          <ac:cxnSpMkLst>
            <pc:docMk/>
            <pc:sldMk cId="837922976" sldId="479"/>
            <ac:cxnSpMk id="23" creationId="{FF66AB8F-0B2C-DD4B-8FFE-7924FCCB13B8}"/>
          </ac:cxnSpMkLst>
        </pc:cxnChg>
      </pc:sldChg>
      <pc:sldChg chg="addSp delSp modSp add">
        <pc:chgData name="Kun Suo" userId="41c30799-3a2b-4880-86a3-8488be07954a" providerId="ADAL" clId="{D87561A5-F79F-064C-AEA1-B63FD0AA88D2}" dt="2019-11-30T17:02:04.946" v="2486" actId="20577"/>
        <pc:sldMkLst>
          <pc:docMk/>
          <pc:sldMk cId="2293541371" sldId="480"/>
        </pc:sldMkLst>
        <pc:spChg chg="del">
          <ac:chgData name="Kun Suo" userId="41c30799-3a2b-4880-86a3-8488be07954a" providerId="ADAL" clId="{D87561A5-F79F-064C-AEA1-B63FD0AA88D2}" dt="2019-11-30T17:01:47.918" v="2479" actId="478"/>
          <ac:spMkLst>
            <pc:docMk/>
            <pc:sldMk cId="2293541371" sldId="480"/>
            <ac:spMk id="20" creationId="{F98DBFD5-9B0A-F941-A6DD-A1695B699976}"/>
          </ac:spMkLst>
        </pc:spChg>
        <pc:spChg chg="mod">
          <ac:chgData name="Kun Suo" userId="41c30799-3a2b-4880-86a3-8488be07954a" providerId="ADAL" clId="{D87561A5-F79F-064C-AEA1-B63FD0AA88D2}" dt="2019-11-30T17:01:41.730" v="2478" actId="20577"/>
          <ac:spMkLst>
            <pc:docMk/>
            <pc:sldMk cId="2293541371" sldId="480"/>
            <ac:spMk id="21" creationId="{4E66C106-5A76-1548-AB09-3E5894236C30}"/>
          </ac:spMkLst>
        </pc:spChg>
        <pc:spChg chg="add mod">
          <ac:chgData name="Kun Suo" userId="41c30799-3a2b-4880-86a3-8488be07954a" providerId="ADAL" clId="{D87561A5-F79F-064C-AEA1-B63FD0AA88D2}" dt="2019-11-30T17:02:04.946" v="2486" actId="20577"/>
          <ac:spMkLst>
            <pc:docMk/>
            <pc:sldMk cId="2293541371" sldId="480"/>
            <ac:spMk id="24" creationId="{5A1B7D20-8DF5-984C-9911-B777F62FEA5F}"/>
          </ac:spMkLst>
        </pc:spChg>
        <pc:graphicFrameChg chg="mod modGraphic">
          <ac:chgData name="Kun Suo" userId="41c30799-3a2b-4880-86a3-8488be07954a" providerId="ADAL" clId="{D87561A5-F79F-064C-AEA1-B63FD0AA88D2}" dt="2019-11-30T17:01:39.192" v="2477" actId="20577"/>
          <ac:graphicFrameMkLst>
            <pc:docMk/>
            <pc:sldMk cId="2293541371" sldId="480"/>
            <ac:graphicFrameMk id="26" creationId="{72214D84-AF30-C843-B566-A2B263984362}"/>
          </ac:graphicFrameMkLst>
        </pc:graphicFrameChg>
        <pc:cxnChg chg="add mod">
          <ac:chgData name="Kun Suo" userId="41c30799-3a2b-4880-86a3-8488be07954a" providerId="ADAL" clId="{D87561A5-F79F-064C-AEA1-B63FD0AA88D2}" dt="2019-11-30T17:01:58.702" v="2484" actId="14100"/>
          <ac:cxnSpMkLst>
            <pc:docMk/>
            <pc:sldMk cId="2293541371" sldId="480"/>
            <ac:cxnSpMk id="25" creationId="{965FE467-8F79-014C-9B0E-6A9EBC78C9F2}"/>
          </ac:cxnSpMkLst>
        </pc:cxnChg>
      </pc:sldChg>
      <pc:sldChg chg="modSp add">
        <pc:chgData name="Kun Suo" userId="41c30799-3a2b-4880-86a3-8488be07954a" providerId="ADAL" clId="{D87561A5-F79F-064C-AEA1-B63FD0AA88D2}" dt="2019-11-30T17:05:22.822" v="2615" actId="20577"/>
        <pc:sldMkLst>
          <pc:docMk/>
          <pc:sldMk cId="2574596520" sldId="481"/>
        </pc:sldMkLst>
        <pc:spChg chg="mod">
          <ac:chgData name="Kun Suo" userId="41c30799-3a2b-4880-86a3-8488be07954a" providerId="ADAL" clId="{D87561A5-F79F-064C-AEA1-B63FD0AA88D2}" dt="2019-11-30T17:02:33.543" v="2489" actId="27636"/>
          <ac:spMkLst>
            <pc:docMk/>
            <pc:sldMk cId="2574596520" sldId="481"/>
            <ac:spMk id="2" creationId="{61B9684E-20C3-6146-98A7-25FF6FEED884}"/>
          </ac:spMkLst>
        </pc:spChg>
        <pc:spChg chg="mod">
          <ac:chgData name="Kun Suo" userId="41c30799-3a2b-4880-86a3-8488be07954a" providerId="ADAL" clId="{D87561A5-F79F-064C-AEA1-B63FD0AA88D2}" dt="2019-11-30T17:05:22.822" v="2615" actId="20577"/>
          <ac:spMkLst>
            <pc:docMk/>
            <pc:sldMk cId="2574596520" sldId="481"/>
            <ac:spMk id="5" creationId="{348DF9F5-B378-BE4E-97FF-99EB8BD734B9}"/>
          </ac:spMkLst>
        </pc:spChg>
      </pc:sldChg>
      <pc:sldChg chg="modSp add">
        <pc:chgData name="Kun Suo" userId="41c30799-3a2b-4880-86a3-8488be07954a" providerId="ADAL" clId="{D87561A5-F79F-064C-AEA1-B63FD0AA88D2}" dt="2019-11-30T17:07:30.875" v="2854" actId="20577"/>
        <pc:sldMkLst>
          <pc:docMk/>
          <pc:sldMk cId="1858588123" sldId="482"/>
        </pc:sldMkLst>
        <pc:spChg chg="mod">
          <ac:chgData name="Kun Suo" userId="41c30799-3a2b-4880-86a3-8488be07954a" providerId="ADAL" clId="{D87561A5-F79F-064C-AEA1-B63FD0AA88D2}" dt="2019-11-30T17:02:35.563" v="2491" actId="27636"/>
          <ac:spMkLst>
            <pc:docMk/>
            <pc:sldMk cId="1858588123" sldId="482"/>
            <ac:spMk id="2" creationId="{61B9684E-20C3-6146-98A7-25FF6FEED884}"/>
          </ac:spMkLst>
        </pc:spChg>
        <pc:spChg chg="mod">
          <ac:chgData name="Kun Suo" userId="41c30799-3a2b-4880-86a3-8488be07954a" providerId="ADAL" clId="{D87561A5-F79F-064C-AEA1-B63FD0AA88D2}" dt="2019-11-30T17:07:30.875" v="2854" actId="20577"/>
          <ac:spMkLst>
            <pc:docMk/>
            <pc:sldMk cId="1858588123" sldId="482"/>
            <ac:spMk id="5" creationId="{348DF9F5-B378-BE4E-97FF-99EB8BD734B9}"/>
          </ac:spMkLst>
        </pc:spChg>
      </pc:sldChg>
      <pc:sldChg chg="modSp add">
        <pc:chgData name="Kun Suo" userId="41c30799-3a2b-4880-86a3-8488be07954a" providerId="ADAL" clId="{D87561A5-F79F-064C-AEA1-B63FD0AA88D2}" dt="2019-11-30T17:12:02.582" v="3016" actId="27636"/>
        <pc:sldMkLst>
          <pc:docMk/>
          <pc:sldMk cId="126951645" sldId="483"/>
        </pc:sldMkLst>
        <pc:spChg chg="mod">
          <ac:chgData name="Kun Suo" userId="41c30799-3a2b-4880-86a3-8488be07954a" providerId="ADAL" clId="{D87561A5-F79F-064C-AEA1-B63FD0AA88D2}" dt="2019-11-30T17:07:44.685" v="2866" actId="20577"/>
          <ac:spMkLst>
            <pc:docMk/>
            <pc:sldMk cId="126951645" sldId="483"/>
            <ac:spMk id="2" creationId="{61B9684E-20C3-6146-98A7-25FF6FEED884}"/>
          </ac:spMkLst>
        </pc:spChg>
        <pc:spChg chg="mod">
          <ac:chgData name="Kun Suo" userId="41c30799-3a2b-4880-86a3-8488be07954a" providerId="ADAL" clId="{D87561A5-F79F-064C-AEA1-B63FD0AA88D2}" dt="2019-11-30T17:12:02.582" v="3016" actId="27636"/>
          <ac:spMkLst>
            <pc:docMk/>
            <pc:sldMk cId="126951645" sldId="483"/>
            <ac:spMk id="5" creationId="{348DF9F5-B378-BE4E-97FF-99EB8BD734B9}"/>
          </ac:spMkLst>
        </pc:spChg>
      </pc:sldChg>
      <pc:sldChg chg="addSp delSp modSp add">
        <pc:chgData name="Kun Suo" userId="41c30799-3a2b-4880-86a3-8488be07954a" providerId="ADAL" clId="{D87561A5-F79F-064C-AEA1-B63FD0AA88D2}" dt="2019-11-30T17:18:07.293" v="3151" actId="478"/>
        <pc:sldMkLst>
          <pc:docMk/>
          <pc:sldMk cId="3454114395" sldId="484"/>
        </pc:sldMkLst>
        <pc:spChg chg="mod">
          <ac:chgData name="Kun Suo" userId="41c30799-3a2b-4880-86a3-8488be07954a" providerId="ADAL" clId="{D87561A5-F79F-064C-AEA1-B63FD0AA88D2}" dt="2019-11-30T17:17:14.673" v="3149" actId="12"/>
          <ac:spMkLst>
            <pc:docMk/>
            <pc:sldMk cId="3454114395" sldId="484"/>
            <ac:spMk id="5" creationId="{348DF9F5-B378-BE4E-97FF-99EB8BD734B9}"/>
          </ac:spMkLst>
        </pc:spChg>
        <pc:spChg chg="add mod">
          <ac:chgData name="Kun Suo" userId="41c30799-3a2b-4880-86a3-8488be07954a" providerId="ADAL" clId="{D87561A5-F79F-064C-AEA1-B63FD0AA88D2}" dt="2019-11-30T17:14:02.236" v="3040" actId="1076"/>
          <ac:spMkLst>
            <pc:docMk/>
            <pc:sldMk cId="3454114395" sldId="484"/>
            <ac:spMk id="8" creationId="{0D079580-8C25-B24F-98CC-A2E8C6429439}"/>
          </ac:spMkLst>
        </pc:spChg>
        <pc:spChg chg="add mod">
          <ac:chgData name="Kun Suo" userId="41c30799-3a2b-4880-86a3-8488be07954a" providerId="ADAL" clId="{D87561A5-F79F-064C-AEA1-B63FD0AA88D2}" dt="2019-11-30T17:14:02.236" v="3040" actId="1076"/>
          <ac:spMkLst>
            <pc:docMk/>
            <pc:sldMk cId="3454114395" sldId="484"/>
            <ac:spMk id="9" creationId="{D4238244-3809-714A-9B35-1A026F65FB9E}"/>
          </ac:spMkLst>
        </pc:spChg>
        <pc:spChg chg="add mod">
          <ac:chgData name="Kun Suo" userId="41c30799-3a2b-4880-86a3-8488be07954a" providerId="ADAL" clId="{D87561A5-F79F-064C-AEA1-B63FD0AA88D2}" dt="2019-11-30T17:14:02.236" v="3040" actId="1076"/>
          <ac:spMkLst>
            <pc:docMk/>
            <pc:sldMk cId="3454114395" sldId="484"/>
            <ac:spMk id="10" creationId="{B3F53259-B052-A046-AFEB-22A18AB3AE3D}"/>
          </ac:spMkLst>
        </pc:spChg>
        <pc:spChg chg="add mod">
          <ac:chgData name="Kun Suo" userId="41c30799-3a2b-4880-86a3-8488be07954a" providerId="ADAL" clId="{D87561A5-F79F-064C-AEA1-B63FD0AA88D2}" dt="2019-11-30T17:15:06.418" v="3088" actId="1076"/>
          <ac:spMkLst>
            <pc:docMk/>
            <pc:sldMk cId="3454114395" sldId="484"/>
            <ac:spMk id="21" creationId="{EB21E33D-7AE1-C24E-A677-2BB04CFFD8BD}"/>
          </ac:spMkLst>
        </pc:spChg>
        <pc:spChg chg="add mod">
          <ac:chgData name="Kun Suo" userId="41c30799-3a2b-4880-86a3-8488be07954a" providerId="ADAL" clId="{D87561A5-F79F-064C-AEA1-B63FD0AA88D2}" dt="2019-11-30T17:14:54.666" v="3081" actId="1076"/>
          <ac:spMkLst>
            <pc:docMk/>
            <pc:sldMk cId="3454114395" sldId="484"/>
            <ac:spMk id="22" creationId="{1861A607-1043-E54A-970C-B46777DE3AE4}"/>
          </ac:spMkLst>
        </pc:spChg>
        <pc:spChg chg="add mod">
          <ac:chgData name="Kun Suo" userId="41c30799-3a2b-4880-86a3-8488be07954a" providerId="ADAL" clId="{D87561A5-F79F-064C-AEA1-B63FD0AA88D2}" dt="2019-11-30T17:14:58.994" v="3084" actId="20577"/>
          <ac:spMkLst>
            <pc:docMk/>
            <pc:sldMk cId="3454114395" sldId="484"/>
            <ac:spMk id="23" creationId="{B2BD8089-864A-CD42-8D19-9B97ADFA1B1D}"/>
          </ac:spMkLst>
        </pc:spChg>
        <pc:spChg chg="add mod">
          <ac:chgData name="Kun Suo" userId="41c30799-3a2b-4880-86a3-8488be07954a" providerId="ADAL" clId="{D87561A5-F79F-064C-AEA1-B63FD0AA88D2}" dt="2019-11-30T17:15:03.184" v="3087" actId="20577"/>
          <ac:spMkLst>
            <pc:docMk/>
            <pc:sldMk cId="3454114395" sldId="484"/>
            <ac:spMk id="24" creationId="{14537A00-9CDF-9846-93E4-B16FC36847C1}"/>
          </ac:spMkLst>
        </pc:spChg>
        <pc:picChg chg="add mod">
          <ac:chgData name="Kun Suo" userId="41c30799-3a2b-4880-86a3-8488be07954a" providerId="ADAL" clId="{D87561A5-F79F-064C-AEA1-B63FD0AA88D2}" dt="2019-11-30T17:16:10.483" v="3105" actId="1076"/>
          <ac:picMkLst>
            <pc:docMk/>
            <pc:sldMk cId="3454114395" sldId="484"/>
            <ac:picMk id="6" creationId="{90B70D47-977E-EC4C-8FE3-F863E80C64F4}"/>
          </ac:picMkLst>
        </pc:picChg>
        <pc:picChg chg="add mod">
          <ac:chgData name="Kun Suo" userId="41c30799-3a2b-4880-86a3-8488be07954a" providerId="ADAL" clId="{D87561A5-F79F-064C-AEA1-B63FD0AA88D2}" dt="2019-11-30T17:14:02.236" v="3040" actId="1076"/>
          <ac:picMkLst>
            <pc:docMk/>
            <pc:sldMk cId="3454114395" sldId="484"/>
            <ac:picMk id="7" creationId="{E759064D-C7C0-394B-A140-B644222532CB}"/>
          </ac:picMkLst>
        </pc:picChg>
        <pc:picChg chg="add del mod">
          <ac:chgData name="Kun Suo" userId="41c30799-3a2b-4880-86a3-8488be07954a" providerId="ADAL" clId="{D87561A5-F79F-064C-AEA1-B63FD0AA88D2}" dt="2019-11-30T17:13:40.460" v="3034" actId="478"/>
          <ac:picMkLst>
            <pc:docMk/>
            <pc:sldMk cId="3454114395" sldId="484"/>
            <ac:picMk id="14" creationId="{5852A33E-7E8A-7B4F-9A3B-A14EDFBCE25C}"/>
          </ac:picMkLst>
        </pc:picChg>
        <pc:picChg chg="add mod">
          <ac:chgData name="Kun Suo" userId="41c30799-3a2b-4880-86a3-8488be07954a" providerId="ADAL" clId="{D87561A5-F79F-064C-AEA1-B63FD0AA88D2}" dt="2019-11-30T17:14:02.236" v="3040" actId="1076"/>
          <ac:picMkLst>
            <pc:docMk/>
            <pc:sldMk cId="3454114395" sldId="484"/>
            <ac:picMk id="17" creationId="{6793FFCF-E7BD-544E-A369-2E842F84F852}"/>
          </ac:picMkLst>
        </pc:picChg>
        <pc:picChg chg="add mod">
          <ac:chgData name="Kun Suo" userId="41c30799-3a2b-4880-86a3-8488be07954a" providerId="ADAL" clId="{D87561A5-F79F-064C-AEA1-B63FD0AA88D2}" dt="2019-11-30T17:14:02.236" v="3040" actId="1076"/>
          <ac:picMkLst>
            <pc:docMk/>
            <pc:sldMk cId="3454114395" sldId="484"/>
            <ac:picMk id="18" creationId="{C4B607E2-6A05-7E40-9CB7-9914D1C273A3}"/>
          </ac:picMkLst>
        </pc:picChg>
        <pc:cxnChg chg="add del mod">
          <ac:chgData name="Kun Suo" userId="41c30799-3a2b-4880-86a3-8488be07954a" providerId="ADAL" clId="{D87561A5-F79F-064C-AEA1-B63FD0AA88D2}" dt="2019-11-30T17:18:07.293" v="3151" actId="478"/>
          <ac:cxnSpMkLst>
            <pc:docMk/>
            <pc:sldMk cId="3454114395" sldId="484"/>
            <ac:cxnSpMk id="11" creationId="{7B271ADE-1F9C-524B-8318-0DEF749CE384}"/>
          </ac:cxnSpMkLst>
        </pc:cxnChg>
        <pc:cxnChg chg="add del mod">
          <ac:chgData name="Kun Suo" userId="41c30799-3a2b-4880-86a3-8488be07954a" providerId="ADAL" clId="{D87561A5-F79F-064C-AEA1-B63FD0AA88D2}" dt="2019-11-30T17:18:07.293" v="3151" actId="478"/>
          <ac:cxnSpMkLst>
            <pc:docMk/>
            <pc:sldMk cId="3454114395" sldId="484"/>
            <ac:cxnSpMk id="12" creationId="{A426FEAD-D6BB-7D42-BA8E-5EE39D442451}"/>
          </ac:cxnSpMkLst>
        </pc:cxnChg>
        <pc:cxnChg chg="add del mod">
          <ac:chgData name="Kun Suo" userId="41c30799-3a2b-4880-86a3-8488be07954a" providerId="ADAL" clId="{D87561A5-F79F-064C-AEA1-B63FD0AA88D2}" dt="2019-11-30T17:18:07.293" v="3151" actId="478"/>
          <ac:cxnSpMkLst>
            <pc:docMk/>
            <pc:sldMk cId="3454114395" sldId="484"/>
            <ac:cxnSpMk id="13" creationId="{7B85A8CD-A7E7-D34A-AF4D-76A0F8B44074}"/>
          </ac:cxnSpMkLst>
        </pc:cxnChg>
        <pc:cxnChg chg="add del">
          <ac:chgData name="Kun Suo" userId="41c30799-3a2b-4880-86a3-8488be07954a" providerId="ADAL" clId="{D87561A5-F79F-064C-AEA1-B63FD0AA88D2}" dt="2019-11-30T17:13:41.723" v="3035" actId="478"/>
          <ac:cxnSpMkLst>
            <pc:docMk/>
            <pc:sldMk cId="3454114395" sldId="484"/>
            <ac:cxnSpMk id="15" creationId="{94794455-8F3A-6C4A-8AFD-FDB32F1361BB}"/>
          </ac:cxnSpMkLst>
        </pc:cxnChg>
        <pc:cxnChg chg="add del">
          <ac:chgData name="Kun Suo" userId="41c30799-3a2b-4880-86a3-8488be07954a" providerId="ADAL" clId="{D87561A5-F79F-064C-AEA1-B63FD0AA88D2}" dt="2019-11-30T17:13:42.896" v="3036" actId="478"/>
          <ac:cxnSpMkLst>
            <pc:docMk/>
            <pc:sldMk cId="3454114395" sldId="484"/>
            <ac:cxnSpMk id="16" creationId="{CC9EC766-7598-4D49-8FC6-06B301F0D018}"/>
          </ac:cxnSpMkLst>
        </pc:cxnChg>
        <pc:cxnChg chg="add mod">
          <ac:chgData name="Kun Suo" userId="41c30799-3a2b-4880-86a3-8488be07954a" providerId="ADAL" clId="{D87561A5-F79F-064C-AEA1-B63FD0AA88D2}" dt="2019-11-30T17:15:18.460" v="3092" actId="14100"/>
          <ac:cxnSpMkLst>
            <pc:docMk/>
            <pc:sldMk cId="3454114395" sldId="484"/>
            <ac:cxnSpMk id="25" creationId="{A3C11BB2-CBA9-5047-9BDA-784BB39174E9}"/>
          </ac:cxnSpMkLst>
        </pc:cxnChg>
        <pc:cxnChg chg="add mod">
          <ac:chgData name="Kun Suo" userId="41c30799-3a2b-4880-86a3-8488be07954a" providerId="ADAL" clId="{D87561A5-F79F-064C-AEA1-B63FD0AA88D2}" dt="2019-11-30T17:15:28.658" v="3098" actId="14100"/>
          <ac:cxnSpMkLst>
            <pc:docMk/>
            <pc:sldMk cId="3454114395" sldId="484"/>
            <ac:cxnSpMk id="27" creationId="{E2D7E746-6E7A-4449-8C7B-630D7A6D56CB}"/>
          </ac:cxnSpMkLst>
        </pc:cxnChg>
        <pc:cxnChg chg="add mod">
          <ac:chgData name="Kun Suo" userId="41c30799-3a2b-4880-86a3-8488be07954a" providerId="ADAL" clId="{D87561A5-F79F-064C-AEA1-B63FD0AA88D2}" dt="2019-11-30T17:15:24.364" v="3096" actId="14100"/>
          <ac:cxnSpMkLst>
            <pc:docMk/>
            <pc:sldMk cId="3454114395" sldId="484"/>
            <ac:cxnSpMk id="28" creationId="{973A4ECC-9E37-D049-AADF-3E65EE6EC3F4}"/>
          </ac:cxnSpMkLst>
        </pc:cxnChg>
      </pc:sldChg>
      <pc:sldChg chg="modSp add">
        <pc:chgData name="Kun Suo" userId="41c30799-3a2b-4880-86a3-8488be07954a" providerId="ADAL" clId="{D87561A5-F79F-064C-AEA1-B63FD0AA88D2}" dt="2019-11-30T17:18:32.625" v="3153" actId="20577"/>
        <pc:sldMkLst>
          <pc:docMk/>
          <pc:sldMk cId="115918158" sldId="485"/>
        </pc:sldMkLst>
        <pc:spChg chg="mod">
          <ac:chgData name="Kun Suo" userId="41c30799-3a2b-4880-86a3-8488be07954a" providerId="ADAL" clId="{D87561A5-F79F-064C-AEA1-B63FD0AA88D2}" dt="2019-11-30T17:18:32.625" v="3153" actId="20577"/>
          <ac:spMkLst>
            <pc:docMk/>
            <pc:sldMk cId="115918158" sldId="485"/>
            <ac:spMk id="5" creationId="{348DF9F5-B378-BE4E-97FF-99EB8BD734B9}"/>
          </ac:spMkLst>
        </pc:spChg>
      </pc:sldChg>
      <pc:sldChg chg="addSp modSp add">
        <pc:chgData name="Kun Suo" userId="41c30799-3a2b-4880-86a3-8488be07954a" providerId="ADAL" clId="{D87561A5-F79F-064C-AEA1-B63FD0AA88D2}" dt="2019-11-30T17:20:21.655" v="3219" actId="14100"/>
        <pc:sldMkLst>
          <pc:docMk/>
          <pc:sldMk cId="3383718517" sldId="486"/>
        </pc:sldMkLst>
        <pc:spChg chg="mod">
          <ac:chgData name="Kun Suo" userId="41c30799-3a2b-4880-86a3-8488be07954a" providerId="ADAL" clId="{D87561A5-F79F-064C-AEA1-B63FD0AA88D2}" dt="2019-11-30T17:19:29.846" v="3168" actId="20577"/>
          <ac:spMkLst>
            <pc:docMk/>
            <pc:sldMk cId="3383718517" sldId="486"/>
            <ac:spMk id="5" creationId="{348DF9F5-B378-BE4E-97FF-99EB8BD734B9}"/>
          </ac:spMkLst>
        </pc:spChg>
        <pc:spChg chg="add mod">
          <ac:chgData name="Kun Suo" userId="41c30799-3a2b-4880-86a3-8488be07954a" providerId="ADAL" clId="{D87561A5-F79F-064C-AEA1-B63FD0AA88D2}" dt="2019-11-30T17:20:21.655" v="3219" actId="14100"/>
          <ac:spMkLst>
            <pc:docMk/>
            <pc:sldMk cId="3383718517" sldId="486"/>
            <ac:spMk id="14" creationId="{8973BBA7-E570-E24C-AF56-893F08F5FBE6}"/>
          </ac:spMkLst>
        </pc:spChg>
      </pc:sldChg>
      <pc:sldChg chg="modSp add">
        <pc:chgData name="Kun Suo" userId="41c30799-3a2b-4880-86a3-8488be07954a" providerId="ADAL" clId="{D87561A5-F79F-064C-AEA1-B63FD0AA88D2}" dt="2019-11-30T17:23:21.730" v="3412" actId="14100"/>
        <pc:sldMkLst>
          <pc:docMk/>
          <pc:sldMk cId="128102064" sldId="487"/>
        </pc:sldMkLst>
        <pc:spChg chg="mod">
          <ac:chgData name="Kun Suo" userId="41c30799-3a2b-4880-86a3-8488be07954a" providerId="ADAL" clId="{D87561A5-F79F-064C-AEA1-B63FD0AA88D2}" dt="2019-11-30T17:22:58.287" v="3383" actId="20577"/>
          <ac:spMkLst>
            <pc:docMk/>
            <pc:sldMk cId="128102064" sldId="487"/>
            <ac:spMk id="5" creationId="{348DF9F5-B378-BE4E-97FF-99EB8BD734B9}"/>
          </ac:spMkLst>
        </pc:spChg>
        <pc:spChg chg="mod">
          <ac:chgData name="Kun Suo" userId="41c30799-3a2b-4880-86a3-8488be07954a" providerId="ADAL" clId="{D87561A5-F79F-064C-AEA1-B63FD0AA88D2}" dt="2019-11-30T17:23:21.730" v="3412" actId="14100"/>
          <ac:spMkLst>
            <pc:docMk/>
            <pc:sldMk cId="128102064" sldId="487"/>
            <ac:spMk id="14" creationId="{8973BBA7-E570-E24C-AF56-893F08F5FBE6}"/>
          </ac:spMkLst>
        </pc:spChg>
      </pc:sldChg>
      <pc:sldChg chg="add del">
        <pc:chgData name="Kun Suo" userId="41c30799-3a2b-4880-86a3-8488be07954a" providerId="ADAL" clId="{D87561A5-F79F-064C-AEA1-B63FD0AA88D2}" dt="2019-11-30T17:23:58.357" v="3414" actId="2696"/>
        <pc:sldMkLst>
          <pc:docMk/>
          <pc:sldMk cId="2956809046" sldId="488"/>
        </pc:sldMkLst>
      </pc:sldChg>
      <pc:sldChg chg="modSp add">
        <pc:chgData name="Kun Suo" userId="41c30799-3a2b-4880-86a3-8488be07954a" providerId="ADAL" clId="{D87561A5-F79F-064C-AEA1-B63FD0AA88D2}" dt="2019-11-30T17:25:30.868" v="3535" actId="20577"/>
        <pc:sldMkLst>
          <pc:docMk/>
          <pc:sldMk cId="3910322969" sldId="488"/>
        </pc:sldMkLst>
        <pc:spChg chg="mod">
          <ac:chgData name="Kun Suo" userId="41c30799-3a2b-4880-86a3-8488be07954a" providerId="ADAL" clId="{D87561A5-F79F-064C-AEA1-B63FD0AA88D2}" dt="2019-11-30T17:24:11.945" v="3417" actId="27636"/>
          <ac:spMkLst>
            <pc:docMk/>
            <pc:sldMk cId="3910322969" sldId="488"/>
            <ac:spMk id="2" creationId="{61B9684E-20C3-6146-98A7-25FF6FEED884}"/>
          </ac:spMkLst>
        </pc:spChg>
        <pc:spChg chg="mod">
          <ac:chgData name="Kun Suo" userId="41c30799-3a2b-4880-86a3-8488be07954a" providerId="ADAL" clId="{D87561A5-F79F-064C-AEA1-B63FD0AA88D2}" dt="2019-11-30T17:25:30.868" v="3535" actId="20577"/>
          <ac:spMkLst>
            <pc:docMk/>
            <pc:sldMk cId="3910322969" sldId="488"/>
            <ac:spMk id="5" creationId="{348DF9F5-B378-BE4E-97FF-99EB8BD734B9}"/>
          </ac:spMkLst>
        </pc:spChg>
      </pc:sldChg>
      <pc:sldChg chg="addSp modSp add">
        <pc:chgData name="Kun Suo" userId="41c30799-3a2b-4880-86a3-8488be07954a" providerId="ADAL" clId="{D87561A5-F79F-064C-AEA1-B63FD0AA88D2}" dt="2019-11-30T17:26:41.420" v="3596" actId="5793"/>
        <pc:sldMkLst>
          <pc:docMk/>
          <pc:sldMk cId="2547611027" sldId="489"/>
        </pc:sldMkLst>
        <pc:spChg chg="mod">
          <ac:chgData name="Kun Suo" userId="41c30799-3a2b-4880-86a3-8488be07954a" providerId="ADAL" clId="{D87561A5-F79F-064C-AEA1-B63FD0AA88D2}" dt="2019-11-30T17:24:14.058" v="3419" actId="27636"/>
          <ac:spMkLst>
            <pc:docMk/>
            <pc:sldMk cId="2547611027" sldId="489"/>
            <ac:spMk id="2" creationId="{61B9684E-20C3-6146-98A7-25FF6FEED884}"/>
          </ac:spMkLst>
        </pc:spChg>
        <pc:spChg chg="mod">
          <ac:chgData name="Kun Suo" userId="41c30799-3a2b-4880-86a3-8488be07954a" providerId="ADAL" clId="{D87561A5-F79F-064C-AEA1-B63FD0AA88D2}" dt="2019-11-30T17:26:41.420" v="3596" actId="5793"/>
          <ac:spMkLst>
            <pc:docMk/>
            <pc:sldMk cId="2547611027" sldId="489"/>
            <ac:spMk id="5" creationId="{348DF9F5-B378-BE4E-97FF-99EB8BD734B9}"/>
          </ac:spMkLst>
        </pc:spChg>
        <pc:spChg chg="add">
          <ac:chgData name="Kun Suo" userId="41c30799-3a2b-4880-86a3-8488be07954a" providerId="ADAL" clId="{D87561A5-F79F-064C-AEA1-B63FD0AA88D2}" dt="2019-11-30T17:26:21.970" v="3581"/>
          <ac:spMkLst>
            <pc:docMk/>
            <pc:sldMk cId="2547611027" sldId="489"/>
            <ac:spMk id="8" creationId="{B5C33A35-735B-8948-8845-E7E81A8FECDC}"/>
          </ac:spMkLst>
        </pc:spChg>
        <pc:spChg chg="add">
          <ac:chgData name="Kun Suo" userId="41c30799-3a2b-4880-86a3-8488be07954a" providerId="ADAL" clId="{D87561A5-F79F-064C-AEA1-B63FD0AA88D2}" dt="2019-11-30T17:26:21.970" v="3581"/>
          <ac:spMkLst>
            <pc:docMk/>
            <pc:sldMk cId="2547611027" sldId="489"/>
            <ac:spMk id="9" creationId="{64BD6ED8-88C0-7B48-8B18-235153DBF1DF}"/>
          </ac:spMkLst>
        </pc:spChg>
        <pc:spChg chg="add">
          <ac:chgData name="Kun Suo" userId="41c30799-3a2b-4880-86a3-8488be07954a" providerId="ADAL" clId="{D87561A5-F79F-064C-AEA1-B63FD0AA88D2}" dt="2019-11-30T17:26:21.970" v="3581"/>
          <ac:spMkLst>
            <pc:docMk/>
            <pc:sldMk cId="2547611027" sldId="489"/>
            <ac:spMk id="10" creationId="{38420E5A-70B7-344C-A5D1-D8EDCA157CC5}"/>
          </ac:spMkLst>
        </pc:spChg>
        <pc:spChg chg="add">
          <ac:chgData name="Kun Suo" userId="41c30799-3a2b-4880-86a3-8488be07954a" providerId="ADAL" clId="{D87561A5-F79F-064C-AEA1-B63FD0AA88D2}" dt="2019-11-30T17:26:21.970" v="3581"/>
          <ac:spMkLst>
            <pc:docMk/>
            <pc:sldMk cId="2547611027" sldId="489"/>
            <ac:spMk id="16" creationId="{C94214A2-AFA8-0848-AA03-93F6D13E33E8}"/>
          </ac:spMkLst>
        </pc:spChg>
        <pc:spChg chg="add mod">
          <ac:chgData name="Kun Suo" userId="41c30799-3a2b-4880-86a3-8488be07954a" providerId="ADAL" clId="{D87561A5-F79F-064C-AEA1-B63FD0AA88D2}" dt="2019-11-30T17:26:26.259" v="3582" actId="20577"/>
          <ac:spMkLst>
            <pc:docMk/>
            <pc:sldMk cId="2547611027" sldId="489"/>
            <ac:spMk id="17" creationId="{1998CA79-DC7D-1245-BDA1-7FB7EA5E6026}"/>
          </ac:spMkLst>
        </pc:spChg>
        <pc:spChg chg="add mod">
          <ac:chgData name="Kun Suo" userId="41c30799-3a2b-4880-86a3-8488be07954a" providerId="ADAL" clId="{D87561A5-F79F-064C-AEA1-B63FD0AA88D2}" dt="2019-11-30T17:26:28.016" v="3583" actId="20577"/>
          <ac:spMkLst>
            <pc:docMk/>
            <pc:sldMk cId="2547611027" sldId="489"/>
            <ac:spMk id="18" creationId="{00798258-6B72-A14E-A495-E8CC42AABEE5}"/>
          </ac:spMkLst>
        </pc:spChg>
        <pc:spChg chg="add mod">
          <ac:chgData name="Kun Suo" userId="41c30799-3a2b-4880-86a3-8488be07954a" providerId="ADAL" clId="{D87561A5-F79F-064C-AEA1-B63FD0AA88D2}" dt="2019-11-30T17:26:29.806" v="3584" actId="20577"/>
          <ac:spMkLst>
            <pc:docMk/>
            <pc:sldMk cId="2547611027" sldId="489"/>
            <ac:spMk id="19" creationId="{15699980-7418-AA4A-B556-DD75377CC207}"/>
          </ac:spMkLst>
        </pc:spChg>
        <pc:picChg chg="add">
          <ac:chgData name="Kun Suo" userId="41c30799-3a2b-4880-86a3-8488be07954a" providerId="ADAL" clId="{D87561A5-F79F-064C-AEA1-B63FD0AA88D2}" dt="2019-11-30T17:26:21.970" v="3581"/>
          <ac:picMkLst>
            <pc:docMk/>
            <pc:sldMk cId="2547611027" sldId="489"/>
            <ac:picMk id="6" creationId="{0F11258F-D0A3-D648-8B23-11238FD3427D}"/>
          </ac:picMkLst>
        </pc:picChg>
        <pc:picChg chg="add">
          <ac:chgData name="Kun Suo" userId="41c30799-3a2b-4880-86a3-8488be07954a" providerId="ADAL" clId="{D87561A5-F79F-064C-AEA1-B63FD0AA88D2}" dt="2019-11-30T17:26:21.970" v="3581"/>
          <ac:picMkLst>
            <pc:docMk/>
            <pc:sldMk cId="2547611027" sldId="489"/>
            <ac:picMk id="7" creationId="{50E2030D-1876-8A48-A6B8-62E06435E0F1}"/>
          </ac:picMkLst>
        </pc:picChg>
        <pc:picChg chg="add">
          <ac:chgData name="Kun Suo" userId="41c30799-3a2b-4880-86a3-8488be07954a" providerId="ADAL" clId="{D87561A5-F79F-064C-AEA1-B63FD0AA88D2}" dt="2019-11-30T17:26:21.970" v="3581"/>
          <ac:picMkLst>
            <pc:docMk/>
            <pc:sldMk cId="2547611027" sldId="489"/>
            <ac:picMk id="14" creationId="{ADA8258E-9CC8-C24D-BF1D-BB433A93A7BF}"/>
          </ac:picMkLst>
        </pc:picChg>
        <pc:picChg chg="add">
          <ac:chgData name="Kun Suo" userId="41c30799-3a2b-4880-86a3-8488be07954a" providerId="ADAL" clId="{D87561A5-F79F-064C-AEA1-B63FD0AA88D2}" dt="2019-11-30T17:26:21.970" v="3581"/>
          <ac:picMkLst>
            <pc:docMk/>
            <pc:sldMk cId="2547611027" sldId="489"/>
            <ac:picMk id="15" creationId="{EAAB20F9-BE7A-6741-8E7D-E4AD2544CD46}"/>
          </ac:picMkLst>
        </pc:picChg>
        <pc:cxnChg chg="add">
          <ac:chgData name="Kun Suo" userId="41c30799-3a2b-4880-86a3-8488be07954a" providerId="ADAL" clId="{D87561A5-F79F-064C-AEA1-B63FD0AA88D2}" dt="2019-11-30T17:26:21.970" v="3581"/>
          <ac:cxnSpMkLst>
            <pc:docMk/>
            <pc:sldMk cId="2547611027" sldId="489"/>
            <ac:cxnSpMk id="11" creationId="{AEF05F58-854B-3047-8580-592742A5737E}"/>
          </ac:cxnSpMkLst>
        </pc:cxnChg>
        <pc:cxnChg chg="add">
          <ac:chgData name="Kun Suo" userId="41c30799-3a2b-4880-86a3-8488be07954a" providerId="ADAL" clId="{D87561A5-F79F-064C-AEA1-B63FD0AA88D2}" dt="2019-11-30T17:26:21.970" v="3581"/>
          <ac:cxnSpMkLst>
            <pc:docMk/>
            <pc:sldMk cId="2547611027" sldId="489"/>
            <ac:cxnSpMk id="12" creationId="{0F9FDF75-11AF-C544-A3DF-905C822C2C69}"/>
          </ac:cxnSpMkLst>
        </pc:cxnChg>
        <pc:cxnChg chg="add">
          <ac:chgData name="Kun Suo" userId="41c30799-3a2b-4880-86a3-8488be07954a" providerId="ADAL" clId="{D87561A5-F79F-064C-AEA1-B63FD0AA88D2}" dt="2019-11-30T17:26:21.970" v="3581"/>
          <ac:cxnSpMkLst>
            <pc:docMk/>
            <pc:sldMk cId="2547611027" sldId="489"/>
            <ac:cxnSpMk id="13" creationId="{07C7F677-2B53-5E41-A9F4-8723294CFB96}"/>
          </ac:cxnSpMkLst>
        </pc:cxnChg>
        <pc:cxnChg chg="add">
          <ac:chgData name="Kun Suo" userId="41c30799-3a2b-4880-86a3-8488be07954a" providerId="ADAL" clId="{D87561A5-F79F-064C-AEA1-B63FD0AA88D2}" dt="2019-11-30T17:26:21.970" v="3581"/>
          <ac:cxnSpMkLst>
            <pc:docMk/>
            <pc:sldMk cId="2547611027" sldId="489"/>
            <ac:cxnSpMk id="20" creationId="{096141EE-D3E1-D34E-A6BC-8FCF62847F79}"/>
          </ac:cxnSpMkLst>
        </pc:cxnChg>
        <pc:cxnChg chg="add">
          <ac:chgData name="Kun Suo" userId="41c30799-3a2b-4880-86a3-8488be07954a" providerId="ADAL" clId="{D87561A5-F79F-064C-AEA1-B63FD0AA88D2}" dt="2019-11-30T17:26:21.970" v="3581"/>
          <ac:cxnSpMkLst>
            <pc:docMk/>
            <pc:sldMk cId="2547611027" sldId="489"/>
            <ac:cxnSpMk id="21" creationId="{4E0B6076-A60A-E54C-B62E-4ADB7B30DEC1}"/>
          </ac:cxnSpMkLst>
        </pc:cxnChg>
        <pc:cxnChg chg="add">
          <ac:chgData name="Kun Suo" userId="41c30799-3a2b-4880-86a3-8488be07954a" providerId="ADAL" clId="{D87561A5-F79F-064C-AEA1-B63FD0AA88D2}" dt="2019-11-30T17:26:21.970" v="3581"/>
          <ac:cxnSpMkLst>
            <pc:docMk/>
            <pc:sldMk cId="2547611027" sldId="489"/>
            <ac:cxnSpMk id="22" creationId="{E4D5E9B7-342F-F548-B6D9-2EC7A83D2603}"/>
          </ac:cxnSpMkLst>
        </pc:cxnChg>
      </pc:sldChg>
      <pc:sldChg chg="addSp delSp modSp add">
        <pc:chgData name="Kun Suo" userId="41c30799-3a2b-4880-86a3-8488be07954a" providerId="ADAL" clId="{D87561A5-F79F-064C-AEA1-B63FD0AA88D2}" dt="2019-11-30T17:31:01.739" v="3855" actId="20577"/>
        <pc:sldMkLst>
          <pc:docMk/>
          <pc:sldMk cId="2749044525" sldId="490"/>
        </pc:sldMkLst>
        <pc:spChg chg="mod">
          <ac:chgData name="Kun Suo" userId="41c30799-3a2b-4880-86a3-8488be07954a" providerId="ADAL" clId="{D87561A5-F79F-064C-AEA1-B63FD0AA88D2}" dt="2019-11-30T17:26:53.377" v="3607" actId="20577"/>
          <ac:spMkLst>
            <pc:docMk/>
            <pc:sldMk cId="2749044525" sldId="490"/>
            <ac:spMk id="2" creationId="{A95B70FC-E0E9-1F45-AE6F-8909247B3AA9}"/>
          </ac:spMkLst>
        </pc:spChg>
        <pc:spChg chg="del">
          <ac:chgData name="Kun Suo" userId="41c30799-3a2b-4880-86a3-8488be07954a" providerId="ADAL" clId="{D87561A5-F79F-064C-AEA1-B63FD0AA88D2}" dt="2019-11-30T17:27:11.833" v="3608" actId="3680"/>
          <ac:spMkLst>
            <pc:docMk/>
            <pc:sldMk cId="2749044525" sldId="490"/>
            <ac:spMk id="5" creationId="{47D38702-BEF7-4C4B-846B-F9F6642785C1}"/>
          </ac:spMkLst>
        </pc:spChg>
        <pc:graphicFrameChg chg="add mod modGraphic">
          <ac:chgData name="Kun Suo" userId="41c30799-3a2b-4880-86a3-8488be07954a" providerId="ADAL" clId="{D87561A5-F79F-064C-AEA1-B63FD0AA88D2}" dt="2019-11-30T17:31:01.739" v="3855" actId="20577"/>
          <ac:graphicFrameMkLst>
            <pc:docMk/>
            <pc:sldMk cId="2749044525" sldId="490"/>
            <ac:graphicFrameMk id="6" creationId="{145D71F5-AFE1-8B48-A8FF-58C04B2D28DA}"/>
          </ac:graphicFrameMkLst>
        </pc:graphicFrameChg>
      </pc:sldChg>
      <pc:sldChg chg="modSp add">
        <pc:chgData name="Kun Suo" userId="41c30799-3a2b-4880-86a3-8488be07954a" providerId="ADAL" clId="{D87561A5-F79F-064C-AEA1-B63FD0AA88D2}" dt="2019-11-30T17:36:50.703" v="3983" actId="20577"/>
        <pc:sldMkLst>
          <pc:docMk/>
          <pc:sldMk cId="2745602708" sldId="491"/>
        </pc:sldMkLst>
        <pc:spChg chg="mod">
          <ac:chgData name="Kun Suo" userId="41c30799-3a2b-4880-86a3-8488be07954a" providerId="ADAL" clId="{D87561A5-F79F-064C-AEA1-B63FD0AA88D2}" dt="2019-11-30T17:32:17.653" v="3884" actId="20577"/>
          <ac:spMkLst>
            <pc:docMk/>
            <pc:sldMk cId="2745602708" sldId="491"/>
            <ac:spMk id="2" creationId="{BFF5B102-417B-5344-AAAB-F07E97F42888}"/>
          </ac:spMkLst>
        </pc:spChg>
        <pc:spChg chg="mod">
          <ac:chgData name="Kun Suo" userId="41c30799-3a2b-4880-86a3-8488be07954a" providerId="ADAL" clId="{D87561A5-F79F-064C-AEA1-B63FD0AA88D2}" dt="2019-11-30T17:36:50.703" v="3983" actId="20577"/>
          <ac:spMkLst>
            <pc:docMk/>
            <pc:sldMk cId="2745602708" sldId="491"/>
            <ac:spMk id="5" creationId="{58A67D05-44DF-8346-B0B0-8E9226096C13}"/>
          </ac:spMkLst>
        </pc:spChg>
      </pc:sldChg>
      <pc:sldChg chg="add">
        <pc:chgData name="Kun Suo" userId="41c30799-3a2b-4880-86a3-8488be07954a" providerId="ADAL" clId="{D87561A5-F79F-064C-AEA1-B63FD0AA88D2}" dt="2019-11-30T17:39:26.738" v="3984"/>
        <pc:sldMkLst>
          <pc:docMk/>
          <pc:sldMk cId="841935709" sldId="492"/>
        </pc:sldMkLst>
      </pc:sldChg>
    </pc:docChg>
  </pc:docChgLst>
  <pc:docChgLst>
    <pc:chgData name="Kun Suo" userId="41c30799-3a2b-4880-86a3-8488be07954a" providerId="ADAL" clId="{191B24C1-C58E-5744-86FB-DFD5E9474FAC}"/>
    <pc:docChg chg="custSel addSld delSld modSld modMainMaster">
      <pc:chgData name="Kun Suo" userId="41c30799-3a2b-4880-86a3-8488be07954a" providerId="ADAL" clId="{191B24C1-C58E-5744-86FB-DFD5E9474FAC}" dt="2019-11-26T15:32:17.418" v="51" actId="27636"/>
      <pc:docMkLst>
        <pc:docMk/>
      </pc:docMkLst>
      <pc:sldChg chg="modSp">
        <pc:chgData name="Kun Suo" userId="41c30799-3a2b-4880-86a3-8488be07954a" providerId="ADAL" clId="{191B24C1-C58E-5744-86FB-DFD5E9474FAC}" dt="2019-11-26T15:30:50.742" v="17" actId="20577"/>
        <pc:sldMkLst>
          <pc:docMk/>
          <pc:sldMk cId="0" sldId="256"/>
        </pc:sldMkLst>
        <pc:spChg chg="mod">
          <ac:chgData name="Kun Suo" userId="41c30799-3a2b-4880-86a3-8488be07954a" providerId="ADAL" clId="{191B24C1-C58E-5744-86FB-DFD5E9474FAC}" dt="2019-11-26T15:30:50.742" v="17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Kun Suo" userId="41c30799-3a2b-4880-86a3-8488be07954a" providerId="ADAL" clId="{191B24C1-C58E-5744-86FB-DFD5E9474FAC}" dt="2019-11-26T15:27:20.112" v="7" actId="14100"/>
          <ac:spMkLst>
            <pc:docMk/>
            <pc:sldMk cId="0" sldId="256"/>
            <ac:spMk id="7" creationId="{4CF56BA7-5B0F-7943-8D6B-FE6D7FC64CB8}"/>
          </ac:spMkLst>
        </pc:spChg>
      </pc:sldChg>
      <pc:sldChg chg="delSp modSp">
        <pc:chgData name="Kun Suo" userId="41c30799-3a2b-4880-86a3-8488be07954a" providerId="ADAL" clId="{191B24C1-C58E-5744-86FB-DFD5E9474FAC}" dt="2019-11-26T15:31:15.560" v="34" actId="20577"/>
        <pc:sldMkLst>
          <pc:docMk/>
          <pc:sldMk cId="2310351437" sldId="454"/>
        </pc:sldMkLst>
        <pc:spChg chg="mod">
          <ac:chgData name="Kun Suo" userId="41c30799-3a2b-4880-86a3-8488be07954a" providerId="ADAL" clId="{191B24C1-C58E-5744-86FB-DFD5E9474FAC}" dt="2019-11-26T15:31:01.277" v="24" actId="20577"/>
          <ac:spMkLst>
            <pc:docMk/>
            <pc:sldMk cId="2310351437" sldId="454"/>
            <ac:spMk id="2" creationId="{730E40CF-E237-4E40-82D0-9118FF13B96F}"/>
          </ac:spMkLst>
        </pc:spChg>
        <pc:spChg chg="del">
          <ac:chgData name="Kun Suo" userId="41c30799-3a2b-4880-86a3-8488be07954a" providerId="ADAL" clId="{191B24C1-C58E-5744-86FB-DFD5E9474FAC}" dt="2019-11-26T15:26:58.629" v="4"/>
          <ac:spMkLst>
            <pc:docMk/>
            <pc:sldMk cId="2310351437" sldId="454"/>
            <ac:spMk id="4" creationId="{EEF301FD-83D1-6A4B-A15D-8FE496C5E981}"/>
          </ac:spMkLst>
        </pc:spChg>
        <pc:spChg chg="mod">
          <ac:chgData name="Kun Suo" userId="41c30799-3a2b-4880-86a3-8488be07954a" providerId="ADAL" clId="{191B24C1-C58E-5744-86FB-DFD5E9474FAC}" dt="2019-11-26T15:26:13.306" v="0"/>
          <ac:spMkLst>
            <pc:docMk/>
            <pc:sldMk cId="2310351437" sldId="454"/>
            <ac:spMk id="5" creationId="{FBD8231A-1571-5C47-AAA5-9276778EE8D3}"/>
          </ac:spMkLst>
        </pc:spChg>
        <pc:spChg chg="mod">
          <ac:chgData name="Kun Suo" userId="41c30799-3a2b-4880-86a3-8488be07954a" providerId="ADAL" clId="{191B24C1-C58E-5744-86FB-DFD5E9474FAC}" dt="2019-11-26T15:31:15.560" v="34" actId="20577"/>
          <ac:spMkLst>
            <pc:docMk/>
            <pc:sldMk cId="2310351437" sldId="454"/>
            <ac:spMk id="6" creationId="{956C6534-DDD5-6447-95A6-35CE5274C440}"/>
          </ac:spMkLst>
        </pc:spChg>
      </pc:sldChg>
      <pc:sldChg chg="delSp modSp">
        <pc:chgData name="Kun Suo" userId="41c30799-3a2b-4880-86a3-8488be07954a" providerId="ADAL" clId="{191B24C1-C58E-5744-86FB-DFD5E9474FAC}" dt="2019-11-26T15:32:17.418" v="51" actId="27636"/>
        <pc:sldMkLst>
          <pc:docMk/>
          <pc:sldMk cId="2124369641" sldId="455"/>
        </pc:sldMkLst>
        <pc:spChg chg="mod">
          <ac:chgData name="Kun Suo" userId="41c30799-3a2b-4880-86a3-8488be07954a" providerId="ADAL" clId="{191B24C1-C58E-5744-86FB-DFD5E9474FAC}" dt="2019-11-26T15:31:29.189" v="35"/>
          <ac:spMkLst>
            <pc:docMk/>
            <pc:sldMk cId="2124369641" sldId="455"/>
            <ac:spMk id="2" creationId="{FFC2855A-DEE2-0D40-A6B6-D55DE7EB2980}"/>
          </ac:spMkLst>
        </pc:spChg>
        <pc:spChg chg="del">
          <ac:chgData name="Kun Suo" userId="41c30799-3a2b-4880-86a3-8488be07954a" providerId="ADAL" clId="{191B24C1-C58E-5744-86FB-DFD5E9474FAC}" dt="2019-11-26T15:26:29.265" v="1" actId="478"/>
          <ac:spMkLst>
            <pc:docMk/>
            <pc:sldMk cId="2124369641" sldId="455"/>
            <ac:spMk id="4" creationId="{F044DC4E-DC78-284A-8F61-29F8EBB49D01}"/>
          </ac:spMkLst>
        </pc:spChg>
        <pc:spChg chg="mod">
          <ac:chgData name="Kun Suo" userId="41c30799-3a2b-4880-86a3-8488be07954a" providerId="ADAL" clId="{191B24C1-C58E-5744-86FB-DFD5E9474FAC}" dt="2019-11-26T15:26:13.306" v="0"/>
          <ac:spMkLst>
            <pc:docMk/>
            <pc:sldMk cId="2124369641" sldId="455"/>
            <ac:spMk id="5" creationId="{935F4400-BB90-C94A-8A70-8CAFB251A87C}"/>
          </ac:spMkLst>
        </pc:spChg>
        <pc:spChg chg="mod">
          <ac:chgData name="Kun Suo" userId="41c30799-3a2b-4880-86a3-8488be07954a" providerId="ADAL" clId="{191B24C1-C58E-5744-86FB-DFD5E9474FAC}" dt="2019-11-26T15:32:17.418" v="51" actId="27636"/>
          <ac:spMkLst>
            <pc:docMk/>
            <pc:sldMk cId="2124369641" sldId="455"/>
            <ac:spMk id="6" creationId="{84ACBAF7-8B38-FB46-A0A9-659634E70926}"/>
          </ac:spMkLst>
        </pc:spChg>
      </pc:sldChg>
      <pc:sldMasterChg chg="modSp modSldLayout">
        <pc:chgData name="Kun Suo" userId="41c30799-3a2b-4880-86a3-8488be07954a" providerId="ADAL" clId="{191B24C1-C58E-5744-86FB-DFD5E9474FAC}" dt="2019-11-26T15:26:13.306" v="0"/>
        <pc:sldMasterMkLst>
          <pc:docMk/>
          <pc:sldMasterMk cId="0" sldId="2147483750"/>
        </pc:sldMasterMkLst>
        <pc:spChg chg="mod">
          <ac:chgData name="Kun Suo" userId="41c30799-3a2b-4880-86a3-8488be07954a" providerId="ADAL" clId="{191B24C1-C58E-5744-86FB-DFD5E9474FAC}" dt="2019-11-26T15:26:13.306" v="0"/>
          <ac:spMkLst>
            <pc:docMk/>
            <pc:sldMasterMk cId="0" sldId="2147483750"/>
            <ac:spMk id="23" creationId="{00000000-0000-0000-0000-000000000000}"/>
          </ac:spMkLst>
        </pc:spChg>
        <pc:sldLayoutChg chg="modSp">
          <pc:chgData name="Kun Suo" userId="41c30799-3a2b-4880-86a3-8488be07954a" providerId="ADAL" clId="{191B24C1-C58E-5744-86FB-DFD5E9474FAC}" dt="2019-11-26T15:26:13.306" v="0"/>
          <pc:sldLayoutMkLst>
            <pc:docMk/>
            <pc:sldMasterMk cId="0" sldId="2147483750"/>
            <pc:sldLayoutMk cId="0" sldId="2147483751"/>
          </pc:sldLayoutMkLst>
          <pc:spChg chg="mod">
            <ac:chgData name="Kun Suo" userId="41c30799-3a2b-4880-86a3-8488be07954a" providerId="ADAL" clId="{191B24C1-C58E-5744-86FB-DFD5E9474FAC}" dt="2019-11-26T15:26:13.306" v="0"/>
            <ac:spMkLst>
              <pc:docMk/>
              <pc:sldMasterMk cId="0" sldId="2147483750"/>
              <pc:sldLayoutMk cId="0" sldId="2147483751"/>
              <ac:spMk id="29" creationId="{00000000-0000-0000-0000-000000000000}"/>
            </ac:spMkLst>
          </pc:spChg>
        </pc:sldLayoutChg>
        <pc:sldLayoutChg chg="modSp">
          <pc:chgData name="Kun Suo" userId="41c30799-3a2b-4880-86a3-8488be07954a" providerId="ADAL" clId="{191B24C1-C58E-5744-86FB-DFD5E9474FAC}" dt="2019-11-26T15:26:13.306" v="0"/>
          <pc:sldLayoutMkLst>
            <pc:docMk/>
            <pc:sldMasterMk cId="0" sldId="2147483750"/>
            <pc:sldLayoutMk cId="0" sldId="2147483752"/>
          </pc:sldLayoutMkLst>
          <pc:spChg chg="mod">
            <ac:chgData name="Kun Suo" userId="41c30799-3a2b-4880-86a3-8488be07954a" providerId="ADAL" clId="{191B24C1-C58E-5744-86FB-DFD5E9474FAC}" dt="2019-11-26T15:26:13.306" v="0"/>
            <ac:spMkLst>
              <pc:docMk/>
              <pc:sldMasterMk cId="0" sldId="2147483750"/>
              <pc:sldLayoutMk cId="0" sldId="2147483752"/>
              <ac:spMk id="6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44284" cy="495935"/>
          </a:xfrm>
          <a:prstGeom prst="rect">
            <a:avLst/>
          </a:prstGeom>
        </p:spPr>
        <p:txBody>
          <a:bodyPr vert="horz" lIns="94698" tIns="47348" rIns="94698" bIns="4734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645" y="4"/>
            <a:ext cx="2944284" cy="495935"/>
          </a:xfrm>
          <a:prstGeom prst="rect">
            <a:avLst/>
          </a:prstGeom>
        </p:spPr>
        <p:txBody>
          <a:bodyPr vert="horz" lIns="94698" tIns="47348" rIns="94698" bIns="47348" rtlCol="0"/>
          <a:lstStyle>
            <a:lvl1pPr algn="r">
              <a:defRPr sz="1300"/>
            </a:lvl1pPr>
          </a:lstStyle>
          <a:p>
            <a:fld id="{623508D7-CD65-4285-B828-B369E2351DE2}" type="datetimeFigureOut">
              <a:rPr lang="en-US" smtClean="0"/>
              <a:pPr/>
              <a:t>8/19/26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21048"/>
            <a:ext cx="2944284" cy="495935"/>
          </a:xfrm>
          <a:prstGeom prst="rect">
            <a:avLst/>
          </a:prstGeom>
        </p:spPr>
        <p:txBody>
          <a:bodyPr vert="horz" lIns="94698" tIns="47348" rIns="94698" bIns="4734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645" y="9421048"/>
            <a:ext cx="2944284" cy="495935"/>
          </a:xfrm>
          <a:prstGeom prst="rect">
            <a:avLst/>
          </a:prstGeom>
        </p:spPr>
        <p:txBody>
          <a:bodyPr vert="horz" lIns="94698" tIns="47348" rIns="94698" bIns="47348" rtlCol="0" anchor="b"/>
          <a:lstStyle>
            <a:lvl1pPr algn="r">
              <a:defRPr sz="1300"/>
            </a:lvl1pPr>
          </a:lstStyle>
          <a:p>
            <a:fld id="{6A854FC7-2F89-40CE-8D5B-3D90DD628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77346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44284" cy="495935"/>
          </a:xfrm>
          <a:prstGeom prst="rect">
            <a:avLst/>
          </a:prstGeom>
        </p:spPr>
        <p:txBody>
          <a:bodyPr vert="horz" lIns="94698" tIns="47348" rIns="94698" bIns="4734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4"/>
            <a:ext cx="2944284" cy="495935"/>
          </a:xfrm>
          <a:prstGeom prst="rect">
            <a:avLst/>
          </a:prstGeom>
        </p:spPr>
        <p:txBody>
          <a:bodyPr vert="horz" lIns="94698" tIns="47348" rIns="94698" bIns="47348" rtlCol="0"/>
          <a:lstStyle>
            <a:lvl1pPr algn="r">
              <a:defRPr sz="1300"/>
            </a:lvl1pPr>
          </a:lstStyle>
          <a:p>
            <a:fld id="{68A3EB84-E0F6-4EF5-A6B6-15B35501A2C4}" type="datetimeFigureOut">
              <a:rPr lang="en-US" smtClean="0"/>
              <a:pPr/>
              <a:t>8/19/26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59350" cy="37195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98" tIns="47348" rIns="94698" bIns="4734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1385"/>
            <a:ext cx="5435600" cy="4463415"/>
          </a:xfrm>
          <a:prstGeom prst="rect">
            <a:avLst/>
          </a:prstGeom>
        </p:spPr>
        <p:txBody>
          <a:bodyPr vert="horz" lIns="94698" tIns="47348" rIns="94698" bIns="4734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1048"/>
            <a:ext cx="2944284" cy="495935"/>
          </a:xfrm>
          <a:prstGeom prst="rect">
            <a:avLst/>
          </a:prstGeom>
        </p:spPr>
        <p:txBody>
          <a:bodyPr vert="horz" lIns="94698" tIns="47348" rIns="94698" bIns="4734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21048"/>
            <a:ext cx="2944284" cy="495935"/>
          </a:xfrm>
          <a:prstGeom prst="rect">
            <a:avLst/>
          </a:prstGeom>
        </p:spPr>
        <p:txBody>
          <a:bodyPr vert="horz" lIns="94698" tIns="47348" rIns="94698" bIns="47348" rtlCol="0" anchor="b"/>
          <a:lstStyle>
            <a:lvl1pPr algn="r">
              <a:defRPr sz="1300"/>
            </a:lvl1pPr>
          </a:lstStyle>
          <a:p>
            <a:fld id="{70A64E9A-006E-4595-84A4-B133CBD630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32218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59350" cy="37195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A64E9A-006E-4595-84A4-B133CBD6302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 algn="ctr">
              <a:defRPr sz="1400"/>
            </a:lvl1pPr>
          </a:lstStyle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CS 4504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90600"/>
          </a:xfrm>
        </p:spPr>
        <p:txBody>
          <a:bodyPr>
            <a:normAutofit/>
          </a:bodyPr>
          <a:lstStyle>
            <a:lvl1pPr>
              <a:defRPr sz="4000" b="1" cap="none" spc="0" baseline="0">
                <a:ln w="17780" cmpd="sng">
                  <a:noFill/>
                  <a:prstDash val="solid"/>
                  <a:miter lim="800000"/>
                </a:ln>
                <a:solidFill>
                  <a:schemeClr val="accent2"/>
                </a:solidFill>
                <a:effectLst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10200" y="6356350"/>
            <a:ext cx="3279648" cy="36576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38400" y="6356350"/>
            <a:ext cx="350520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CS 4504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>
            <a:lvl1pPr>
              <a:lnSpc>
                <a:spcPct val="125000"/>
              </a:lnSpc>
              <a:buSzPct val="100000"/>
              <a:buFont typeface="Arial" pitchFamily="34" charset="0"/>
              <a:buChar char="•"/>
              <a:defRPr sz="3200" baseline="0"/>
            </a:lvl1pPr>
            <a:lvl2pPr>
              <a:lnSpc>
                <a:spcPct val="125000"/>
              </a:lnSpc>
              <a:buSzPct val="65000"/>
              <a:buFont typeface="Courier New" pitchFamily="49" charset="0"/>
              <a:buChar char="o"/>
              <a:defRPr sz="2400" baseline="0"/>
            </a:lvl2pPr>
            <a:lvl3pPr>
              <a:lnSpc>
                <a:spcPct val="125000"/>
              </a:lnSpc>
              <a:defRPr/>
            </a:lvl3pPr>
            <a:lvl4pPr>
              <a:lnSpc>
                <a:spcPct val="125000"/>
              </a:lnSpc>
              <a:defRPr/>
            </a:lvl4pPr>
            <a:lvl5pPr>
              <a:lnSpc>
                <a:spcPct val="125000"/>
              </a:lnSpc>
              <a:defRPr/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9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1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1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1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pic>
        <p:nvPicPr>
          <p:cNvPr id="7" name="Picture 3" descr="C:\Documents and Settings\Jia Rao\Desktop\wsu.gif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7924800" y="5181600"/>
            <a:ext cx="114300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1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1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1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1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r>
              <a:rPr lang="en-US"/>
              <a:t>Parallel and Distributed Computation</a:t>
            </a: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ct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ctr"/>
            <a:r>
              <a:rPr lang="en-US" dirty="0"/>
              <a:t>CS 4504</a:t>
            </a: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1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3200" b="1" i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kevinsuo.github.io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kevinsuo/CS3502/blob/master/race_condition.c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tif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tif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tif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tif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tif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tif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tif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tif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tif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tif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tif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tiff"/><Relationship Id="rId4" Type="http://schemas.openxmlformats.org/officeDocument/2006/relationships/image" Target="../media/image18.tif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tiff"/><Relationship Id="rId4" Type="http://schemas.openxmlformats.org/officeDocument/2006/relationships/image" Target="../media/image18.tif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tiff"/><Relationship Id="rId4" Type="http://schemas.openxmlformats.org/officeDocument/2006/relationships/image" Target="../media/image18.tif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7924800" cy="259080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cs typeface="Calibri" pitchFamily="34" charset="0"/>
              </a:rPr>
              <a:t>CS </a:t>
            </a:r>
            <a:r>
              <a:rPr lang="en-US" altLang="zh-CN" sz="3600" b="1" dirty="0">
                <a:cs typeface="Calibri" pitchFamily="34" charset="0"/>
              </a:rPr>
              <a:t>4504</a:t>
            </a:r>
            <a:br>
              <a:rPr lang="en-US" sz="3600" b="1" dirty="0">
                <a:cs typeface="Calibri" pitchFamily="34" charset="0"/>
              </a:rPr>
            </a:br>
            <a:r>
              <a:rPr lang="en-US" dirty="0"/>
              <a:t>Parallel and Distributed Computation</a:t>
            </a:r>
            <a:br>
              <a:rPr lang="en-US" sz="3600" b="1" dirty="0">
                <a:cs typeface="Calibri" pitchFamily="34" charset="0"/>
              </a:rPr>
            </a:br>
            <a:br>
              <a:rPr lang="en-US" sz="3600" b="1" dirty="0">
                <a:solidFill>
                  <a:srgbClr val="C00000"/>
                </a:solidFill>
                <a:cs typeface="Calibri" pitchFamily="34" charset="0"/>
              </a:rPr>
            </a:br>
            <a:r>
              <a:rPr lang="en-US" dirty="0">
                <a:solidFill>
                  <a:srgbClr val="C00000"/>
                </a:solidFill>
                <a:cs typeface="Calibri" pitchFamily="34" charset="0"/>
              </a:rPr>
              <a:t>Distributed Lock</a:t>
            </a:r>
            <a:endParaRPr lang="en-US" b="1" dirty="0">
              <a:solidFill>
                <a:srgbClr val="C00000"/>
              </a:solidFill>
              <a:cs typeface="Calibri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990600" y="3886200"/>
            <a:ext cx="7086600" cy="1981200"/>
          </a:xfrm>
        </p:spPr>
        <p:txBody>
          <a:bodyPr>
            <a:noAutofit/>
          </a:bodyPr>
          <a:lstStyle/>
          <a:p>
            <a:pPr algn="ctr">
              <a:buNone/>
            </a:pPr>
            <a:endParaRPr lang="en-US" sz="2400" b="1" dirty="0">
              <a:latin typeface="Calibri" pitchFamily="34" charset="0"/>
              <a:cs typeface="Calibri" pitchFamily="34" charset="0"/>
            </a:endParaRPr>
          </a:p>
          <a:p>
            <a:pPr algn="ctr">
              <a:buNone/>
            </a:pPr>
            <a:r>
              <a:rPr lang="en-US" sz="2400" b="1" dirty="0">
                <a:latin typeface="Calibri" pitchFamily="34" charset="0"/>
                <a:cs typeface="Calibri" pitchFamily="34" charset="0"/>
              </a:rPr>
              <a:t>Kun Suo</a:t>
            </a:r>
          </a:p>
          <a:p>
            <a:pPr algn="ctr">
              <a:buNone/>
            </a:pPr>
            <a:r>
              <a:rPr lang="en-US" sz="2000" dirty="0"/>
              <a:t>Computer Science, Kennesaw State University</a:t>
            </a:r>
          </a:p>
          <a:p>
            <a:pPr algn="ctr">
              <a:buNone/>
            </a:pPr>
            <a:r>
              <a:rPr lang="en-US" sz="2000" dirty="0">
                <a:hlinkClick r:id="rId3"/>
              </a:rPr>
              <a:t>https://kevinsuo.github.io/</a:t>
            </a: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7F00E-7AD4-9F48-B9AC-514E31575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F56BA7-5B0F-7943-8D6B-FE6D7FC64C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15000" y="6355080"/>
            <a:ext cx="2971800" cy="365760"/>
          </a:xfrm>
        </p:spPr>
        <p:txBody>
          <a:bodyPr/>
          <a:lstStyle/>
          <a:p>
            <a:r>
              <a:rPr lang="en-US" dirty="0"/>
              <a:t>Parallel and Distributed Computation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2855A-DEE2-0D40-A6B6-D55DE7EB2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Revisit Distributed Mutex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4CD552-32CB-0842-BC5A-C417A9D91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5F4400-BB90-C94A-8A70-8CAFB251A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CBAF7-8B38-FB46-A0A9-659634E7092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2954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In a distributed system, the method to achieve access to exclusive resource is called </a:t>
            </a:r>
            <a:r>
              <a:rPr lang="en-US" b="1" i="1" dirty="0">
                <a:solidFill>
                  <a:schemeClr val="accent2"/>
                </a:solidFill>
              </a:rPr>
              <a:t>Distributed Mutual Exclusion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65BF16-0F9E-BC48-8B3A-1CE869663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581400"/>
            <a:ext cx="3567241" cy="19072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BB95A8-ACBF-D644-BEE7-A70A279EF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081656"/>
            <a:ext cx="3412319" cy="2298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FF20C3B-4EE2-9A4B-B208-E46702DA5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3909" y="4664892"/>
            <a:ext cx="2192490" cy="212779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59743BE-15B5-F947-87DC-75CB646F9E71}"/>
              </a:ext>
            </a:extLst>
          </p:cNvPr>
          <p:cNvSpPr/>
          <p:nvPr/>
        </p:nvSpPr>
        <p:spPr>
          <a:xfrm>
            <a:off x="3275812" y="5844750"/>
            <a:ext cx="21780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Token Ring Algorithm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CACD67-767B-674A-B1D6-7D8F6DF4E95E}"/>
              </a:ext>
            </a:extLst>
          </p:cNvPr>
          <p:cNvSpPr/>
          <p:nvPr/>
        </p:nvSpPr>
        <p:spPr>
          <a:xfrm>
            <a:off x="989817" y="3091934"/>
            <a:ext cx="2197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Centralized algorithm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18F157-AC29-DE49-B80F-F01FADD55D77}"/>
              </a:ext>
            </a:extLst>
          </p:cNvPr>
          <p:cNvSpPr/>
          <p:nvPr/>
        </p:nvSpPr>
        <p:spPr>
          <a:xfrm>
            <a:off x="4419600" y="2396463"/>
            <a:ext cx="1600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Distributed algorithm</a:t>
            </a:r>
          </a:p>
        </p:txBody>
      </p:sp>
    </p:spTree>
    <p:extLst>
      <p:ext uri="{BB962C8B-B14F-4D97-AF65-F5344CB8AC3E}">
        <p14:creationId xmlns:p14="http://schemas.microsoft.com/office/powerpoint/2010/main" val="2124369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FC960-1308-0943-9F15-40F16DB8D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Race condition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4516D2-1C68-CE4C-BC87-5396D3F96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Operating Systems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E595D0-0805-9545-90EF-C302B8A3C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Kennesaw State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C7ABB8-A6D5-314F-B59B-16C3ECF26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CS 3502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EF7CB6-E0CD-6142-824C-52C2050AD30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0574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race condition occurs when two or more threads </a:t>
            </a:r>
            <a:r>
              <a:rPr lang="en-US" dirty="0">
                <a:solidFill>
                  <a:schemeClr val="accent2"/>
                </a:solidFill>
              </a:rPr>
              <a:t>access</a:t>
            </a:r>
            <a:r>
              <a:rPr lang="en-US" dirty="0"/>
              <a:t> shared data and they try to </a:t>
            </a:r>
            <a:r>
              <a:rPr lang="en-US" dirty="0">
                <a:solidFill>
                  <a:schemeClr val="accent2"/>
                </a:solidFill>
              </a:rPr>
              <a:t>change</a:t>
            </a:r>
            <a:r>
              <a:rPr lang="en-US" dirty="0"/>
              <a:t> it at the </a:t>
            </a:r>
            <a:r>
              <a:rPr lang="en-US" dirty="0">
                <a:solidFill>
                  <a:schemeClr val="accent2"/>
                </a:solidFill>
              </a:rPr>
              <a:t>same time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chemeClr val="accent2"/>
                </a:solidFill>
              </a:rPr>
              <a:t>order</a:t>
            </a:r>
            <a:r>
              <a:rPr lang="en-US" dirty="0"/>
              <a:t> in which the threads attempt to access the shared data makes the results unpredictable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3E65C8-5C2B-864A-AC34-1A4FD3261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25" y="3005696"/>
            <a:ext cx="3922175" cy="36373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E5ED5C-76EF-FC44-9A40-5814E7A06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700" y="4461742"/>
            <a:ext cx="4544475" cy="707451"/>
          </a:xfrm>
          <a:prstGeom prst="rect">
            <a:avLst/>
          </a:prstGeom>
        </p:spPr>
      </p:pic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481B1E88-B9AF-4E47-8D63-2360DEE1A3DB}"/>
              </a:ext>
            </a:extLst>
          </p:cNvPr>
          <p:cNvSpPr/>
          <p:nvPr/>
        </p:nvSpPr>
        <p:spPr>
          <a:xfrm>
            <a:off x="3884651" y="3228371"/>
            <a:ext cx="2660074" cy="656179"/>
          </a:xfrm>
          <a:prstGeom prst="wedgeRoundRectCallout">
            <a:avLst>
              <a:gd name="adj1" fmla="val -56523"/>
              <a:gd name="adj2" fmla="val 98864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Race condition occurs for variable counter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0AB2EB61-244A-FA45-B16C-FE4CCB2A6990}"/>
              </a:ext>
            </a:extLst>
          </p:cNvPr>
          <p:cNvSpPr/>
          <p:nvPr/>
        </p:nvSpPr>
        <p:spPr>
          <a:xfrm>
            <a:off x="3232150" y="3581401"/>
            <a:ext cx="349250" cy="1447799"/>
          </a:xfrm>
          <a:prstGeom prst="rightBrace">
            <a:avLst>
              <a:gd name="adj1" fmla="val 50072"/>
              <a:gd name="adj2" fmla="val 50000"/>
            </a:avLst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3C98EC43-6D48-6444-996D-982AFCFC9A57}"/>
              </a:ext>
            </a:extLst>
          </p:cNvPr>
          <p:cNvSpPr/>
          <p:nvPr/>
        </p:nvSpPr>
        <p:spPr>
          <a:xfrm>
            <a:off x="5943600" y="5343001"/>
            <a:ext cx="2362200" cy="475426"/>
          </a:xfrm>
          <a:prstGeom prst="wedgeRoundRectCallout">
            <a:avLst>
              <a:gd name="adj1" fmla="val -38190"/>
              <a:gd name="adj2" fmla="val -98552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Seem nothing wrong?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6E6E53-E1FE-0440-BEA1-A2DBE1E85FCC}"/>
              </a:ext>
            </a:extLst>
          </p:cNvPr>
          <p:cNvSpPr/>
          <p:nvPr/>
        </p:nvSpPr>
        <p:spPr>
          <a:xfrm>
            <a:off x="4330700" y="30245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hlinkClick r:id="rId4"/>
              </a:rPr>
              <a:t>https://github.com/kevinsuo/CS3502/blob/master/race_condition.c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135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DD8E9-FFAC-164F-AC59-9BE0E5ADD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Race condition 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E0081F-376B-E44F-AA54-55FF69BE4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Operating Systems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EAEB74-76C2-854E-86E3-86BF95941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Kennesaw State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47FD5-68F0-A443-B12C-75372DD2A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CS 3502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8A62D3-8E20-AD48-8014-00BE95C5B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219200"/>
            <a:ext cx="4810979" cy="4953000"/>
          </a:xfrm>
          <a:prstGeom prst="rect">
            <a:avLst/>
          </a:prstGeom>
        </p:spPr>
      </p:pic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F23A1969-8E82-8349-AF54-1F52FA502DAC}"/>
              </a:ext>
            </a:extLst>
          </p:cNvPr>
          <p:cNvSpPr/>
          <p:nvPr/>
        </p:nvSpPr>
        <p:spPr>
          <a:xfrm>
            <a:off x="1850966" y="2095500"/>
            <a:ext cx="2660074" cy="365760"/>
          </a:xfrm>
          <a:prstGeom prst="wedgeRoundRectCallout">
            <a:avLst>
              <a:gd name="adj1" fmla="val -51940"/>
              <a:gd name="adj2" fmla="val 103031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Increase the loop number</a:t>
            </a: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01D89BD5-E6AC-A64B-8C18-A20DBDBA6258}"/>
              </a:ext>
            </a:extLst>
          </p:cNvPr>
          <p:cNvSpPr/>
          <p:nvPr/>
        </p:nvSpPr>
        <p:spPr>
          <a:xfrm>
            <a:off x="2209800" y="3665220"/>
            <a:ext cx="2133600" cy="365760"/>
          </a:xfrm>
          <a:prstGeom prst="wedgeRoundRectCallout">
            <a:avLst>
              <a:gd name="adj1" fmla="val 42591"/>
              <a:gd name="adj2" fmla="val 107198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more threads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4E03A3-2A27-3444-B39D-9D72603FE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150" y="3183382"/>
            <a:ext cx="3981450" cy="1220978"/>
          </a:xfrm>
          <a:prstGeom prst="rect">
            <a:avLst/>
          </a:prstGeom>
        </p:spPr>
      </p:pic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AF12003E-76FF-D44F-BE3A-C4D9FB93F024}"/>
              </a:ext>
            </a:extLst>
          </p:cNvPr>
          <p:cNvSpPr/>
          <p:nvPr/>
        </p:nvSpPr>
        <p:spPr>
          <a:xfrm>
            <a:off x="6477000" y="4618990"/>
            <a:ext cx="1828800" cy="475426"/>
          </a:xfrm>
          <a:prstGeom prst="wedgeRoundRectCallout">
            <a:avLst>
              <a:gd name="adj1" fmla="val -38190"/>
              <a:gd name="adj2" fmla="val -98552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Weird results!</a:t>
            </a:r>
          </a:p>
        </p:txBody>
      </p:sp>
    </p:spTree>
    <p:extLst>
      <p:ext uri="{BB962C8B-B14F-4D97-AF65-F5344CB8AC3E}">
        <p14:creationId xmlns:p14="http://schemas.microsoft.com/office/powerpoint/2010/main" val="3794575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921EE-0C8C-CD47-A1DE-B93B198EA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section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1DF6A4-E28F-174E-8D1B-10C1EB077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Operating Systems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BB7E22-B015-1247-9928-3037C14AF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Kennesaw State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6ED1E3-2B65-F44E-967D-CD8C19059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CS 3502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3D3A90-BED3-8643-907D-4D3F94E5494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5486400" cy="4724400"/>
          </a:xfrm>
        </p:spPr>
        <p:txBody>
          <a:bodyPr>
            <a:normAutofit/>
          </a:bodyPr>
          <a:lstStyle/>
          <a:p>
            <a:r>
              <a:rPr lang="en-US" sz="2800" dirty="0"/>
              <a:t>A section of code in a concurrent task that </a:t>
            </a:r>
            <a:r>
              <a:rPr lang="en-US" sz="2800" dirty="0">
                <a:solidFill>
                  <a:schemeClr val="accent2"/>
                </a:solidFill>
              </a:rPr>
              <a:t>modifies or accesses</a:t>
            </a:r>
            <a:r>
              <a:rPr lang="en-US" sz="2800" dirty="0"/>
              <a:t> a resource shared with another task.</a:t>
            </a:r>
          </a:p>
          <a:p>
            <a:endParaRPr lang="en-US" sz="2800" dirty="0"/>
          </a:p>
          <a:p>
            <a:r>
              <a:rPr lang="en-US" sz="2800" dirty="0"/>
              <a:t>Examples</a:t>
            </a:r>
          </a:p>
          <a:p>
            <a:pPr lvl="1"/>
            <a:r>
              <a:rPr lang="en-US" sz="2000" dirty="0"/>
              <a:t>A piece of code that reads from or writes to a shared memory region</a:t>
            </a:r>
          </a:p>
          <a:p>
            <a:pPr lvl="1"/>
            <a:r>
              <a:rPr lang="en-US" sz="2000" dirty="0"/>
              <a:t>Or a code that modifies or traverses a shared linked list.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23BEA6-0314-E849-9F00-832C15867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057400"/>
            <a:ext cx="2451824" cy="27432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5416412-4A4D-9646-AFCB-0ECC5C26D823}"/>
              </a:ext>
            </a:extLst>
          </p:cNvPr>
          <p:cNvSpPr/>
          <p:nvPr/>
        </p:nvSpPr>
        <p:spPr>
          <a:xfrm>
            <a:off x="7010400" y="2971800"/>
            <a:ext cx="1371600" cy="381000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221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921EE-0C8C-CD47-A1DE-B93B198EA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section 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1DF6A4-E28F-174E-8D1B-10C1EB077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Operating Systems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BB7E22-B015-1247-9928-3037C14AF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Kennesaw State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6ED1E3-2B65-F44E-967D-CD8C19059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CS 3502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F4F9B4-0564-9844-9CAB-CA3B21811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05" y="1295400"/>
            <a:ext cx="5340886" cy="4953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7FE717A-2B6C-E046-A6A5-2996267A8806}"/>
              </a:ext>
            </a:extLst>
          </p:cNvPr>
          <p:cNvSpPr/>
          <p:nvPr/>
        </p:nvSpPr>
        <p:spPr>
          <a:xfrm>
            <a:off x="838200" y="2971800"/>
            <a:ext cx="3276600" cy="990600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11E3FB85-7F51-244C-9244-649936B1D011}"/>
              </a:ext>
            </a:extLst>
          </p:cNvPr>
          <p:cNvSpPr/>
          <p:nvPr/>
        </p:nvSpPr>
        <p:spPr>
          <a:xfrm>
            <a:off x="4343400" y="1828800"/>
            <a:ext cx="3763450" cy="731520"/>
          </a:xfrm>
          <a:prstGeom prst="wedgeRoundRectCallout">
            <a:avLst>
              <a:gd name="adj1" fmla="val -51940"/>
              <a:gd name="adj2" fmla="val 103031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Critical section: All threads read and write the shared counter</a:t>
            </a:r>
          </a:p>
        </p:txBody>
      </p:sp>
    </p:spTree>
    <p:extLst>
      <p:ext uri="{BB962C8B-B14F-4D97-AF65-F5344CB8AC3E}">
        <p14:creationId xmlns:p14="http://schemas.microsoft.com/office/powerpoint/2010/main" val="924278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660D6-732C-8F45-B6E6-1336F75E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 (mutual exclusion)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E1F39B-473D-5F42-8354-DA780FE34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Operating Systems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C8562-8BC9-2D4E-92FA-F80DCBA2B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Kennesaw State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07E52F-2C72-264E-A4F1-95C9754EE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CS 3502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8F6FE7-62AC-6843-B2AD-BE780B6F610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382000" cy="28956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lock (mutual exclusion) is a synchronization mechanism for enforcing limits on access to a resource in an environment where there are many threads of execution</a:t>
            </a:r>
          </a:p>
          <a:p>
            <a:r>
              <a:rPr lang="en-US" dirty="0"/>
              <a:t>Types of mutual mechanism: </a:t>
            </a:r>
          </a:p>
          <a:p>
            <a:pPr lvl="1"/>
            <a:r>
              <a:rPr lang="en-US" sz="2600" dirty="0"/>
              <a:t>Busy-waiting, e.g., spinlock</a:t>
            </a:r>
          </a:p>
          <a:p>
            <a:pPr lvl="1"/>
            <a:r>
              <a:rPr lang="en-US" sz="2600" dirty="0"/>
              <a:t>Sleep and wakeup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E59CCC5-5489-174D-A246-6337884889EB}"/>
              </a:ext>
            </a:extLst>
          </p:cNvPr>
          <p:cNvSpPr txBox="1"/>
          <p:nvPr/>
        </p:nvSpPr>
        <p:spPr>
          <a:xfrm>
            <a:off x="3574102" y="5201204"/>
            <a:ext cx="951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 lock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959C7D46-6E2E-784F-91DB-76ED5356ED02}"/>
              </a:ext>
            </a:extLst>
          </p:cNvPr>
          <p:cNvGrpSpPr/>
          <p:nvPr/>
        </p:nvGrpSpPr>
        <p:grpSpPr>
          <a:xfrm>
            <a:off x="304800" y="4015781"/>
            <a:ext cx="3572904" cy="1935717"/>
            <a:chOff x="304800" y="4015781"/>
            <a:chExt cx="3572904" cy="193571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A9113E1-1EF8-904B-B3BA-2AA6F7F712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32210" y="4015781"/>
              <a:ext cx="609600" cy="6096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196F6B8-AF7B-284A-A5B3-855E4DAFD63F}"/>
                </a:ext>
              </a:extLst>
            </p:cNvPr>
            <p:cNvSpPr txBox="1"/>
            <p:nvPr/>
          </p:nvSpPr>
          <p:spPr>
            <a:xfrm>
              <a:off x="304800" y="4766707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EA450E4-8C00-9C4D-887B-3A0C4489E93C}"/>
                </a:ext>
              </a:extLst>
            </p:cNvPr>
            <p:cNvSpPr txBox="1"/>
            <p:nvPr/>
          </p:nvSpPr>
          <p:spPr>
            <a:xfrm>
              <a:off x="304800" y="5582166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8FA20BE-06E6-384B-A914-FB3E64B745B0}"/>
                </a:ext>
              </a:extLst>
            </p:cNvPr>
            <p:cNvCxnSpPr>
              <a:stCxn id="8" idx="3"/>
            </p:cNvCxnSpPr>
            <p:nvPr/>
          </p:nvCxnSpPr>
          <p:spPr>
            <a:xfrm>
              <a:off x="622516" y="4951373"/>
              <a:ext cx="3187484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ight Brace 11">
              <a:extLst>
                <a:ext uri="{FF2B5EF4-FFF2-40B4-BE49-F238E27FC236}">
                  <a16:creationId xmlns:a16="http://schemas.microsoft.com/office/drawing/2014/main" id="{992A4F1F-0CA2-284E-8627-AA60736CB421}"/>
                </a:ext>
              </a:extLst>
            </p:cNvPr>
            <p:cNvSpPr/>
            <p:nvPr/>
          </p:nvSpPr>
          <p:spPr>
            <a:xfrm rot="16200000">
              <a:off x="2068360" y="3632289"/>
              <a:ext cx="152401" cy="2301101"/>
            </a:xfrm>
            <a:prstGeom prst="rightBrace">
              <a:avLst>
                <a:gd name="adj1" fmla="val 76257"/>
                <a:gd name="adj2" fmla="val 49063"/>
              </a:avLst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F047EE7-A823-6C40-BCF3-61AFE112887F}"/>
                </a:ext>
              </a:extLst>
            </p:cNvPr>
            <p:cNvSpPr txBox="1"/>
            <p:nvPr/>
          </p:nvSpPr>
          <p:spPr>
            <a:xfrm>
              <a:off x="676008" y="4060308"/>
              <a:ext cx="625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Hold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C5383FB-977F-3B43-B353-9E8A2351D5F5}"/>
                </a:ext>
              </a:extLst>
            </p:cNvPr>
            <p:cNvCxnSpPr/>
            <p:nvPr/>
          </p:nvCxnSpPr>
          <p:spPr>
            <a:xfrm>
              <a:off x="622516" y="5756271"/>
              <a:ext cx="3187484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4E120F4-DBC5-784E-B2F8-2B596C0DB89A}"/>
                </a:ext>
              </a:extLst>
            </p:cNvPr>
            <p:cNvCxnSpPr>
              <a:cxnSpLocks/>
            </p:cNvCxnSpPr>
            <p:nvPr/>
          </p:nvCxnSpPr>
          <p:spPr>
            <a:xfrm>
              <a:off x="917810" y="4429640"/>
              <a:ext cx="0" cy="353199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FD0F149-DF4E-E245-90FC-746DE7601BB5}"/>
                </a:ext>
              </a:extLst>
            </p:cNvPr>
            <p:cNvSpPr txBox="1"/>
            <p:nvPr/>
          </p:nvSpPr>
          <p:spPr>
            <a:xfrm>
              <a:off x="2972520" y="4060308"/>
              <a:ext cx="9051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Release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B4716AE-6F40-4F48-B4FA-8CBE936451F3}"/>
                </a:ext>
              </a:extLst>
            </p:cNvPr>
            <p:cNvCxnSpPr>
              <a:cxnSpLocks/>
            </p:cNvCxnSpPr>
            <p:nvPr/>
          </p:nvCxnSpPr>
          <p:spPr>
            <a:xfrm>
              <a:off x="3356210" y="4419600"/>
              <a:ext cx="0" cy="353199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0EE67B6-6C2D-8546-9FCD-8E357B68D8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856" y="5012503"/>
              <a:ext cx="155554" cy="727071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E47E7DC-FE51-1743-9EC1-4B95A2CF59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6410" y="5014081"/>
              <a:ext cx="155554" cy="727071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CF20F38-EECB-764A-BECE-0BD3855802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1964" y="5015659"/>
              <a:ext cx="155554" cy="727071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B7974F1-E97F-3F44-A433-3BD79EAF3D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7518" y="5017237"/>
              <a:ext cx="155554" cy="727071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BB55F60-F87C-7042-BC60-672730BFDD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3610" y="5018015"/>
              <a:ext cx="155554" cy="727071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8710D75-1E76-3340-93E1-F2F8CA31C2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59164" y="5019593"/>
              <a:ext cx="155554" cy="727071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B386646-E83E-3B43-AF47-0EE54011EB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14718" y="5021171"/>
              <a:ext cx="155554" cy="727071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D345092-8929-F440-9CBB-2305FD2B6D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0272" y="5022749"/>
              <a:ext cx="155554" cy="727071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78CEC9A-3952-6548-AC1A-D638502E56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37164" y="5013862"/>
              <a:ext cx="155554" cy="727071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29FE4CD-149B-364E-853C-6A0E8C2FA7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92718" y="5015440"/>
              <a:ext cx="155554" cy="727071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E5D6F100-0BC5-2A4A-92AC-EC2BEAA0AB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8272" y="5017018"/>
              <a:ext cx="155554" cy="727071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76114B6-A6BD-7540-B8E0-A42203E5E2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03826" y="5018596"/>
              <a:ext cx="155554" cy="727071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A46B3555-0784-7D42-B566-A0055C9F0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49918" y="5019374"/>
              <a:ext cx="155554" cy="727071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E80C7B1-9273-6848-8F24-049315A9E2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05472" y="5020952"/>
              <a:ext cx="155554" cy="727071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C6DF80FF-CEE2-AC47-847B-08D5DE91EA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1026" y="5022530"/>
              <a:ext cx="155554" cy="727071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5107C58B-10EB-A144-8E80-4A0D1689BD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6580" y="5024108"/>
              <a:ext cx="155554" cy="727071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02DF805C-6193-AE47-8FCE-87B2CEC8B6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335" y="5004889"/>
              <a:ext cx="155554" cy="727071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3D145C36-E401-624C-8225-22888AB69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6320" y="5218550"/>
              <a:ext cx="363616" cy="363616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BE57A6B0-9214-EF41-9551-EBA83533A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69538" y="5231250"/>
              <a:ext cx="363616" cy="363616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B73FE799-9C45-6A46-8537-9D097A7AC5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2269" y="5233102"/>
              <a:ext cx="363616" cy="363616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15983407-4E4A-1246-B5D5-ABF363EBB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35487" y="5245802"/>
              <a:ext cx="363616" cy="363616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3D145C36-E401-624C-8225-22888AB69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87469" y="5248742"/>
              <a:ext cx="363616" cy="363616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A66D6AFD-39DA-6544-8287-52B8AAC03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80910" y="5168048"/>
              <a:ext cx="459601" cy="459601"/>
            </a:xfrm>
            <a:prstGeom prst="rect">
              <a:avLst/>
            </a:prstGeom>
          </p:spPr>
        </p:pic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B976F29-5486-B94B-966F-DB4E20D70B7D}"/>
              </a:ext>
            </a:extLst>
          </p:cNvPr>
          <p:cNvGrpSpPr/>
          <p:nvPr/>
        </p:nvGrpSpPr>
        <p:grpSpPr>
          <a:xfrm>
            <a:off x="4591324" y="4015781"/>
            <a:ext cx="4613879" cy="2200091"/>
            <a:chOff x="4591324" y="4015781"/>
            <a:chExt cx="4613879" cy="2200091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2310734C-D118-6E45-96C4-C2C3205AEA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8734" y="4015781"/>
              <a:ext cx="609600" cy="609600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65C7FFD-128D-7B4E-95E1-51D305205A11}"/>
                </a:ext>
              </a:extLst>
            </p:cNvPr>
            <p:cNvSpPr txBox="1"/>
            <p:nvPr/>
          </p:nvSpPr>
          <p:spPr>
            <a:xfrm>
              <a:off x="4591324" y="4766707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75A1A63-2599-374C-9461-F6086F22FFD7}"/>
                </a:ext>
              </a:extLst>
            </p:cNvPr>
            <p:cNvSpPr txBox="1"/>
            <p:nvPr/>
          </p:nvSpPr>
          <p:spPr>
            <a:xfrm>
              <a:off x="4591324" y="5582166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73AB29CD-925B-4145-9A94-7A74CD709074}"/>
                </a:ext>
              </a:extLst>
            </p:cNvPr>
            <p:cNvCxnSpPr>
              <a:stCxn id="49" idx="3"/>
            </p:cNvCxnSpPr>
            <p:nvPr/>
          </p:nvCxnSpPr>
          <p:spPr>
            <a:xfrm>
              <a:off x="4909040" y="4951373"/>
              <a:ext cx="3187484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ight Brace 51">
              <a:extLst>
                <a:ext uri="{FF2B5EF4-FFF2-40B4-BE49-F238E27FC236}">
                  <a16:creationId xmlns:a16="http://schemas.microsoft.com/office/drawing/2014/main" id="{0D100980-CFA5-E14F-ADB0-B14DAF2EC2D1}"/>
                </a:ext>
              </a:extLst>
            </p:cNvPr>
            <p:cNvSpPr/>
            <p:nvPr/>
          </p:nvSpPr>
          <p:spPr>
            <a:xfrm rot="16200000">
              <a:off x="6354884" y="3632289"/>
              <a:ext cx="152401" cy="2301101"/>
            </a:xfrm>
            <a:prstGeom prst="rightBrace">
              <a:avLst>
                <a:gd name="adj1" fmla="val 76257"/>
                <a:gd name="adj2" fmla="val 49063"/>
              </a:avLst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B95D63B-F4CE-014D-BA57-57AF8D73809F}"/>
                </a:ext>
              </a:extLst>
            </p:cNvPr>
            <p:cNvSpPr txBox="1"/>
            <p:nvPr/>
          </p:nvSpPr>
          <p:spPr>
            <a:xfrm>
              <a:off x="4962532" y="4060308"/>
              <a:ext cx="625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Hold</a:t>
              </a: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8443DFF4-8A24-A344-B207-F2B4B4223013}"/>
                </a:ext>
              </a:extLst>
            </p:cNvPr>
            <p:cNvCxnSpPr/>
            <p:nvPr/>
          </p:nvCxnSpPr>
          <p:spPr>
            <a:xfrm>
              <a:off x="4909040" y="5756271"/>
              <a:ext cx="3187484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C27500CA-A7F2-4640-A30E-C4F25206E261}"/>
                </a:ext>
              </a:extLst>
            </p:cNvPr>
            <p:cNvCxnSpPr>
              <a:cxnSpLocks/>
            </p:cNvCxnSpPr>
            <p:nvPr/>
          </p:nvCxnSpPr>
          <p:spPr>
            <a:xfrm>
              <a:off x="5204334" y="4429640"/>
              <a:ext cx="0" cy="353199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79C4089-024C-2B48-A8C0-15D694B3AF74}"/>
                </a:ext>
              </a:extLst>
            </p:cNvPr>
            <p:cNvSpPr txBox="1"/>
            <p:nvPr/>
          </p:nvSpPr>
          <p:spPr>
            <a:xfrm>
              <a:off x="7259044" y="4060308"/>
              <a:ext cx="9051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Release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4BFBCE7D-5F4D-8C43-90C8-8B9B7A36B6B1}"/>
                </a:ext>
              </a:extLst>
            </p:cNvPr>
            <p:cNvCxnSpPr>
              <a:cxnSpLocks/>
            </p:cNvCxnSpPr>
            <p:nvPr/>
          </p:nvCxnSpPr>
          <p:spPr>
            <a:xfrm>
              <a:off x="7642734" y="4419600"/>
              <a:ext cx="0" cy="353199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28678263-AE8F-9646-AE4B-98F188A81772}"/>
                </a:ext>
              </a:extLst>
            </p:cNvPr>
            <p:cNvCxnSpPr>
              <a:cxnSpLocks/>
            </p:cNvCxnSpPr>
            <p:nvPr/>
          </p:nvCxnSpPr>
          <p:spPr>
            <a:xfrm>
              <a:off x="7642734" y="5012503"/>
              <a:ext cx="182660" cy="704868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FF58F4B5-30C0-F041-81BB-F50EB6CCE1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6859" y="5004889"/>
              <a:ext cx="155554" cy="727071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E877A7F-FDDE-AB46-A479-1941ECD86FFC}"/>
                </a:ext>
              </a:extLst>
            </p:cNvPr>
            <p:cNvSpPr txBox="1"/>
            <p:nvPr/>
          </p:nvSpPr>
          <p:spPr>
            <a:xfrm>
              <a:off x="7749163" y="5032420"/>
              <a:ext cx="14560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Wakeup and Get lock</a:t>
              </a:r>
            </a:p>
          </p:txBody>
        </p: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0D5D7E4B-96AD-F748-ACDF-6D2B13DA48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15226" y="5197751"/>
              <a:ext cx="363616" cy="363616"/>
            </a:xfrm>
            <a:prstGeom prst="rect">
              <a:avLst/>
            </a:prstGeom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5069400E-044F-CC46-BC2C-AA065AEB0F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67124" y="5756271"/>
              <a:ext cx="459601" cy="459601"/>
            </a:xfrm>
            <a:prstGeom prst="rect">
              <a:avLst/>
            </a:prstGeom>
          </p:spPr>
        </p:pic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019C6FB-3270-CA40-BCAF-141B70AD537B}"/>
                </a:ext>
              </a:extLst>
            </p:cNvPr>
            <p:cNvSpPr txBox="1"/>
            <p:nvPr/>
          </p:nvSpPr>
          <p:spPr>
            <a:xfrm>
              <a:off x="5349670" y="5191372"/>
              <a:ext cx="14560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fail and sleep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88970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B4D1-941B-454F-B023-5D94F424E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Deadlocks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B4BBB1-2220-C240-B3D7-4A015833A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Operating Systems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2212B7-E21D-224C-AAD5-E7D58F072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Kennesaw State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A67FDA-3521-BF40-9D6E-3ACDFB35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CS 3502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A5140-4CCA-9B45-9A35-2238C0D8BED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30480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When two or more processes stop making progress indefinitely because they are </a:t>
            </a:r>
            <a:r>
              <a:rPr lang="en-US" b="1" dirty="0">
                <a:solidFill>
                  <a:schemeClr val="accent2"/>
                </a:solidFill>
              </a:rPr>
              <a:t>all waiting for each other </a:t>
            </a:r>
            <a:r>
              <a:rPr lang="en-US" dirty="0"/>
              <a:t>to do something. </a:t>
            </a:r>
          </a:p>
          <a:p>
            <a:pPr lvl="1"/>
            <a:r>
              <a:rPr lang="en-US" dirty="0"/>
              <a:t>If process A waits for process B to release a resource, and </a:t>
            </a:r>
          </a:p>
          <a:p>
            <a:pPr lvl="1"/>
            <a:r>
              <a:rPr lang="en-US" dirty="0"/>
              <a:t>Process B is waiting for process A to release another resource at the same time. </a:t>
            </a:r>
          </a:p>
          <a:p>
            <a:pPr lvl="1"/>
            <a:r>
              <a:rPr lang="en-US" dirty="0"/>
              <a:t>In this case, neither A not B can proceed because both are waiting for the other to proceed.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98819A7-1398-2046-863B-532F58BE2500}"/>
              </a:ext>
            </a:extLst>
          </p:cNvPr>
          <p:cNvSpPr/>
          <p:nvPr/>
        </p:nvSpPr>
        <p:spPr>
          <a:xfrm>
            <a:off x="1447800" y="4876800"/>
            <a:ext cx="12954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 A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7A21265-ABD4-7948-AE3A-13EB720EE7F9}"/>
              </a:ext>
            </a:extLst>
          </p:cNvPr>
          <p:cNvSpPr/>
          <p:nvPr/>
        </p:nvSpPr>
        <p:spPr>
          <a:xfrm>
            <a:off x="6248400" y="4876800"/>
            <a:ext cx="12954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 B</a:t>
            </a:r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D051E840-BEE7-C445-BE9F-F4C53FCE2D0D}"/>
              </a:ext>
            </a:extLst>
          </p:cNvPr>
          <p:cNvSpPr/>
          <p:nvPr/>
        </p:nvSpPr>
        <p:spPr>
          <a:xfrm>
            <a:off x="4038600" y="4419600"/>
            <a:ext cx="914400" cy="365760"/>
          </a:xfrm>
          <a:prstGeom prst="parallelogram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R1</a:t>
            </a: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270D19C3-EEB9-CF4E-BD4D-06FC064144C1}"/>
              </a:ext>
            </a:extLst>
          </p:cNvPr>
          <p:cNvSpPr/>
          <p:nvPr/>
        </p:nvSpPr>
        <p:spPr>
          <a:xfrm>
            <a:off x="4038600" y="5731510"/>
            <a:ext cx="914400" cy="365760"/>
          </a:xfrm>
          <a:prstGeom prst="parallelogram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4731F37-2D47-DB45-92FA-F628DBAFCEEB}"/>
              </a:ext>
            </a:extLst>
          </p:cNvPr>
          <p:cNvCxnSpPr>
            <a:cxnSpLocks/>
            <a:endCxn id="10" idx="5"/>
          </p:cNvCxnSpPr>
          <p:nvPr/>
        </p:nvCxnSpPr>
        <p:spPr>
          <a:xfrm flipV="1">
            <a:off x="2743200" y="4602480"/>
            <a:ext cx="1341120" cy="4025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916DEC-8F2D-E14F-B419-661E58BF21C4}"/>
              </a:ext>
            </a:extLst>
          </p:cNvPr>
          <p:cNvCxnSpPr>
            <a:cxnSpLocks/>
          </p:cNvCxnSpPr>
          <p:nvPr/>
        </p:nvCxnSpPr>
        <p:spPr>
          <a:xfrm flipH="1" flipV="1">
            <a:off x="2743200" y="5289550"/>
            <a:ext cx="1345922" cy="6197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772427B-DDE3-554A-880D-B3171D1FE23C}"/>
              </a:ext>
            </a:extLst>
          </p:cNvPr>
          <p:cNvCxnSpPr>
            <a:cxnSpLocks/>
            <a:endCxn id="11" idx="2"/>
          </p:cNvCxnSpPr>
          <p:nvPr/>
        </p:nvCxnSpPr>
        <p:spPr>
          <a:xfrm flipH="1">
            <a:off x="4907280" y="5289550"/>
            <a:ext cx="1341120" cy="6248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B247D91-0366-A442-89BC-DE62D4D5E76D}"/>
              </a:ext>
            </a:extLst>
          </p:cNvPr>
          <p:cNvCxnSpPr>
            <a:cxnSpLocks/>
          </p:cNvCxnSpPr>
          <p:nvPr/>
        </p:nvCxnSpPr>
        <p:spPr>
          <a:xfrm>
            <a:off x="4907280" y="4613910"/>
            <a:ext cx="1341120" cy="37973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DBA39D2-2B14-E343-9335-1146EBC1AFCB}"/>
              </a:ext>
            </a:extLst>
          </p:cNvPr>
          <p:cNvSpPr txBox="1"/>
          <p:nvPr/>
        </p:nvSpPr>
        <p:spPr>
          <a:xfrm>
            <a:off x="-563526" y="9037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878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82100-B4B3-2043-8873-5095584B4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Deadlock 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61DDF9-98E0-1D4A-B4E1-0F65041A9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Operating Systems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90BAED-1F55-E544-9C97-F5AFF4D86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Kennesaw State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08F2D1-2063-6348-9545-9C407D32B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CS 3502</a:t>
            </a:r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98819A7-1398-2046-863B-532F58BE2500}"/>
              </a:ext>
            </a:extLst>
          </p:cNvPr>
          <p:cNvSpPr/>
          <p:nvPr/>
        </p:nvSpPr>
        <p:spPr>
          <a:xfrm>
            <a:off x="1447800" y="1828800"/>
            <a:ext cx="12954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Process A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7A21265-ABD4-7948-AE3A-13EB720EE7F9}"/>
              </a:ext>
            </a:extLst>
          </p:cNvPr>
          <p:cNvSpPr/>
          <p:nvPr/>
        </p:nvSpPr>
        <p:spPr>
          <a:xfrm>
            <a:off x="6248400" y="1828800"/>
            <a:ext cx="12954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Process B</a:t>
            </a:r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D051E840-BEE7-C445-BE9F-F4C53FCE2D0D}"/>
              </a:ext>
            </a:extLst>
          </p:cNvPr>
          <p:cNvSpPr/>
          <p:nvPr/>
        </p:nvSpPr>
        <p:spPr>
          <a:xfrm>
            <a:off x="4038600" y="1371600"/>
            <a:ext cx="914400" cy="365760"/>
          </a:xfrm>
          <a:prstGeom prst="parallelogram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R1</a:t>
            </a: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270D19C3-EEB9-CF4E-BD4D-06FC064144C1}"/>
              </a:ext>
            </a:extLst>
          </p:cNvPr>
          <p:cNvSpPr/>
          <p:nvPr/>
        </p:nvSpPr>
        <p:spPr>
          <a:xfrm>
            <a:off x="4038600" y="2683510"/>
            <a:ext cx="914400" cy="365760"/>
          </a:xfrm>
          <a:prstGeom prst="parallelogram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4731F37-2D47-DB45-92FA-F628DBAFCEEB}"/>
              </a:ext>
            </a:extLst>
          </p:cNvPr>
          <p:cNvCxnSpPr>
            <a:cxnSpLocks/>
            <a:endCxn id="10" idx="5"/>
          </p:cNvCxnSpPr>
          <p:nvPr/>
        </p:nvCxnSpPr>
        <p:spPr>
          <a:xfrm flipV="1">
            <a:off x="2743200" y="1554480"/>
            <a:ext cx="1341120" cy="4025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B916DEC-8F2D-E14F-B419-661E58BF21C4}"/>
              </a:ext>
            </a:extLst>
          </p:cNvPr>
          <p:cNvCxnSpPr>
            <a:cxnSpLocks/>
          </p:cNvCxnSpPr>
          <p:nvPr/>
        </p:nvCxnSpPr>
        <p:spPr>
          <a:xfrm flipH="1" flipV="1">
            <a:off x="2743200" y="2241550"/>
            <a:ext cx="1345922" cy="6197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772427B-DDE3-554A-880D-B3171D1FE23C}"/>
              </a:ext>
            </a:extLst>
          </p:cNvPr>
          <p:cNvCxnSpPr>
            <a:cxnSpLocks/>
            <a:endCxn id="11" idx="2"/>
          </p:cNvCxnSpPr>
          <p:nvPr/>
        </p:nvCxnSpPr>
        <p:spPr>
          <a:xfrm flipH="1">
            <a:off x="4907280" y="2241550"/>
            <a:ext cx="1341120" cy="6248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B247D91-0366-A442-89BC-DE62D4D5E76D}"/>
              </a:ext>
            </a:extLst>
          </p:cNvPr>
          <p:cNvCxnSpPr>
            <a:cxnSpLocks/>
          </p:cNvCxnSpPr>
          <p:nvPr/>
        </p:nvCxnSpPr>
        <p:spPr>
          <a:xfrm>
            <a:off x="4907280" y="1565910"/>
            <a:ext cx="1341120" cy="37973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DA87E98-3A80-F347-85A5-D91DE8B56495}"/>
              </a:ext>
            </a:extLst>
          </p:cNvPr>
          <p:cNvSpPr/>
          <p:nvPr/>
        </p:nvSpPr>
        <p:spPr>
          <a:xfrm>
            <a:off x="269852" y="3825915"/>
            <a:ext cx="3429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pthread_mutex_lock</a:t>
            </a:r>
            <a:r>
              <a:rPr lang="en-US" dirty="0"/>
              <a:t>(&amp;m1); </a:t>
            </a:r>
          </a:p>
          <a:p>
            <a:r>
              <a:rPr lang="en-US" dirty="0">
                <a:solidFill>
                  <a:srgbClr val="00B050"/>
                </a:solidFill>
              </a:rPr>
              <a:t>/* use resource 1 */ </a:t>
            </a:r>
            <a:r>
              <a:rPr lang="en-US" dirty="0" err="1"/>
              <a:t>pthread_mutex_lock</a:t>
            </a:r>
            <a:r>
              <a:rPr lang="en-US" dirty="0"/>
              <a:t>(&amp;m2); </a:t>
            </a:r>
          </a:p>
          <a:p>
            <a:r>
              <a:rPr lang="en-US" dirty="0">
                <a:solidFill>
                  <a:srgbClr val="00B050"/>
                </a:solidFill>
              </a:rPr>
              <a:t>/* use resources 1 and 2 */</a:t>
            </a:r>
          </a:p>
          <a:p>
            <a:r>
              <a:rPr lang="en-US" dirty="0" err="1"/>
              <a:t>do_something</a:t>
            </a:r>
            <a:r>
              <a:rPr lang="en-US" dirty="0"/>
              <a:t>();</a:t>
            </a:r>
          </a:p>
          <a:p>
            <a:r>
              <a:rPr lang="en-US" dirty="0" err="1"/>
              <a:t>pthread_mutex_unlock</a:t>
            </a:r>
            <a:r>
              <a:rPr lang="en-US" dirty="0"/>
              <a:t>(&amp;m2); </a:t>
            </a:r>
            <a:r>
              <a:rPr lang="en-US" dirty="0" err="1"/>
              <a:t>pthread_mutex_unlock</a:t>
            </a:r>
            <a:r>
              <a:rPr lang="en-US" dirty="0"/>
              <a:t>(&amp;m1);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7AAF68-B4C2-454A-9063-75AF9B842406}"/>
              </a:ext>
            </a:extLst>
          </p:cNvPr>
          <p:cNvSpPr/>
          <p:nvPr/>
        </p:nvSpPr>
        <p:spPr>
          <a:xfrm>
            <a:off x="900514" y="3326805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22222"/>
                </a:solidFill>
                <a:latin typeface="Arial" panose="020B0604020202020204" pitchFamily="34" charset="0"/>
              </a:rPr>
              <a:t>Thread 1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4A1382-215F-6746-9318-761F5F476AB3}"/>
              </a:ext>
            </a:extLst>
          </p:cNvPr>
          <p:cNvSpPr/>
          <p:nvPr/>
        </p:nvSpPr>
        <p:spPr>
          <a:xfrm>
            <a:off x="6566311" y="3363335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22222"/>
                </a:solidFill>
                <a:latin typeface="Arial" panose="020B0604020202020204" pitchFamily="34" charset="0"/>
              </a:rPr>
              <a:t>Thread 2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4B12C0-10AF-094A-B568-889B1F30FED2}"/>
              </a:ext>
            </a:extLst>
          </p:cNvPr>
          <p:cNvSpPr/>
          <p:nvPr/>
        </p:nvSpPr>
        <p:spPr>
          <a:xfrm>
            <a:off x="5575711" y="3863838"/>
            <a:ext cx="327964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pthread_mutex_lock</a:t>
            </a:r>
            <a:r>
              <a:rPr lang="en-US" dirty="0"/>
              <a:t>(&amp;m2); </a:t>
            </a:r>
          </a:p>
          <a:p>
            <a:r>
              <a:rPr lang="en-US" dirty="0">
                <a:solidFill>
                  <a:srgbClr val="00B050"/>
                </a:solidFill>
              </a:rPr>
              <a:t>/* use resource 2 */ </a:t>
            </a:r>
            <a:r>
              <a:rPr lang="en-US" dirty="0" err="1"/>
              <a:t>pthread_mutex_lock</a:t>
            </a:r>
            <a:r>
              <a:rPr lang="en-US" dirty="0"/>
              <a:t>(&amp;m1); </a:t>
            </a:r>
          </a:p>
          <a:p>
            <a:r>
              <a:rPr lang="en-US" dirty="0">
                <a:solidFill>
                  <a:srgbClr val="00B050"/>
                </a:solidFill>
              </a:rPr>
              <a:t>/* use resources 1 and 2 */</a:t>
            </a:r>
          </a:p>
          <a:p>
            <a:r>
              <a:rPr lang="en-US" dirty="0" err="1"/>
              <a:t>do_something</a:t>
            </a:r>
            <a:r>
              <a:rPr lang="en-US" dirty="0"/>
              <a:t>();</a:t>
            </a:r>
          </a:p>
          <a:p>
            <a:r>
              <a:rPr lang="en-US" dirty="0" err="1"/>
              <a:t>pthread_mutex_unlock</a:t>
            </a:r>
            <a:r>
              <a:rPr lang="en-US" dirty="0"/>
              <a:t>(&amp;m1); </a:t>
            </a:r>
            <a:r>
              <a:rPr lang="en-US" dirty="0" err="1"/>
              <a:t>pthread_mutex_unlock</a:t>
            </a:r>
            <a:r>
              <a:rPr lang="en-US" dirty="0"/>
              <a:t>(&amp;m2);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F83B893-28E1-2D45-9444-AEAC765DBF8B}"/>
              </a:ext>
            </a:extLst>
          </p:cNvPr>
          <p:cNvCxnSpPr>
            <a:cxnSpLocks/>
          </p:cNvCxnSpPr>
          <p:nvPr/>
        </p:nvCxnSpPr>
        <p:spPr>
          <a:xfrm flipH="1">
            <a:off x="2789546" y="4314587"/>
            <a:ext cx="400708" cy="1043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57C231E-3848-D142-A81B-287B4BCC5F80}"/>
              </a:ext>
            </a:extLst>
          </p:cNvPr>
          <p:cNvCxnSpPr>
            <a:cxnSpLocks/>
          </p:cNvCxnSpPr>
          <p:nvPr/>
        </p:nvCxnSpPr>
        <p:spPr>
          <a:xfrm>
            <a:off x="5103271" y="4336201"/>
            <a:ext cx="4267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loud 25">
            <a:extLst>
              <a:ext uri="{FF2B5EF4-FFF2-40B4-BE49-F238E27FC236}">
                <a16:creationId xmlns:a16="http://schemas.microsoft.com/office/drawing/2014/main" id="{E87D6A14-1EED-4548-840B-A425ABC93439}"/>
              </a:ext>
            </a:extLst>
          </p:cNvPr>
          <p:cNvSpPr/>
          <p:nvPr/>
        </p:nvSpPr>
        <p:spPr>
          <a:xfrm>
            <a:off x="3311214" y="3904124"/>
            <a:ext cx="1641786" cy="84927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Stuck right here</a:t>
            </a:r>
          </a:p>
        </p:txBody>
      </p:sp>
    </p:spTree>
    <p:extLst>
      <p:ext uri="{BB962C8B-B14F-4D97-AF65-F5344CB8AC3E}">
        <p14:creationId xmlns:p14="http://schemas.microsoft.com/office/powerpoint/2010/main" val="841935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A7680-A1F5-A648-B872-C72963E6E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distributed lock?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4B3563-D2D8-BC49-8811-09F649206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A20AF-4DFE-2A43-A924-346245009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751939-E29E-2E4C-B40C-278FECC6D05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5943600" cy="513715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Distributed lock refers to a type of lock in which the system is deployed on multiple machines to achieve mutual exclusion between multiple processes in distributed system. </a:t>
            </a:r>
          </a:p>
          <a:p>
            <a:endParaRPr lang="en-US" sz="2400" dirty="0"/>
          </a:p>
          <a:p>
            <a:r>
              <a:rPr lang="en-US" sz="2400" dirty="0"/>
              <a:t>In order to ensure that multiple processes can see the lock, such the lock is stored in the public storage (such as Redis, </a:t>
            </a:r>
            <a:r>
              <a:rPr lang="en-US" sz="2400" dirty="0" err="1"/>
              <a:t>Memcache</a:t>
            </a:r>
            <a:r>
              <a:rPr lang="en-US" sz="2400" dirty="0"/>
              <a:t>, database and other three-party storage), so that multiple processes can concurrently access the same critical resource, and only one process can access the shared resource at the same time.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DA0308-84D8-8747-B00C-2E3F24A3D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857" y="1752600"/>
            <a:ext cx="29718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681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44308-B766-204C-B296-8E6608F58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180A45-7400-2341-9C75-5584703DD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7279FF-92EE-B645-87D5-5EA5BA050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E51124-F92B-9547-9A80-44ABB73A490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6477000" cy="4937760"/>
          </a:xfrm>
        </p:spPr>
        <p:txBody>
          <a:bodyPr/>
          <a:lstStyle/>
          <a:p>
            <a:r>
              <a:rPr lang="en-US" altLang="zh-CN" dirty="0"/>
              <a:t>Our online store sells two diamonds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 </a:t>
            </a:r>
            <a:r>
              <a:rPr lang="en-US" altLang="zh-CN" dirty="0"/>
              <a:t>users (A, B, C, D, E) order at the same time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you design the online system, who will get the diamond?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CB89D3-AE01-A04B-88BA-EFB11AB53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676400"/>
            <a:ext cx="17526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176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D49AB-3FF5-C245-914C-3E6BDCF43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1DDDD8-B01B-704D-8D47-615386244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CDAA5-DFAB-EB43-83CF-5637DDB26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9B1C9A-345E-B445-A19C-561B402B5C3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Different e-commerce companies adopt different strategies:</a:t>
            </a:r>
          </a:p>
          <a:p>
            <a:endParaRPr lang="en-US" dirty="0"/>
          </a:p>
          <a:p>
            <a:pPr lvl="1"/>
            <a:r>
              <a:rPr lang="en-US" dirty="0"/>
              <a:t>Some e-commerce companies determine who can make a successful purchase based on the order time, First-come-first-serve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Some e-commerce companies determine who can make a successful purchase based on the payment time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…</a:t>
            </a:r>
          </a:p>
          <a:p>
            <a:pPr lvl="1"/>
            <a:endParaRPr lang="en-US" dirty="0"/>
          </a:p>
          <a:p>
            <a:r>
              <a:rPr lang="en-US" dirty="0"/>
              <a:t>No matter which policy, the online store must make sure every diamond cannot be sold to two users</a:t>
            </a:r>
          </a:p>
        </p:txBody>
      </p:sp>
    </p:spTree>
    <p:extLst>
      <p:ext uri="{BB962C8B-B14F-4D97-AF65-F5344CB8AC3E}">
        <p14:creationId xmlns:p14="http://schemas.microsoft.com/office/powerpoint/2010/main" val="1005246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D49AB-3FF5-C245-914C-3E6BDCF43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1DDDD8-B01B-704D-8D47-615386244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CDAA5-DFAB-EB43-83CF-5637DDB26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9B1C9A-345E-B445-A19C-561B402B5C3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Different e-commerce companies adopt different strategies:</a:t>
            </a:r>
          </a:p>
          <a:p>
            <a:endParaRPr lang="en-US" dirty="0"/>
          </a:p>
          <a:p>
            <a:pPr lvl="1"/>
            <a:r>
              <a:rPr lang="en-US" dirty="0"/>
              <a:t>Some e-commerce companies determine who can make a successful purchase based on the order time, First-come-first-serve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Some e-commerce companies determine who can make a successful purchase based on the payment time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…</a:t>
            </a:r>
          </a:p>
          <a:p>
            <a:pPr lvl="1"/>
            <a:endParaRPr lang="en-US" dirty="0"/>
          </a:p>
          <a:p>
            <a:r>
              <a:rPr lang="en-US" dirty="0"/>
              <a:t>No matter which policy, the online store must make sure every diamond cannot be sold to two users. In large-scale distributed systems, we use </a:t>
            </a:r>
            <a:r>
              <a:rPr lang="en-US" b="1" i="1" dirty="0">
                <a:solidFill>
                  <a:schemeClr val="accent2"/>
                </a:solidFill>
              </a:rPr>
              <a:t>distributed locks </a:t>
            </a:r>
            <a:r>
              <a:rPr lang="en-US" dirty="0"/>
              <a:t>to realize that.</a:t>
            </a:r>
          </a:p>
        </p:txBody>
      </p:sp>
    </p:spTree>
    <p:extLst>
      <p:ext uri="{BB962C8B-B14F-4D97-AF65-F5344CB8AC3E}">
        <p14:creationId xmlns:p14="http://schemas.microsoft.com/office/powerpoint/2010/main" val="531779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FE142-5539-F747-8946-0250F7166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Locks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EDEBDC-6ABC-6446-8287-FEC7EB2D9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B06D7-F82F-1448-82FE-7BB2E7F8A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34AE68-B0D6-0D41-AAF8-B61D99756FD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3 ways to implement distributed locks: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/>
              <a:t>Distributed locks based on databases, here databases refer to relational databases;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/>
              <a:t>Distributed locks based on caches; 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/>
              <a:t>Distributed locks based on </a:t>
            </a:r>
            <a:r>
              <a:rPr lang="en-US" dirty="0" err="1"/>
              <a:t>ZooKeeper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9028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5B102-417B-5344-AAAB-F07E97F42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Some Key Questions for Distributed Locks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C6F2FA-B300-EF4A-9F0B-D04FAA9EA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3530E-28AB-594B-A918-E1160FB44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A67D05-44DF-8346-B0B0-8E9226096C1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Mutual exclusion: </a:t>
            </a:r>
          </a:p>
          <a:p>
            <a:pPr lvl="1"/>
            <a:r>
              <a:rPr lang="en-US" dirty="0"/>
              <a:t>A distributed lock should be able to guarantee that a resource or a method can only be operated by one process of one machine at a time.</a:t>
            </a:r>
          </a:p>
          <a:p>
            <a:r>
              <a:rPr lang="en-US" dirty="0"/>
              <a:t>Preventing deadlock: </a:t>
            </a:r>
          </a:p>
          <a:p>
            <a:pPr lvl="1"/>
            <a:r>
              <a:rPr lang="en-US" dirty="0"/>
              <a:t>Even if one process does not actively unlock due to crash while holding the lock, it can guarantee that other processes can obtain the lock.</a:t>
            </a:r>
          </a:p>
          <a:p>
            <a:r>
              <a:rPr lang="en-US" dirty="0"/>
              <a:t>Reentrancy: </a:t>
            </a:r>
          </a:p>
          <a:p>
            <a:pPr lvl="1"/>
            <a:r>
              <a:rPr lang="en-US" dirty="0"/>
              <a:t>A critical resource can be accessed multiple times when the process has not released the lock. </a:t>
            </a:r>
          </a:p>
          <a:p>
            <a:r>
              <a:rPr lang="en-US" dirty="0"/>
              <a:t>Performance: </a:t>
            </a:r>
          </a:p>
          <a:p>
            <a:pPr lvl="1"/>
            <a:r>
              <a:rPr lang="en-US" dirty="0"/>
              <a:t>Have a high </a:t>
            </a:r>
            <a:r>
              <a:rPr lang="en-US"/>
              <a:t>availability for </a:t>
            </a:r>
            <a:r>
              <a:rPr lang="en-US" dirty="0"/>
              <a:t>lock acquisition and release.</a:t>
            </a:r>
          </a:p>
        </p:txBody>
      </p:sp>
    </p:spTree>
    <p:extLst>
      <p:ext uri="{BB962C8B-B14F-4D97-AF65-F5344CB8AC3E}">
        <p14:creationId xmlns:p14="http://schemas.microsoft.com/office/powerpoint/2010/main" val="2745602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40454-AEB6-034B-9523-91ECAB41B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Distributed locks based on databases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9C2CA9-6643-414A-BA97-1324F6C5D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06EE0-2C21-0445-A120-083361FF1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ADACC2-747A-3948-A9AF-540AB07D8D9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6172200" cy="513715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easiest way is to create a </a:t>
            </a:r>
            <a:r>
              <a:rPr lang="en-US" b="1" i="1" dirty="0">
                <a:solidFill>
                  <a:schemeClr val="accent2"/>
                </a:solidFill>
              </a:rPr>
              <a:t>lock table</a:t>
            </a:r>
            <a:r>
              <a:rPr lang="en-US" dirty="0"/>
              <a:t>, and then manipulate the data in the table to achieve distributed locks</a:t>
            </a:r>
          </a:p>
          <a:p>
            <a:endParaRPr lang="en-US" dirty="0"/>
          </a:p>
          <a:p>
            <a:r>
              <a:rPr lang="en-US" dirty="0"/>
              <a:t>Lock a resource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add a record to this table; Release the lock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delete this record.</a:t>
            </a:r>
          </a:p>
          <a:p>
            <a:endParaRPr lang="en-US" dirty="0"/>
          </a:p>
          <a:p>
            <a:r>
              <a:rPr lang="en-US" dirty="0"/>
              <a:t>The database has consistent constraint on shared resources. If multiple requests are submitted to the database at the same time, the database will ensure that </a:t>
            </a:r>
            <a:r>
              <a:rPr lang="en-US" b="1" dirty="0">
                <a:solidFill>
                  <a:schemeClr val="accent2"/>
                </a:solidFill>
              </a:rPr>
              <a:t>only one </a:t>
            </a:r>
            <a:r>
              <a:rPr lang="en-US" dirty="0"/>
              <a:t>operation will be successful, and the thread that successfully operates will obtain a lock.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AC507D-CEA0-B840-A570-C2CF12032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70417"/>
            <a:ext cx="1052576" cy="1052576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918A55D-8D27-FC4A-A4E3-83206C4EA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227666"/>
              </p:ext>
            </p:extLst>
          </p:nvPr>
        </p:nvGraphicFramePr>
        <p:xfrm>
          <a:off x="6888988" y="2565318"/>
          <a:ext cx="190500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000">
                  <a:extLst>
                    <a:ext uri="{9D8B030D-6E8A-4147-A177-3AD203B41FA5}">
                      <a16:colId xmlns:a16="http://schemas.microsoft.com/office/drawing/2014/main" val="268141425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1374245495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3070304591"/>
                    </a:ext>
                  </a:extLst>
                </a:gridCol>
              </a:tblGrid>
              <a:tr h="130348"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Table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305294"/>
                  </a:ext>
                </a:extLst>
              </a:tr>
              <a:tr h="130348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3344873"/>
                  </a:ext>
                </a:extLst>
              </a:tr>
              <a:tr h="130348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6056517"/>
                  </a:ext>
                </a:extLst>
              </a:tr>
              <a:tr h="130348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044200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4A91099D-CB7B-9142-AAB4-CD85CD064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736" y="4870994"/>
            <a:ext cx="711200" cy="711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F49A4B-3205-DF4A-BC1B-E8F837B0E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888" y="4876383"/>
            <a:ext cx="711200" cy="711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776EE4-6B8C-4F4F-8392-734662232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088" y="4881772"/>
            <a:ext cx="711200" cy="71120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76A8928-333C-3D40-96E0-5CDC641E0A69}"/>
              </a:ext>
            </a:extLst>
          </p:cNvPr>
          <p:cNvCxnSpPr>
            <a:cxnSpLocks/>
          </p:cNvCxnSpPr>
          <p:nvPr/>
        </p:nvCxnSpPr>
        <p:spPr>
          <a:xfrm flipV="1">
            <a:off x="7848600" y="3821512"/>
            <a:ext cx="0" cy="82668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28D6688-502E-6E40-B06C-12C8A4251C29}"/>
              </a:ext>
            </a:extLst>
          </p:cNvPr>
          <p:cNvCxnSpPr>
            <a:cxnSpLocks/>
          </p:cNvCxnSpPr>
          <p:nvPr/>
        </p:nvCxnSpPr>
        <p:spPr>
          <a:xfrm flipV="1">
            <a:off x="8534400" y="3821512"/>
            <a:ext cx="0" cy="82668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5FFB8D2-DFF3-4F4C-B373-59C83B955C23}"/>
              </a:ext>
            </a:extLst>
          </p:cNvPr>
          <p:cNvCxnSpPr>
            <a:cxnSpLocks/>
          </p:cNvCxnSpPr>
          <p:nvPr/>
        </p:nvCxnSpPr>
        <p:spPr>
          <a:xfrm flipV="1">
            <a:off x="7162800" y="3821512"/>
            <a:ext cx="0" cy="82668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4639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9684E-20C3-6146-98A7-25FF6FEE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Distributed locks based on databases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141F54-091C-524F-9837-DB7149F0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9F143-CC70-4F4D-AA8C-E18605BE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8DF9F5-B378-BE4E-97FF-99EB8BD734B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Problem for database:</a:t>
            </a:r>
          </a:p>
          <a:p>
            <a:pPr lvl="1"/>
            <a:r>
              <a:rPr lang="en-US" dirty="0"/>
              <a:t>The database needs to read/write the hard disk. Frequent interaction with the database will cause large I/O overhead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Only suitable for scenarios with low concurrency and low performance requirements</a:t>
            </a:r>
          </a:p>
        </p:txBody>
      </p:sp>
    </p:spTree>
    <p:extLst>
      <p:ext uri="{BB962C8B-B14F-4D97-AF65-F5344CB8AC3E}">
        <p14:creationId xmlns:p14="http://schemas.microsoft.com/office/powerpoint/2010/main" val="26741049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9684E-20C3-6146-98A7-25FF6FEE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Distributed locks based on databases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141F54-091C-524F-9837-DB7149F0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9F143-CC70-4F4D-AA8C-E18605BE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8DF9F5-B378-BE4E-97FF-99EB8BD734B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209800"/>
          </a:xfrm>
        </p:spPr>
        <p:txBody>
          <a:bodyPr>
            <a:normAutofit fontScale="92500"/>
          </a:bodyPr>
          <a:lstStyle/>
          <a:p>
            <a:r>
              <a:rPr lang="en-US" dirty="0"/>
              <a:t>Example:</a:t>
            </a:r>
          </a:p>
          <a:p>
            <a:pPr lvl="1"/>
            <a:r>
              <a:rPr lang="en-US" altLang="zh-CN" dirty="0"/>
              <a:t>Our online store sells 2 diamonds</a:t>
            </a:r>
          </a:p>
          <a:p>
            <a:pPr lvl="1"/>
            <a:r>
              <a:rPr lang="en-US" altLang="zh-CN" dirty="0"/>
              <a:t>5</a:t>
            </a:r>
            <a:r>
              <a:rPr lang="zh-CN" altLang="en-US" dirty="0"/>
              <a:t> </a:t>
            </a:r>
            <a:r>
              <a:rPr lang="en-US" altLang="zh-CN" dirty="0"/>
              <a:t>users (A, B, C, D, E) order at the same time </a:t>
            </a:r>
          </a:p>
          <a:p>
            <a:pPr lvl="1"/>
            <a:r>
              <a:rPr lang="en-US" altLang="zh-CN" dirty="0"/>
              <a:t>A orders 1 diamond, B orders 2 diamonds, C orders 1 diamond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217F09-B8BD-2E4D-8AFA-91259F2C3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676400"/>
            <a:ext cx="1752600" cy="1155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D2D590-095A-204C-82AD-3E9772574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920581"/>
            <a:ext cx="635000" cy="635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E814F5-166F-0D4C-9F95-26A16F7489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200" y="4452166"/>
            <a:ext cx="863600" cy="863600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E0C84C6-29BF-BF48-AA28-0A8223EC6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957799"/>
              </p:ext>
            </p:extLst>
          </p:nvPr>
        </p:nvGraphicFramePr>
        <p:xfrm>
          <a:off x="5373189" y="4624886"/>
          <a:ext cx="2286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74674545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69716643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4844893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883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648968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1071E941-668A-B04D-BFAE-A344FAA9D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4625884"/>
            <a:ext cx="635000" cy="635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A2EEB5-92FA-7D4F-BA81-DA00E0F47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5410200"/>
            <a:ext cx="635000" cy="635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6095CAC-94F0-C142-9434-C1F6E2E60A32}"/>
              </a:ext>
            </a:extLst>
          </p:cNvPr>
          <p:cNvSpPr txBox="1"/>
          <p:nvPr/>
        </p:nvSpPr>
        <p:spPr>
          <a:xfrm>
            <a:off x="606117" y="408283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389979-9082-004F-8127-7D8DCC384802}"/>
              </a:ext>
            </a:extLst>
          </p:cNvPr>
          <p:cNvSpPr txBox="1"/>
          <p:nvPr/>
        </p:nvSpPr>
        <p:spPr>
          <a:xfrm>
            <a:off x="612648" y="476331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5815CB-B081-EB41-A42C-D3BF56235021}"/>
              </a:ext>
            </a:extLst>
          </p:cNvPr>
          <p:cNvSpPr txBox="1"/>
          <p:nvPr/>
        </p:nvSpPr>
        <p:spPr>
          <a:xfrm>
            <a:off x="612648" y="554303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457615-7963-024A-A3D7-34B548914245}"/>
              </a:ext>
            </a:extLst>
          </p:cNvPr>
          <p:cNvCxnSpPr/>
          <p:nvPr/>
        </p:nvCxnSpPr>
        <p:spPr>
          <a:xfrm>
            <a:off x="1828800" y="4238081"/>
            <a:ext cx="2311400" cy="5252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0ED8775-7FC5-444E-880D-C16796AA76B0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1828800" y="4883966"/>
            <a:ext cx="2311400" cy="1691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ular Callout 18">
            <a:extLst>
              <a:ext uri="{FF2B5EF4-FFF2-40B4-BE49-F238E27FC236}">
                <a16:creationId xmlns:a16="http://schemas.microsoft.com/office/drawing/2014/main" id="{53226ED1-E205-714D-BCAF-6BBB358A4079}"/>
              </a:ext>
            </a:extLst>
          </p:cNvPr>
          <p:cNvSpPr/>
          <p:nvPr/>
        </p:nvSpPr>
        <p:spPr>
          <a:xfrm>
            <a:off x="3810000" y="3658869"/>
            <a:ext cx="2019300" cy="714375"/>
          </a:xfrm>
          <a:prstGeom prst="wedgeRoundRectCallout">
            <a:avLst>
              <a:gd name="adj1" fmla="val -42397"/>
              <a:gd name="adj2" fmla="val 86881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Suppose A and B order the same time, and A request arrives first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34C146-7C99-B14B-9FBE-3A9A730D5CBD}"/>
              </a:ext>
            </a:extLst>
          </p:cNvPr>
          <p:cNvSpPr txBox="1"/>
          <p:nvPr/>
        </p:nvSpPr>
        <p:spPr>
          <a:xfrm>
            <a:off x="5885906" y="5543034"/>
            <a:ext cx="127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Diamond: 2</a:t>
            </a:r>
          </a:p>
        </p:txBody>
      </p:sp>
    </p:spTree>
    <p:extLst>
      <p:ext uri="{BB962C8B-B14F-4D97-AF65-F5344CB8AC3E}">
        <p14:creationId xmlns:p14="http://schemas.microsoft.com/office/powerpoint/2010/main" val="9495697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9684E-20C3-6146-98A7-25FF6FEE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Distributed locks based on databases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141F54-091C-524F-9837-DB7149F0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9F143-CC70-4F4D-AA8C-E18605BE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8DF9F5-B378-BE4E-97FF-99EB8BD734B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209800"/>
          </a:xfrm>
        </p:spPr>
        <p:txBody>
          <a:bodyPr>
            <a:normAutofit fontScale="92500"/>
          </a:bodyPr>
          <a:lstStyle/>
          <a:p>
            <a:r>
              <a:rPr lang="en-US" dirty="0"/>
              <a:t>Example:</a:t>
            </a:r>
          </a:p>
          <a:p>
            <a:pPr lvl="1"/>
            <a:r>
              <a:rPr lang="en-US" altLang="zh-CN" dirty="0"/>
              <a:t>Our online store sells 2 diamonds</a:t>
            </a:r>
          </a:p>
          <a:p>
            <a:pPr lvl="1"/>
            <a:r>
              <a:rPr lang="en-US" altLang="zh-CN" dirty="0"/>
              <a:t>5</a:t>
            </a:r>
            <a:r>
              <a:rPr lang="zh-CN" altLang="en-US" dirty="0"/>
              <a:t> </a:t>
            </a:r>
            <a:r>
              <a:rPr lang="en-US" altLang="zh-CN" dirty="0"/>
              <a:t>users (A, B, C, D, E) order at the same time </a:t>
            </a:r>
          </a:p>
          <a:p>
            <a:pPr lvl="1"/>
            <a:r>
              <a:rPr lang="en-US" altLang="zh-CN" dirty="0"/>
              <a:t>A orders 1 diamond, B orders 2 diamonds, C orders 1 diamond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217F09-B8BD-2E4D-8AFA-91259F2C3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676400"/>
            <a:ext cx="1752600" cy="1155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D2D590-095A-204C-82AD-3E9772574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920581"/>
            <a:ext cx="635000" cy="635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E814F5-166F-0D4C-9F95-26A16F7489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200" y="4452166"/>
            <a:ext cx="863600" cy="863600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E0C84C6-29BF-BF48-AA28-0A8223EC6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49236"/>
              </p:ext>
            </p:extLst>
          </p:nvPr>
        </p:nvGraphicFramePr>
        <p:xfrm>
          <a:off x="5373189" y="4624886"/>
          <a:ext cx="2286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74674545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69716643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4844893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883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648968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1071E941-668A-B04D-BFAE-A344FAA9D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4625884"/>
            <a:ext cx="635000" cy="635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A2EEB5-92FA-7D4F-BA81-DA00E0F47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5410200"/>
            <a:ext cx="635000" cy="635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6095CAC-94F0-C142-9434-C1F6E2E60A32}"/>
              </a:ext>
            </a:extLst>
          </p:cNvPr>
          <p:cNvSpPr txBox="1"/>
          <p:nvPr/>
        </p:nvSpPr>
        <p:spPr>
          <a:xfrm>
            <a:off x="606117" y="408283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389979-9082-004F-8127-7D8DCC384802}"/>
              </a:ext>
            </a:extLst>
          </p:cNvPr>
          <p:cNvSpPr txBox="1"/>
          <p:nvPr/>
        </p:nvSpPr>
        <p:spPr>
          <a:xfrm>
            <a:off x="612648" y="476331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5815CB-B081-EB41-A42C-D3BF56235021}"/>
              </a:ext>
            </a:extLst>
          </p:cNvPr>
          <p:cNvSpPr txBox="1"/>
          <p:nvPr/>
        </p:nvSpPr>
        <p:spPr>
          <a:xfrm>
            <a:off x="612648" y="554303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457615-7963-024A-A3D7-34B548914245}"/>
              </a:ext>
            </a:extLst>
          </p:cNvPr>
          <p:cNvCxnSpPr/>
          <p:nvPr/>
        </p:nvCxnSpPr>
        <p:spPr>
          <a:xfrm>
            <a:off x="1828800" y="4238081"/>
            <a:ext cx="2311400" cy="5252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0ED8775-7FC5-444E-880D-C16796AA76B0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1828800" y="4883966"/>
            <a:ext cx="2311400" cy="1691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ular Callout 18">
            <a:extLst>
              <a:ext uri="{FF2B5EF4-FFF2-40B4-BE49-F238E27FC236}">
                <a16:creationId xmlns:a16="http://schemas.microsoft.com/office/drawing/2014/main" id="{53226ED1-E205-714D-BCAF-6BBB358A4079}"/>
              </a:ext>
            </a:extLst>
          </p:cNvPr>
          <p:cNvSpPr/>
          <p:nvPr/>
        </p:nvSpPr>
        <p:spPr>
          <a:xfrm>
            <a:off x="3810000" y="3806280"/>
            <a:ext cx="2019300" cy="525236"/>
          </a:xfrm>
          <a:prstGeom prst="wedgeRoundRectCallout">
            <a:avLst>
              <a:gd name="adj1" fmla="val 38681"/>
              <a:gd name="adj2" fmla="val 125016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Added a record about user A to the database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746429-6A71-AC46-80BA-1E042DE35A1E}"/>
              </a:ext>
            </a:extLst>
          </p:cNvPr>
          <p:cNvSpPr txBox="1"/>
          <p:nvPr/>
        </p:nvSpPr>
        <p:spPr>
          <a:xfrm>
            <a:off x="5885906" y="5543034"/>
            <a:ext cx="127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Diamond: 1</a:t>
            </a:r>
          </a:p>
        </p:txBody>
      </p:sp>
      <p:sp>
        <p:nvSpPr>
          <p:cNvPr id="20" name="Rounded Rectangular Callout 19">
            <a:extLst>
              <a:ext uri="{FF2B5EF4-FFF2-40B4-BE49-F238E27FC236}">
                <a16:creationId xmlns:a16="http://schemas.microsoft.com/office/drawing/2014/main" id="{D656D9CD-FF09-4A4C-B982-BC1C64DC2BBF}"/>
              </a:ext>
            </a:extLst>
          </p:cNvPr>
          <p:cNvSpPr/>
          <p:nvPr/>
        </p:nvSpPr>
        <p:spPr>
          <a:xfrm>
            <a:off x="7159011" y="5971800"/>
            <a:ext cx="609165" cy="306190"/>
          </a:xfrm>
          <a:prstGeom prst="wedgeRoundRectCallout">
            <a:avLst>
              <a:gd name="adj1" fmla="val -51383"/>
              <a:gd name="adj2" fmla="val -102518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2-&gt;1</a:t>
            </a:r>
          </a:p>
        </p:txBody>
      </p:sp>
    </p:spTree>
    <p:extLst>
      <p:ext uri="{BB962C8B-B14F-4D97-AF65-F5344CB8AC3E}">
        <p14:creationId xmlns:p14="http://schemas.microsoft.com/office/powerpoint/2010/main" val="386512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9684E-20C3-6146-98A7-25FF6FEE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Distributed locks based on databases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141F54-091C-524F-9837-DB7149F0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9F143-CC70-4F4D-AA8C-E18605BE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8DF9F5-B378-BE4E-97FF-99EB8BD734B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209800"/>
          </a:xfrm>
        </p:spPr>
        <p:txBody>
          <a:bodyPr>
            <a:normAutofit fontScale="92500"/>
          </a:bodyPr>
          <a:lstStyle/>
          <a:p>
            <a:r>
              <a:rPr lang="en-US" dirty="0"/>
              <a:t>Example:</a:t>
            </a:r>
          </a:p>
          <a:p>
            <a:pPr lvl="1"/>
            <a:r>
              <a:rPr lang="en-US" altLang="zh-CN" dirty="0"/>
              <a:t>Our online store sells 2 diamonds</a:t>
            </a:r>
          </a:p>
          <a:p>
            <a:pPr lvl="1"/>
            <a:r>
              <a:rPr lang="en-US" altLang="zh-CN" dirty="0"/>
              <a:t>5</a:t>
            </a:r>
            <a:r>
              <a:rPr lang="zh-CN" altLang="en-US" dirty="0"/>
              <a:t> </a:t>
            </a:r>
            <a:r>
              <a:rPr lang="en-US" altLang="zh-CN" dirty="0"/>
              <a:t>users (A, B, C, D, E) order at the same time </a:t>
            </a:r>
          </a:p>
          <a:p>
            <a:pPr lvl="1"/>
            <a:r>
              <a:rPr lang="en-US" altLang="zh-CN" dirty="0"/>
              <a:t>A orders 1 diamond, B orders 2 diamonds, C orders 1 diamond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217F09-B8BD-2E4D-8AFA-91259F2C3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676400"/>
            <a:ext cx="1752600" cy="1155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D2D590-095A-204C-82AD-3E9772574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920581"/>
            <a:ext cx="635000" cy="635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E814F5-166F-0D4C-9F95-26A16F7489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200" y="4452166"/>
            <a:ext cx="863600" cy="863600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E0C84C6-29BF-BF48-AA28-0A8223EC6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084259"/>
              </p:ext>
            </p:extLst>
          </p:nvPr>
        </p:nvGraphicFramePr>
        <p:xfrm>
          <a:off x="5373189" y="4624886"/>
          <a:ext cx="2286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74674545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69716643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4844893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883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648968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1071E941-668A-B04D-BFAE-A344FAA9D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4625884"/>
            <a:ext cx="635000" cy="635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A2EEB5-92FA-7D4F-BA81-DA00E0F47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5410200"/>
            <a:ext cx="635000" cy="635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6095CAC-94F0-C142-9434-C1F6E2E60A32}"/>
              </a:ext>
            </a:extLst>
          </p:cNvPr>
          <p:cNvSpPr txBox="1"/>
          <p:nvPr/>
        </p:nvSpPr>
        <p:spPr>
          <a:xfrm>
            <a:off x="606117" y="408283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389979-9082-004F-8127-7D8DCC384802}"/>
              </a:ext>
            </a:extLst>
          </p:cNvPr>
          <p:cNvSpPr txBox="1"/>
          <p:nvPr/>
        </p:nvSpPr>
        <p:spPr>
          <a:xfrm>
            <a:off x="612648" y="476331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5815CB-B081-EB41-A42C-D3BF56235021}"/>
              </a:ext>
            </a:extLst>
          </p:cNvPr>
          <p:cNvSpPr txBox="1"/>
          <p:nvPr/>
        </p:nvSpPr>
        <p:spPr>
          <a:xfrm>
            <a:off x="612648" y="554303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457615-7963-024A-A3D7-34B548914245}"/>
              </a:ext>
            </a:extLst>
          </p:cNvPr>
          <p:cNvCxnSpPr/>
          <p:nvPr/>
        </p:nvCxnSpPr>
        <p:spPr>
          <a:xfrm>
            <a:off x="1828800" y="4238081"/>
            <a:ext cx="2311400" cy="5252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0ED8775-7FC5-444E-880D-C16796AA76B0}"/>
              </a:ext>
            </a:extLst>
          </p:cNvPr>
          <p:cNvCxnSpPr>
            <a:cxnSpLocks/>
          </p:cNvCxnSpPr>
          <p:nvPr/>
        </p:nvCxnSpPr>
        <p:spPr>
          <a:xfrm>
            <a:off x="1828800" y="5053148"/>
            <a:ext cx="23114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ular Callout 18">
            <a:extLst>
              <a:ext uri="{FF2B5EF4-FFF2-40B4-BE49-F238E27FC236}">
                <a16:creationId xmlns:a16="http://schemas.microsoft.com/office/drawing/2014/main" id="{53226ED1-E205-714D-BCAF-6BBB358A4079}"/>
              </a:ext>
            </a:extLst>
          </p:cNvPr>
          <p:cNvSpPr/>
          <p:nvPr/>
        </p:nvSpPr>
        <p:spPr>
          <a:xfrm>
            <a:off x="2957830" y="3964942"/>
            <a:ext cx="913529" cy="294912"/>
          </a:xfrm>
          <a:prstGeom prst="wedgeRoundRectCallout">
            <a:avLst>
              <a:gd name="adj1" fmla="val -54741"/>
              <a:gd name="adj2" fmla="val 157499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Reply yes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746429-6A71-AC46-80BA-1E042DE35A1E}"/>
              </a:ext>
            </a:extLst>
          </p:cNvPr>
          <p:cNvSpPr txBox="1"/>
          <p:nvPr/>
        </p:nvSpPr>
        <p:spPr>
          <a:xfrm>
            <a:off x="5885906" y="5543034"/>
            <a:ext cx="127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Diamond: 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E17756E-0898-BF43-8D12-0395009DBC85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1775460" y="4331516"/>
            <a:ext cx="2364740" cy="55245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ular Callout 23">
            <a:extLst>
              <a:ext uri="{FF2B5EF4-FFF2-40B4-BE49-F238E27FC236}">
                <a16:creationId xmlns:a16="http://schemas.microsoft.com/office/drawing/2014/main" id="{BE236D2B-4E2D-1146-A68E-171BBECD7E8D}"/>
              </a:ext>
            </a:extLst>
          </p:cNvPr>
          <p:cNvSpPr/>
          <p:nvPr/>
        </p:nvSpPr>
        <p:spPr>
          <a:xfrm>
            <a:off x="5885906" y="3994998"/>
            <a:ext cx="2350356" cy="382772"/>
          </a:xfrm>
          <a:prstGeom prst="wedgeRoundRectCallout">
            <a:avLst>
              <a:gd name="adj1" fmla="val -55482"/>
              <a:gd name="adj2" fmla="val 205277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Delete A’s record in database</a:t>
            </a:r>
          </a:p>
        </p:txBody>
      </p:sp>
    </p:spTree>
    <p:extLst>
      <p:ext uri="{BB962C8B-B14F-4D97-AF65-F5344CB8AC3E}">
        <p14:creationId xmlns:p14="http://schemas.microsoft.com/office/powerpoint/2010/main" val="1735056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9684E-20C3-6146-98A7-25FF6FEE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Distributed locks based on databases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141F54-091C-524F-9837-DB7149F0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9F143-CC70-4F4D-AA8C-E18605BE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8DF9F5-B378-BE4E-97FF-99EB8BD734B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209800"/>
          </a:xfrm>
        </p:spPr>
        <p:txBody>
          <a:bodyPr>
            <a:normAutofit fontScale="92500"/>
          </a:bodyPr>
          <a:lstStyle/>
          <a:p>
            <a:r>
              <a:rPr lang="en-US" dirty="0"/>
              <a:t>Example:</a:t>
            </a:r>
          </a:p>
          <a:p>
            <a:pPr lvl="1"/>
            <a:r>
              <a:rPr lang="en-US" altLang="zh-CN" dirty="0"/>
              <a:t>Our online store sells 2 diamonds</a:t>
            </a:r>
          </a:p>
          <a:p>
            <a:pPr lvl="1"/>
            <a:r>
              <a:rPr lang="en-US" altLang="zh-CN" dirty="0"/>
              <a:t>5</a:t>
            </a:r>
            <a:r>
              <a:rPr lang="zh-CN" altLang="en-US" dirty="0"/>
              <a:t> </a:t>
            </a:r>
            <a:r>
              <a:rPr lang="en-US" altLang="zh-CN" dirty="0"/>
              <a:t>users (A, B, C, D, E) order at the same time </a:t>
            </a:r>
          </a:p>
          <a:p>
            <a:pPr lvl="1"/>
            <a:r>
              <a:rPr lang="en-US" altLang="zh-CN" dirty="0"/>
              <a:t>A orders 1 diamond, B orders 2 diamonds, C orders 1 diamond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217F09-B8BD-2E4D-8AFA-91259F2C3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676400"/>
            <a:ext cx="1752600" cy="1155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D2D590-095A-204C-82AD-3E9772574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920581"/>
            <a:ext cx="635000" cy="635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E814F5-166F-0D4C-9F95-26A16F7489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200" y="4452166"/>
            <a:ext cx="863600" cy="863600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E0C84C6-29BF-BF48-AA28-0A8223EC6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446795"/>
              </p:ext>
            </p:extLst>
          </p:nvPr>
        </p:nvGraphicFramePr>
        <p:xfrm>
          <a:off x="5373189" y="4624886"/>
          <a:ext cx="2286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74674545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69716643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4844893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883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648968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1071E941-668A-B04D-BFAE-A344FAA9D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4625884"/>
            <a:ext cx="635000" cy="635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A2EEB5-92FA-7D4F-BA81-DA00E0F47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5410200"/>
            <a:ext cx="635000" cy="635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6095CAC-94F0-C142-9434-C1F6E2E60A32}"/>
              </a:ext>
            </a:extLst>
          </p:cNvPr>
          <p:cNvSpPr txBox="1"/>
          <p:nvPr/>
        </p:nvSpPr>
        <p:spPr>
          <a:xfrm>
            <a:off x="606117" y="408283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389979-9082-004F-8127-7D8DCC384802}"/>
              </a:ext>
            </a:extLst>
          </p:cNvPr>
          <p:cNvSpPr txBox="1"/>
          <p:nvPr/>
        </p:nvSpPr>
        <p:spPr>
          <a:xfrm>
            <a:off x="612648" y="476331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5815CB-B081-EB41-A42C-D3BF56235021}"/>
              </a:ext>
            </a:extLst>
          </p:cNvPr>
          <p:cNvSpPr txBox="1"/>
          <p:nvPr/>
        </p:nvSpPr>
        <p:spPr>
          <a:xfrm>
            <a:off x="612648" y="554303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457615-7963-024A-A3D7-34B548914245}"/>
              </a:ext>
            </a:extLst>
          </p:cNvPr>
          <p:cNvCxnSpPr/>
          <p:nvPr/>
        </p:nvCxnSpPr>
        <p:spPr>
          <a:xfrm>
            <a:off x="1828800" y="4238081"/>
            <a:ext cx="2311400" cy="5252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0ED8775-7FC5-444E-880D-C16796AA76B0}"/>
              </a:ext>
            </a:extLst>
          </p:cNvPr>
          <p:cNvCxnSpPr>
            <a:cxnSpLocks/>
          </p:cNvCxnSpPr>
          <p:nvPr/>
        </p:nvCxnSpPr>
        <p:spPr>
          <a:xfrm>
            <a:off x="1828800" y="5053148"/>
            <a:ext cx="23114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ular Callout 18">
            <a:extLst>
              <a:ext uri="{FF2B5EF4-FFF2-40B4-BE49-F238E27FC236}">
                <a16:creationId xmlns:a16="http://schemas.microsoft.com/office/drawing/2014/main" id="{53226ED1-E205-714D-BCAF-6BBB358A4079}"/>
              </a:ext>
            </a:extLst>
          </p:cNvPr>
          <p:cNvSpPr/>
          <p:nvPr/>
        </p:nvSpPr>
        <p:spPr>
          <a:xfrm>
            <a:off x="2957830" y="3749947"/>
            <a:ext cx="1309370" cy="509907"/>
          </a:xfrm>
          <a:prstGeom prst="wedgeRoundRectCallout">
            <a:avLst>
              <a:gd name="adj1" fmla="val -67158"/>
              <a:gd name="adj2" fmla="val 199549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When B request comes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746429-6A71-AC46-80BA-1E042DE35A1E}"/>
              </a:ext>
            </a:extLst>
          </p:cNvPr>
          <p:cNvSpPr txBox="1"/>
          <p:nvPr/>
        </p:nvSpPr>
        <p:spPr>
          <a:xfrm>
            <a:off x="5885906" y="5543034"/>
            <a:ext cx="127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Diamond: 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E17756E-0898-BF43-8D12-0395009DBC85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1775460" y="4331516"/>
            <a:ext cx="2364740" cy="55245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ular Callout 23">
            <a:extLst>
              <a:ext uri="{FF2B5EF4-FFF2-40B4-BE49-F238E27FC236}">
                <a16:creationId xmlns:a16="http://schemas.microsoft.com/office/drawing/2014/main" id="{BE236D2B-4E2D-1146-A68E-171BBECD7E8D}"/>
              </a:ext>
            </a:extLst>
          </p:cNvPr>
          <p:cNvSpPr/>
          <p:nvPr/>
        </p:nvSpPr>
        <p:spPr>
          <a:xfrm>
            <a:off x="5885906" y="3994998"/>
            <a:ext cx="2496094" cy="382772"/>
          </a:xfrm>
          <a:prstGeom prst="wedgeRoundRectCallout">
            <a:avLst>
              <a:gd name="adj1" fmla="val -45016"/>
              <a:gd name="adj2" fmla="val 137023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Write B’s record into database</a:t>
            </a:r>
          </a:p>
        </p:txBody>
      </p:sp>
    </p:spTree>
    <p:extLst>
      <p:ext uri="{BB962C8B-B14F-4D97-AF65-F5344CB8AC3E}">
        <p14:creationId xmlns:p14="http://schemas.microsoft.com/office/powerpoint/2010/main" val="22249040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9684E-20C3-6146-98A7-25FF6FEE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Distributed locks based on databases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141F54-091C-524F-9837-DB7149F0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9F143-CC70-4F4D-AA8C-E18605BE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8DF9F5-B378-BE4E-97FF-99EB8BD734B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209800"/>
          </a:xfrm>
        </p:spPr>
        <p:txBody>
          <a:bodyPr>
            <a:normAutofit fontScale="92500"/>
          </a:bodyPr>
          <a:lstStyle/>
          <a:p>
            <a:r>
              <a:rPr lang="en-US" dirty="0"/>
              <a:t>Example:</a:t>
            </a:r>
          </a:p>
          <a:p>
            <a:pPr lvl="1"/>
            <a:r>
              <a:rPr lang="en-US" altLang="zh-CN" dirty="0"/>
              <a:t>Our online store sells 2 diamonds</a:t>
            </a:r>
          </a:p>
          <a:p>
            <a:pPr lvl="1"/>
            <a:r>
              <a:rPr lang="en-US" altLang="zh-CN" dirty="0"/>
              <a:t>5</a:t>
            </a:r>
            <a:r>
              <a:rPr lang="zh-CN" altLang="en-US" dirty="0"/>
              <a:t> </a:t>
            </a:r>
            <a:r>
              <a:rPr lang="en-US" altLang="zh-CN" dirty="0"/>
              <a:t>users (A, B, C, D, E) order at the same time </a:t>
            </a:r>
          </a:p>
          <a:p>
            <a:pPr lvl="1"/>
            <a:r>
              <a:rPr lang="en-US" altLang="zh-CN" dirty="0"/>
              <a:t>A orders 1 diamond, B orders 2 diamonds, C orders 1 diamond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217F09-B8BD-2E4D-8AFA-91259F2C3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676400"/>
            <a:ext cx="1752600" cy="1155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D2D590-095A-204C-82AD-3E9772574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920581"/>
            <a:ext cx="635000" cy="635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E814F5-166F-0D4C-9F95-26A16F7489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200" y="4452166"/>
            <a:ext cx="863600" cy="863600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E0C84C6-29BF-BF48-AA28-0A8223EC6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066658"/>
              </p:ext>
            </p:extLst>
          </p:nvPr>
        </p:nvGraphicFramePr>
        <p:xfrm>
          <a:off x="5373189" y="4624886"/>
          <a:ext cx="2286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74674545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69716643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4844893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883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648968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1071E941-668A-B04D-BFAE-A344FAA9D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4625884"/>
            <a:ext cx="635000" cy="635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A2EEB5-92FA-7D4F-BA81-DA00E0F47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5410200"/>
            <a:ext cx="635000" cy="635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6095CAC-94F0-C142-9434-C1F6E2E60A32}"/>
              </a:ext>
            </a:extLst>
          </p:cNvPr>
          <p:cNvSpPr txBox="1"/>
          <p:nvPr/>
        </p:nvSpPr>
        <p:spPr>
          <a:xfrm>
            <a:off x="606117" y="408283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389979-9082-004F-8127-7D8DCC384802}"/>
              </a:ext>
            </a:extLst>
          </p:cNvPr>
          <p:cNvSpPr txBox="1"/>
          <p:nvPr/>
        </p:nvSpPr>
        <p:spPr>
          <a:xfrm>
            <a:off x="612648" y="476331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5815CB-B081-EB41-A42C-D3BF56235021}"/>
              </a:ext>
            </a:extLst>
          </p:cNvPr>
          <p:cNvSpPr txBox="1"/>
          <p:nvPr/>
        </p:nvSpPr>
        <p:spPr>
          <a:xfrm>
            <a:off x="612648" y="554303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457615-7963-024A-A3D7-34B548914245}"/>
              </a:ext>
            </a:extLst>
          </p:cNvPr>
          <p:cNvCxnSpPr/>
          <p:nvPr/>
        </p:nvCxnSpPr>
        <p:spPr>
          <a:xfrm>
            <a:off x="1828800" y="4238081"/>
            <a:ext cx="2311400" cy="5252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0ED8775-7FC5-444E-880D-C16796AA76B0}"/>
              </a:ext>
            </a:extLst>
          </p:cNvPr>
          <p:cNvCxnSpPr>
            <a:cxnSpLocks/>
          </p:cNvCxnSpPr>
          <p:nvPr/>
        </p:nvCxnSpPr>
        <p:spPr>
          <a:xfrm>
            <a:off x="1828800" y="5053148"/>
            <a:ext cx="23114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0746429-6A71-AC46-80BA-1E042DE35A1E}"/>
              </a:ext>
            </a:extLst>
          </p:cNvPr>
          <p:cNvSpPr txBox="1"/>
          <p:nvPr/>
        </p:nvSpPr>
        <p:spPr>
          <a:xfrm>
            <a:off x="5885906" y="5543034"/>
            <a:ext cx="127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Diamond: 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E17756E-0898-BF43-8D12-0395009DBC85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1775460" y="4331516"/>
            <a:ext cx="2364740" cy="55245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0C44692-A077-BB49-93BF-43D90AFA761A}"/>
              </a:ext>
            </a:extLst>
          </p:cNvPr>
          <p:cNvCxnSpPr>
            <a:cxnSpLocks/>
          </p:cNvCxnSpPr>
          <p:nvPr/>
        </p:nvCxnSpPr>
        <p:spPr>
          <a:xfrm flipH="1">
            <a:off x="1775460" y="5185954"/>
            <a:ext cx="2371271" cy="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ular Callout 22">
            <a:extLst>
              <a:ext uri="{FF2B5EF4-FFF2-40B4-BE49-F238E27FC236}">
                <a16:creationId xmlns:a16="http://schemas.microsoft.com/office/drawing/2014/main" id="{01E9D617-BDB5-0845-AA88-3ED5B20541C9}"/>
              </a:ext>
            </a:extLst>
          </p:cNvPr>
          <p:cNvSpPr/>
          <p:nvPr/>
        </p:nvSpPr>
        <p:spPr>
          <a:xfrm>
            <a:off x="2957830" y="3964942"/>
            <a:ext cx="913529" cy="294912"/>
          </a:xfrm>
          <a:prstGeom prst="wedgeRoundRectCallout">
            <a:avLst>
              <a:gd name="adj1" fmla="val -65227"/>
              <a:gd name="adj2" fmla="val 340581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Reply no</a:t>
            </a:r>
          </a:p>
        </p:txBody>
      </p:sp>
      <p:sp>
        <p:nvSpPr>
          <p:cNvPr id="25" name="Rounded Rectangular Callout 24">
            <a:extLst>
              <a:ext uri="{FF2B5EF4-FFF2-40B4-BE49-F238E27FC236}">
                <a16:creationId xmlns:a16="http://schemas.microsoft.com/office/drawing/2014/main" id="{11650610-DF7C-7A4D-9DCF-8573004B5C22}"/>
              </a:ext>
            </a:extLst>
          </p:cNvPr>
          <p:cNvSpPr/>
          <p:nvPr/>
        </p:nvSpPr>
        <p:spPr>
          <a:xfrm>
            <a:off x="5885906" y="3994998"/>
            <a:ext cx="2350356" cy="382772"/>
          </a:xfrm>
          <a:prstGeom prst="wedgeRoundRectCallout">
            <a:avLst>
              <a:gd name="adj1" fmla="val -55482"/>
              <a:gd name="adj2" fmla="val 205277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Delete B’s record in database</a:t>
            </a:r>
          </a:p>
        </p:txBody>
      </p:sp>
    </p:spTree>
    <p:extLst>
      <p:ext uri="{BB962C8B-B14F-4D97-AF65-F5344CB8AC3E}">
        <p14:creationId xmlns:p14="http://schemas.microsoft.com/office/powerpoint/2010/main" val="34779269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9684E-20C3-6146-98A7-25FF6FEE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Distributed locks based on databases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141F54-091C-524F-9837-DB7149F0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9F143-CC70-4F4D-AA8C-E18605BE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8DF9F5-B378-BE4E-97FF-99EB8BD734B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209800"/>
          </a:xfrm>
        </p:spPr>
        <p:txBody>
          <a:bodyPr>
            <a:normAutofit fontScale="92500"/>
          </a:bodyPr>
          <a:lstStyle/>
          <a:p>
            <a:r>
              <a:rPr lang="en-US" dirty="0"/>
              <a:t>Example:</a:t>
            </a:r>
          </a:p>
          <a:p>
            <a:pPr lvl="1"/>
            <a:r>
              <a:rPr lang="en-US" altLang="zh-CN" dirty="0"/>
              <a:t>Our online store sells 2 diamonds</a:t>
            </a:r>
          </a:p>
          <a:p>
            <a:pPr lvl="1"/>
            <a:r>
              <a:rPr lang="en-US" altLang="zh-CN" dirty="0"/>
              <a:t>5</a:t>
            </a:r>
            <a:r>
              <a:rPr lang="zh-CN" altLang="en-US" dirty="0"/>
              <a:t> </a:t>
            </a:r>
            <a:r>
              <a:rPr lang="en-US" altLang="zh-CN" dirty="0"/>
              <a:t>users (A, B, C, D, E) order at the same time </a:t>
            </a:r>
          </a:p>
          <a:p>
            <a:pPr lvl="1"/>
            <a:r>
              <a:rPr lang="en-US" altLang="zh-CN" dirty="0"/>
              <a:t>A orders 1 diamond, B orders 2 diamonds, C orders 1 diamond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217F09-B8BD-2E4D-8AFA-91259F2C3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676400"/>
            <a:ext cx="1752600" cy="1155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D2D590-095A-204C-82AD-3E9772574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920581"/>
            <a:ext cx="635000" cy="635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E814F5-166F-0D4C-9F95-26A16F7489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200" y="4452166"/>
            <a:ext cx="863600" cy="863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E941-668A-B04D-BFAE-A344FAA9D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4625884"/>
            <a:ext cx="635000" cy="635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A2EEB5-92FA-7D4F-BA81-DA00E0F47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5410200"/>
            <a:ext cx="635000" cy="635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6095CAC-94F0-C142-9434-C1F6E2E60A32}"/>
              </a:ext>
            </a:extLst>
          </p:cNvPr>
          <p:cNvSpPr txBox="1"/>
          <p:nvPr/>
        </p:nvSpPr>
        <p:spPr>
          <a:xfrm>
            <a:off x="606117" y="408283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389979-9082-004F-8127-7D8DCC384802}"/>
              </a:ext>
            </a:extLst>
          </p:cNvPr>
          <p:cNvSpPr txBox="1"/>
          <p:nvPr/>
        </p:nvSpPr>
        <p:spPr>
          <a:xfrm>
            <a:off x="612648" y="476331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5815CB-B081-EB41-A42C-D3BF56235021}"/>
              </a:ext>
            </a:extLst>
          </p:cNvPr>
          <p:cNvSpPr txBox="1"/>
          <p:nvPr/>
        </p:nvSpPr>
        <p:spPr>
          <a:xfrm>
            <a:off x="612648" y="554303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457615-7963-024A-A3D7-34B548914245}"/>
              </a:ext>
            </a:extLst>
          </p:cNvPr>
          <p:cNvCxnSpPr/>
          <p:nvPr/>
        </p:nvCxnSpPr>
        <p:spPr>
          <a:xfrm>
            <a:off x="1828800" y="4238081"/>
            <a:ext cx="2311400" cy="5252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0ED8775-7FC5-444E-880D-C16796AA76B0}"/>
              </a:ext>
            </a:extLst>
          </p:cNvPr>
          <p:cNvCxnSpPr>
            <a:cxnSpLocks/>
          </p:cNvCxnSpPr>
          <p:nvPr/>
        </p:nvCxnSpPr>
        <p:spPr>
          <a:xfrm>
            <a:off x="1828800" y="5053148"/>
            <a:ext cx="23114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0746429-6A71-AC46-80BA-1E042DE35A1E}"/>
              </a:ext>
            </a:extLst>
          </p:cNvPr>
          <p:cNvSpPr txBox="1"/>
          <p:nvPr/>
        </p:nvSpPr>
        <p:spPr>
          <a:xfrm>
            <a:off x="5885906" y="5543034"/>
            <a:ext cx="127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Diamond: 0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E17756E-0898-BF43-8D12-0395009DBC85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1775460" y="4331516"/>
            <a:ext cx="2364740" cy="55245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0C44692-A077-BB49-93BF-43D90AFA761A}"/>
              </a:ext>
            </a:extLst>
          </p:cNvPr>
          <p:cNvCxnSpPr>
            <a:cxnSpLocks/>
          </p:cNvCxnSpPr>
          <p:nvPr/>
        </p:nvCxnSpPr>
        <p:spPr>
          <a:xfrm flipH="1">
            <a:off x="1775460" y="5185954"/>
            <a:ext cx="2371271" cy="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3773137-56A7-B14C-AB25-AA5F5C90CA41}"/>
              </a:ext>
            </a:extLst>
          </p:cNvPr>
          <p:cNvCxnSpPr>
            <a:cxnSpLocks/>
          </p:cNvCxnSpPr>
          <p:nvPr/>
        </p:nvCxnSpPr>
        <p:spPr>
          <a:xfrm flipV="1">
            <a:off x="1828800" y="5315766"/>
            <a:ext cx="2362200" cy="4754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38B45536-A4CE-0844-B43D-350261E015D4}"/>
              </a:ext>
            </a:extLst>
          </p:cNvPr>
          <p:cNvSpPr/>
          <p:nvPr/>
        </p:nvSpPr>
        <p:spPr>
          <a:xfrm>
            <a:off x="2957830" y="3749947"/>
            <a:ext cx="1309370" cy="509907"/>
          </a:xfrm>
          <a:prstGeom prst="wedgeRoundRectCallout">
            <a:avLst>
              <a:gd name="adj1" fmla="val -54521"/>
              <a:gd name="adj2" fmla="val 295190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When C request comes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5F354951-AACF-DD4B-8BED-2E36F0A3F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758178"/>
              </p:ext>
            </p:extLst>
          </p:nvPr>
        </p:nvGraphicFramePr>
        <p:xfrm>
          <a:off x="5373189" y="4624886"/>
          <a:ext cx="2286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74674545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69716643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4844893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883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648968"/>
                  </a:ext>
                </a:extLst>
              </a:tr>
            </a:tbl>
          </a:graphicData>
        </a:graphic>
      </p:graphicFrame>
      <p:sp>
        <p:nvSpPr>
          <p:cNvPr id="28" name="Rounded Rectangular Callout 27">
            <a:extLst>
              <a:ext uri="{FF2B5EF4-FFF2-40B4-BE49-F238E27FC236}">
                <a16:creationId xmlns:a16="http://schemas.microsoft.com/office/drawing/2014/main" id="{ECCAA1B6-CC90-3042-B979-E04079FA9046}"/>
              </a:ext>
            </a:extLst>
          </p:cNvPr>
          <p:cNvSpPr/>
          <p:nvPr/>
        </p:nvSpPr>
        <p:spPr>
          <a:xfrm>
            <a:off x="5885906" y="3994998"/>
            <a:ext cx="2496094" cy="382772"/>
          </a:xfrm>
          <a:prstGeom prst="wedgeRoundRectCallout">
            <a:avLst>
              <a:gd name="adj1" fmla="val -45016"/>
              <a:gd name="adj2" fmla="val 137023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Write C’s record into database</a:t>
            </a:r>
          </a:p>
        </p:txBody>
      </p:sp>
    </p:spTree>
    <p:extLst>
      <p:ext uri="{BB962C8B-B14F-4D97-AF65-F5344CB8AC3E}">
        <p14:creationId xmlns:p14="http://schemas.microsoft.com/office/powerpoint/2010/main" val="33019592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9684E-20C3-6146-98A7-25FF6FEE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Distributed locks based on databases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141F54-091C-524F-9837-DB7149F0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9F143-CC70-4F4D-AA8C-E18605BE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8DF9F5-B378-BE4E-97FF-99EB8BD734B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209800"/>
          </a:xfrm>
        </p:spPr>
        <p:txBody>
          <a:bodyPr>
            <a:normAutofit fontScale="92500"/>
          </a:bodyPr>
          <a:lstStyle/>
          <a:p>
            <a:r>
              <a:rPr lang="en-US" dirty="0"/>
              <a:t>Example:</a:t>
            </a:r>
          </a:p>
          <a:p>
            <a:pPr lvl="1"/>
            <a:r>
              <a:rPr lang="en-US" altLang="zh-CN" dirty="0"/>
              <a:t>Our online store sells 2 diamonds</a:t>
            </a:r>
          </a:p>
          <a:p>
            <a:pPr lvl="1"/>
            <a:r>
              <a:rPr lang="en-US" altLang="zh-CN" dirty="0"/>
              <a:t>5</a:t>
            </a:r>
            <a:r>
              <a:rPr lang="zh-CN" altLang="en-US" dirty="0"/>
              <a:t> </a:t>
            </a:r>
            <a:r>
              <a:rPr lang="en-US" altLang="zh-CN" dirty="0"/>
              <a:t>users (A, B, C, D, E) order at the same time </a:t>
            </a:r>
          </a:p>
          <a:p>
            <a:pPr lvl="1"/>
            <a:r>
              <a:rPr lang="en-US" altLang="zh-CN" dirty="0"/>
              <a:t>A orders 1 diamond, B orders 2 diamonds, C orders 1 diamond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217F09-B8BD-2E4D-8AFA-91259F2C3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676400"/>
            <a:ext cx="1752600" cy="1155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D2D590-095A-204C-82AD-3E9772574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920581"/>
            <a:ext cx="635000" cy="635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E814F5-166F-0D4C-9F95-26A16F7489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200" y="4452166"/>
            <a:ext cx="863600" cy="863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E941-668A-B04D-BFAE-A344FAA9D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4625884"/>
            <a:ext cx="635000" cy="635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A2EEB5-92FA-7D4F-BA81-DA00E0F47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5410200"/>
            <a:ext cx="635000" cy="635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6095CAC-94F0-C142-9434-C1F6E2E60A32}"/>
              </a:ext>
            </a:extLst>
          </p:cNvPr>
          <p:cNvSpPr txBox="1"/>
          <p:nvPr/>
        </p:nvSpPr>
        <p:spPr>
          <a:xfrm>
            <a:off x="606117" y="408283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389979-9082-004F-8127-7D8DCC384802}"/>
              </a:ext>
            </a:extLst>
          </p:cNvPr>
          <p:cNvSpPr txBox="1"/>
          <p:nvPr/>
        </p:nvSpPr>
        <p:spPr>
          <a:xfrm>
            <a:off x="612648" y="476331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5815CB-B081-EB41-A42C-D3BF56235021}"/>
              </a:ext>
            </a:extLst>
          </p:cNvPr>
          <p:cNvSpPr txBox="1"/>
          <p:nvPr/>
        </p:nvSpPr>
        <p:spPr>
          <a:xfrm>
            <a:off x="612648" y="554303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457615-7963-024A-A3D7-34B548914245}"/>
              </a:ext>
            </a:extLst>
          </p:cNvPr>
          <p:cNvCxnSpPr/>
          <p:nvPr/>
        </p:nvCxnSpPr>
        <p:spPr>
          <a:xfrm>
            <a:off x="1828800" y="4238081"/>
            <a:ext cx="2311400" cy="5252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0ED8775-7FC5-444E-880D-C16796AA76B0}"/>
              </a:ext>
            </a:extLst>
          </p:cNvPr>
          <p:cNvCxnSpPr>
            <a:cxnSpLocks/>
          </p:cNvCxnSpPr>
          <p:nvPr/>
        </p:nvCxnSpPr>
        <p:spPr>
          <a:xfrm>
            <a:off x="1828800" y="5053148"/>
            <a:ext cx="23114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0746429-6A71-AC46-80BA-1E042DE35A1E}"/>
              </a:ext>
            </a:extLst>
          </p:cNvPr>
          <p:cNvSpPr txBox="1"/>
          <p:nvPr/>
        </p:nvSpPr>
        <p:spPr>
          <a:xfrm>
            <a:off x="5885906" y="5543034"/>
            <a:ext cx="127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Diamond: 0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E17756E-0898-BF43-8D12-0395009DBC85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1775460" y="4331516"/>
            <a:ext cx="2364740" cy="55245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0C44692-A077-BB49-93BF-43D90AFA761A}"/>
              </a:ext>
            </a:extLst>
          </p:cNvPr>
          <p:cNvCxnSpPr>
            <a:cxnSpLocks/>
          </p:cNvCxnSpPr>
          <p:nvPr/>
        </p:nvCxnSpPr>
        <p:spPr>
          <a:xfrm flipH="1">
            <a:off x="1775460" y="5185954"/>
            <a:ext cx="2371271" cy="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3773137-56A7-B14C-AB25-AA5F5C90CA41}"/>
              </a:ext>
            </a:extLst>
          </p:cNvPr>
          <p:cNvCxnSpPr>
            <a:cxnSpLocks/>
          </p:cNvCxnSpPr>
          <p:nvPr/>
        </p:nvCxnSpPr>
        <p:spPr>
          <a:xfrm flipV="1">
            <a:off x="1828800" y="5315766"/>
            <a:ext cx="2362200" cy="4754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C90CC62-67FE-AF4E-980C-22988D723E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833058"/>
              </p:ext>
            </p:extLst>
          </p:nvPr>
        </p:nvGraphicFramePr>
        <p:xfrm>
          <a:off x="5373189" y="4624886"/>
          <a:ext cx="2286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74674545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69716643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4844893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883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648968"/>
                  </a:ext>
                </a:extLst>
              </a:tr>
            </a:tbl>
          </a:graphicData>
        </a:graphic>
      </p:graphicFrame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BE48061-BAA1-9A44-8A72-A2F1443F56A8}"/>
              </a:ext>
            </a:extLst>
          </p:cNvPr>
          <p:cNvCxnSpPr>
            <a:cxnSpLocks/>
          </p:cNvCxnSpPr>
          <p:nvPr/>
        </p:nvCxnSpPr>
        <p:spPr>
          <a:xfrm flipH="1">
            <a:off x="1775460" y="5185954"/>
            <a:ext cx="2371271" cy="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ular Callout 28">
            <a:extLst>
              <a:ext uri="{FF2B5EF4-FFF2-40B4-BE49-F238E27FC236}">
                <a16:creationId xmlns:a16="http://schemas.microsoft.com/office/drawing/2014/main" id="{59C48C25-88C9-4B4C-B284-7FEE95FB6946}"/>
              </a:ext>
            </a:extLst>
          </p:cNvPr>
          <p:cNvSpPr/>
          <p:nvPr/>
        </p:nvSpPr>
        <p:spPr>
          <a:xfrm>
            <a:off x="2957830" y="3964942"/>
            <a:ext cx="913529" cy="294912"/>
          </a:xfrm>
          <a:prstGeom prst="wedgeRoundRectCallout">
            <a:avLst>
              <a:gd name="adj1" fmla="val -49974"/>
              <a:gd name="adj2" fmla="val 511851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Reply yes</a:t>
            </a:r>
          </a:p>
        </p:txBody>
      </p:sp>
      <p:sp>
        <p:nvSpPr>
          <p:cNvPr id="30" name="Rounded Rectangular Callout 29">
            <a:extLst>
              <a:ext uri="{FF2B5EF4-FFF2-40B4-BE49-F238E27FC236}">
                <a16:creationId xmlns:a16="http://schemas.microsoft.com/office/drawing/2014/main" id="{0D0B99CC-E3BC-2049-8857-0F25A3E13803}"/>
              </a:ext>
            </a:extLst>
          </p:cNvPr>
          <p:cNvSpPr/>
          <p:nvPr/>
        </p:nvSpPr>
        <p:spPr>
          <a:xfrm>
            <a:off x="5885906" y="3994998"/>
            <a:ext cx="2350356" cy="382772"/>
          </a:xfrm>
          <a:prstGeom prst="wedgeRoundRectCallout">
            <a:avLst>
              <a:gd name="adj1" fmla="val -55482"/>
              <a:gd name="adj2" fmla="val 205277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Delete C’s record in database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71A29E6-BDDE-2047-B25F-8374993B2EB2}"/>
              </a:ext>
            </a:extLst>
          </p:cNvPr>
          <p:cNvCxnSpPr>
            <a:cxnSpLocks/>
          </p:cNvCxnSpPr>
          <p:nvPr/>
        </p:nvCxnSpPr>
        <p:spPr>
          <a:xfrm flipH="1">
            <a:off x="1819730" y="5410200"/>
            <a:ext cx="2371270" cy="502166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5490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9684E-20C3-6146-98A7-25FF6FEE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Distributed locks based on databases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141F54-091C-524F-9837-DB7149F0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9F143-CC70-4F4D-AA8C-E18605BE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8DF9F5-B378-BE4E-97FF-99EB8BD734B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/>
              <a:t>Advantages:</a:t>
            </a:r>
          </a:p>
          <a:p>
            <a:pPr lvl="1"/>
            <a:r>
              <a:rPr lang="en-US" altLang="zh-CN" dirty="0"/>
              <a:t>Easy to implement a distributed lock, just create a lock table and create a record in the lock table for the applicant: get the lock when the record is successfully established, release the lock when the record is deleted</a:t>
            </a:r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358040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9684E-20C3-6146-98A7-25FF6FEE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Distributed locks based on databases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141F54-091C-524F-9837-DB7149F0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9F143-CC70-4F4D-AA8C-E18605BE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8DF9F5-B378-BE4E-97FF-99EB8BD734B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/>
              <a:t>Disadvantages:</a:t>
            </a:r>
          </a:p>
          <a:p>
            <a:pPr lvl="1"/>
            <a:r>
              <a:rPr lang="en-US" altLang="zh-CN" dirty="0"/>
              <a:t>Single point of failure. Once the database is unavailable, the entire system will crash. </a:t>
            </a:r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Deadlock problem. The lock based on database has no expiration time and the process that has not acquired the lock has to wait.</a:t>
            </a:r>
          </a:p>
          <a:p>
            <a:pPr lvl="2"/>
            <a:r>
              <a:rPr lang="en-US" altLang="zh-CN" dirty="0"/>
              <a:t>If the lock holder falls into loop or the unlock operation fails, the lock record will always exist in the database, and other processes cannot acquire the lock.</a:t>
            </a:r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290624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38EC1-54CB-1047-82B2-46CAE1995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2. Distributed locks based on caches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DA7759-C03D-6947-89DC-4607977E5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8D4AF-9F60-8440-BD2C-5C03C1B7C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43CE5E-9E08-5C43-9D32-A77EDA50933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3886200"/>
          </a:xfrm>
        </p:spPr>
        <p:txBody>
          <a:bodyPr>
            <a:normAutofit fontScale="92500"/>
          </a:bodyPr>
          <a:lstStyle/>
          <a:p>
            <a:r>
              <a:rPr lang="en-US" dirty="0"/>
              <a:t>Based on database </a:t>
            </a:r>
            <a:r>
              <a:rPr lang="en-US" dirty="0">
                <a:sym typeface="Wingdings" pitchFamily="2" charset="2"/>
              </a:rPr>
              <a:t> introduce lots of I/O operation on hard disk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/>
              <a:t>Cache-based means that the data is stored in the memory and does not need to be written to disk, which reduces I/O reading and writing overhead.</a:t>
            </a:r>
          </a:p>
        </p:txBody>
      </p:sp>
    </p:spTree>
    <p:extLst>
      <p:ext uri="{BB962C8B-B14F-4D97-AF65-F5344CB8AC3E}">
        <p14:creationId xmlns:p14="http://schemas.microsoft.com/office/powerpoint/2010/main" val="42412753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38EC1-54CB-1047-82B2-46CAE1995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2. Distributed locks based on caches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DA7759-C03D-6947-89DC-4607977E5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8D4AF-9F60-8440-BD2C-5C03C1B7C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43CE5E-9E08-5C43-9D32-A77EDA50933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6477000" cy="50292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How the cache-based lock works?</a:t>
            </a:r>
          </a:p>
          <a:p>
            <a:endParaRPr lang="en-US" dirty="0"/>
          </a:p>
          <a:p>
            <a:r>
              <a:rPr lang="en-US" dirty="0"/>
              <a:t>Key-value store:</a:t>
            </a:r>
          </a:p>
          <a:p>
            <a:pPr lvl="1"/>
            <a:r>
              <a:rPr lang="en-US" dirty="0"/>
              <a:t>Key: lock ID</a:t>
            </a:r>
          </a:p>
          <a:p>
            <a:pPr lvl="1"/>
            <a:r>
              <a:rPr lang="en-US" dirty="0"/>
              <a:t>Value: </a:t>
            </a:r>
            <a:r>
              <a:rPr lang="en-US" dirty="0" err="1"/>
              <a:t>currentTime</a:t>
            </a:r>
            <a:r>
              <a:rPr lang="en-US" dirty="0"/>
              <a:t> + timeout, after the process gets the lock, the lock will be released by the system when the time is out</a:t>
            </a:r>
          </a:p>
          <a:p>
            <a:pPr lvl="1"/>
            <a:r>
              <a:rPr lang="en-US" dirty="0"/>
              <a:t>Function </a:t>
            </a:r>
            <a:r>
              <a:rPr lang="en-US" dirty="0" err="1"/>
              <a:t>setnx</a:t>
            </a:r>
            <a:r>
              <a:rPr lang="en-US" dirty="0"/>
              <a:t>(key, value) works on the table</a:t>
            </a:r>
          </a:p>
          <a:p>
            <a:pPr lvl="2"/>
            <a:r>
              <a:rPr lang="en-US" dirty="0"/>
              <a:t>Return 1 means getting the lock and writing one record into the table</a:t>
            </a:r>
          </a:p>
          <a:p>
            <a:pPr lvl="2"/>
            <a:r>
              <a:rPr lang="en-US" dirty="0"/>
              <a:t>Return 0 means the lock is used by other processes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74F3C4B-F9B2-404A-A228-7422B36889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117605"/>
              </p:ext>
            </p:extLst>
          </p:nvPr>
        </p:nvGraphicFramePr>
        <p:xfrm>
          <a:off x="7391400" y="2532381"/>
          <a:ext cx="1447800" cy="240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124766901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569617491"/>
                    </a:ext>
                  </a:extLst>
                </a:gridCol>
              </a:tblGrid>
              <a:tr h="4004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4750128"/>
                  </a:ext>
                </a:extLst>
              </a:tr>
              <a:tr h="4004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249387"/>
                  </a:ext>
                </a:extLst>
              </a:tr>
              <a:tr h="4004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276201"/>
                  </a:ext>
                </a:extLst>
              </a:tr>
              <a:tr h="4004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878296"/>
                  </a:ext>
                </a:extLst>
              </a:tr>
              <a:tr h="4004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478374"/>
                  </a:ext>
                </a:extLst>
              </a:tr>
              <a:tr h="4004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8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58270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A9081-F125-9741-A415-F9DD580E8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Distributed locks based on caches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C4770C-E677-E34B-A015-BB3F346A0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DADBD-EE2F-8746-ABEC-19E38A41E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92CCF5ED-BD0B-984C-B00D-DCE33300995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209800"/>
          </a:xfrm>
        </p:spPr>
        <p:txBody>
          <a:bodyPr>
            <a:normAutofit fontScale="92500"/>
          </a:bodyPr>
          <a:lstStyle/>
          <a:p>
            <a:r>
              <a:rPr lang="en-US" dirty="0"/>
              <a:t>Example:</a:t>
            </a:r>
          </a:p>
          <a:p>
            <a:pPr lvl="1"/>
            <a:r>
              <a:rPr lang="en-US" altLang="zh-CN" dirty="0"/>
              <a:t>Our online store sells 2 diamonds</a:t>
            </a:r>
          </a:p>
          <a:p>
            <a:pPr lvl="1"/>
            <a:r>
              <a:rPr lang="en-US" altLang="zh-CN" dirty="0"/>
              <a:t>5</a:t>
            </a:r>
            <a:r>
              <a:rPr lang="zh-CN" altLang="en-US" dirty="0"/>
              <a:t> </a:t>
            </a:r>
            <a:r>
              <a:rPr lang="en-US" altLang="zh-CN" dirty="0"/>
              <a:t>users (A, B, C, D, E) order at the same time </a:t>
            </a:r>
          </a:p>
          <a:p>
            <a:pPr lvl="1"/>
            <a:r>
              <a:rPr lang="en-US" altLang="zh-CN" dirty="0"/>
              <a:t>A orders 1 diamond, B orders 2 diamonds, C orders 1 diamond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A6A76B-34E6-0042-BE36-751AC1573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676400"/>
            <a:ext cx="1752600" cy="1155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19EF1E-847E-4D46-8D97-CD9BB2F87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920581"/>
            <a:ext cx="635000" cy="635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FB8337-744C-8B40-8450-3D78FF2B1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200" y="4452166"/>
            <a:ext cx="863600" cy="863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22CC8B-4D4C-5744-AD7F-C7DC53DAF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4625884"/>
            <a:ext cx="635000" cy="635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AA2BA52-9766-6A46-BB1E-140A49D39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5410200"/>
            <a:ext cx="635000" cy="635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75D56B1-DAE1-C64E-A3B8-212C02BDFFBA}"/>
              </a:ext>
            </a:extLst>
          </p:cNvPr>
          <p:cNvSpPr txBox="1"/>
          <p:nvPr/>
        </p:nvSpPr>
        <p:spPr>
          <a:xfrm>
            <a:off x="606117" y="408283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0ECE44-4C95-5F49-B69D-5695E16C36E7}"/>
              </a:ext>
            </a:extLst>
          </p:cNvPr>
          <p:cNvSpPr txBox="1"/>
          <p:nvPr/>
        </p:nvSpPr>
        <p:spPr>
          <a:xfrm>
            <a:off x="612648" y="476331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5487DD-CFBE-B14A-BE0F-8DB7642C34D0}"/>
              </a:ext>
            </a:extLst>
          </p:cNvPr>
          <p:cNvSpPr txBox="1"/>
          <p:nvPr/>
        </p:nvSpPr>
        <p:spPr>
          <a:xfrm>
            <a:off x="612648" y="554303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0BE555E-9286-3549-A031-F4ED16BA7800}"/>
              </a:ext>
            </a:extLst>
          </p:cNvPr>
          <p:cNvCxnSpPr/>
          <p:nvPr/>
        </p:nvCxnSpPr>
        <p:spPr>
          <a:xfrm>
            <a:off x="1828800" y="4238081"/>
            <a:ext cx="2311400" cy="5252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41493AE-5237-C149-9BB0-1D862DCCFF6A}"/>
              </a:ext>
            </a:extLst>
          </p:cNvPr>
          <p:cNvCxnSpPr>
            <a:cxnSpLocks/>
          </p:cNvCxnSpPr>
          <p:nvPr/>
        </p:nvCxnSpPr>
        <p:spPr>
          <a:xfrm flipV="1">
            <a:off x="1828800" y="5018994"/>
            <a:ext cx="2311400" cy="341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ular Callout 19">
            <a:extLst>
              <a:ext uri="{FF2B5EF4-FFF2-40B4-BE49-F238E27FC236}">
                <a16:creationId xmlns:a16="http://schemas.microsoft.com/office/drawing/2014/main" id="{F98DBFD5-9B0A-F941-A6DD-A1695B699976}"/>
              </a:ext>
            </a:extLst>
          </p:cNvPr>
          <p:cNvSpPr/>
          <p:nvPr/>
        </p:nvSpPr>
        <p:spPr>
          <a:xfrm>
            <a:off x="3736703" y="3658869"/>
            <a:ext cx="2092597" cy="714375"/>
          </a:xfrm>
          <a:prstGeom prst="wedgeRoundRectCallout">
            <a:avLst>
              <a:gd name="adj1" fmla="val -42397"/>
              <a:gd name="adj2" fmla="val 86881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Suppose A, B and C order the same time, and A request arrives first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66C106-5A76-1548-AB09-3E5894236C30}"/>
              </a:ext>
            </a:extLst>
          </p:cNvPr>
          <p:cNvSpPr txBox="1"/>
          <p:nvPr/>
        </p:nvSpPr>
        <p:spPr>
          <a:xfrm>
            <a:off x="6262450" y="5860534"/>
            <a:ext cx="127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Diamond: 2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74251D8-D3C6-614D-A966-EF0A2DF06DEF}"/>
              </a:ext>
            </a:extLst>
          </p:cNvPr>
          <p:cNvCxnSpPr>
            <a:cxnSpLocks/>
          </p:cNvCxnSpPr>
          <p:nvPr/>
        </p:nvCxnSpPr>
        <p:spPr>
          <a:xfrm flipV="1">
            <a:off x="1828800" y="5315766"/>
            <a:ext cx="2311400" cy="4735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72214D84-AF30-C843-B566-A2B263984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995226"/>
              </p:ext>
            </p:extLst>
          </p:nvPr>
        </p:nvGraphicFramePr>
        <p:xfrm>
          <a:off x="6175103" y="3730284"/>
          <a:ext cx="1447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124766901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569617491"/>
                    </a:ext>
                  </a:extLst>
                </a:gridCol>
              </a:tblGrid>
              <a:tr h="2584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4750128"/>
                  </a:ext>
                </a:extLst>
              </a:tr>
              <a:tr h="2584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</a:t>
                      </a:r>
                      <a:r>
                        <a:rPr lang="en-US" sz="1400" baseline="-25000" dirty="0"/>
                        <a:t>1</a:t>
                      </a:r>
                      <a:r>
                        <a:rPr lang="en-US" sz="1400" dirty="0"/>
                        <a:t>+T</a:t>
                      </a:r>
                      <a:r>
                        <a:rPr lang="en-US" sz="1400" baseline="-25000" dirty="0"/>
                        <a:t>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249387"/>
                  </a:ext>
                </a:extLst>
              </a:tr>
              <a:tr h="258409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276201"/>
                  </a:ext>
                </a:extLst>
              </a:tr>
              <a:tr h="258409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878296"/>
                  </a:ext>
                </a:extLst>
              </a:tr>
              <a:tr h="258409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478374"/>
                  </a:ext>
                </a:extLst>
              </a:tr>
              <a:tr h="2584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8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97154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A9081-F125-9741-A415-F9DD580E8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Distributed locks based on caches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C4770C-E677-E34B-A015-BB3F346A0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DADBD-EE2F-8746-ABEC-19E38A41E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92CCF5ED-BD0B-984C-B00D-DCE33300995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209800"/>
          </a:xfrm>
        </p:spPr>
        <p:txBody>
          <a:bodyPr>
            <a:normAutofit fontScale="92500"/>
          </a:bodyPr>
          <a:lstStyle/>
          <a:p>
            <a:r>
              <a:rPr lang="en-US" dirty="0"/>
              <a:t>Example:</a:t>
            </a:r>
          </a:p>
          <a:p>
            <a:pPr lvl="1"/>
            <a:r>
              <a:rPr lang="en-US" altLang="zh-CN" dirty="0"/>
              <a:t>Our online store sells 2 diamonds</a:t>
            </a:r>
          </a:p>
          <a:p>
            <a:pPr lvl="1"/>
            <a:r>
              <a:rPr lang="en-US" altLang="zh-CN" dirty="0"/>
              <a:t>5</a:t>
            </a:r>
            <a:r>
              <a:rPr lang="zh-CN" altLang="en-US" dirty="0"/>
              <a:t> </a:t>
            </a:r>
            <a:r>
              <a:rPr lang="en-US" altLang="zh-CN" dirty="0"/>
              <a:t>users (A, B, C, D, E) order at the same time </a:t>
            </a:r>
          </a:p>
          <a:p>
            <a:pPr lvl="1"/>
            <a:r>
              <a:rPr lang="en-US" altLang="zh-CN" dirty="0"/>
              <a:t>A orders 1 diamond, B orders 2 diamonds, C orders 1 diamond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A6A76B-34E6-0042-BE36-751AC1573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676400"/>
            <a:ext cx="1752600" cy="1155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19EF1E-847E-4D46-8D97-CD9BB2F87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920581"/>
            <a:ext cx="635000" cy="635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FB8337-744C-8B40-8450-3D78FF2B1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200" y="4452166"/>
            <a:ext cx="863600" cy="863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22CC8B-4D4C-5744-AD7F-C7DC53DAF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4625884"/>
            <a:ext cx="635000" cy="635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AA2BA52-9766-6A46-BB1E-140A49D39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5410200"/>
            <a:ext cx="635000" cy="635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75D56B1-DAE1-C64E-A3B8-212C02BDFFBA}"/>
              </a:ext>
            </a:extLst>
          </p:cNvPr>
          <p:cNvSpPr txBox="1"/>
          <p:nvPr/>
        </p:nvSpPr>
        <p:spPr>
          <a:xfrm>
            <a:off x="606117" y="408283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0ECE44-4C95-5F49-B69D-5695E16C36E7}"/>
              </a:ext>
            </a:extLst>
          </p:cNvPr>
          <p:cNvSpPr txBox="1"/>
          <p:nvPr/>
        </p:nvSpPr>
        <p:spPr>
          <a:xfrm>
            <a:off x="612648" y="476331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5487DD-CFBE-B14A-BE0F-8DB7642C34D0}"/>
              </a:ext>
            </a:extLst>
          </p:cNvPr>
          <p:cNvSpPr txBox="1"/>
          <p:nvPr/>
        </p:nvSpPr>
        <p:spPr>
          <a:xfrm>
            <a:off x="612648" y="554303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0BE555E-9286-3549-A031-F4ED16BA7800}"/>
              </a:ext>
            </a:extLst>
          </p:cNvPr>
          <p:cNvCxnSpPr/>
          <p:nvPr/>
        </p:nvCxnSpPr>
        <p:spPr>
          <a:xfrm>
            <a:off x="1828800" y="4238081"/>
            <a:ext cx="2311400" cy="5252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41493AE-5237-C149-9BB0-1D862DCCFF6A}"/>
              </a:ext>
            </a:extLst>
          </p:cNvPr>
          <p:cNvCxnSpPr>
            <a:cxnSpLocks/>
          </p:cNvCxnSpPr>
          <p:nvPr/>
        </p:nvCxnSpPr>
        <p:spPr>
          <a:xfrm flipV="1">
            <a:off x="1828800" y="5018994"/>
            <a:ext cx="2311400" cy="341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ular Callout 19">
            <a:extLst>
              <a:ext uri="{FF2B5EF4-FFF2-40B4-BE49-F238E27FC236}">
                <a16:creationId xmlns:a16="http://schemas.microsoft.com/office/drawing/2014/main" id="{F98DBFD5-9B0A-F941-A6DD-A1695B699976}"/>
              </a:ext>
            </a:extLst>
          </p:cNvPr>
          <p:cNvSpPr/>
          <p:nvPr/>
        </p:nvSpPr>
        <p:spPr>
          <a:xfrm>
            <a:off x="3012802" y="3852090"/>
            <a:ext cx="1447801" cy="455387"/>
          </a:xfrm>
          <a:prstGeom prst="wedgeRoundRectCallout">
            <a:avLst>
              <a:gd name="adj1" fmla="val -48412"/>
              <a:gd name="adj2" fmla="val 119391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 gets the lock and return 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66C106-5A76-1548-AB09-3E5894236C30}"/>
              </a:ext>
            </a:extLst>
          </p:cNvPr>
          <p:cNvSpPr txBox="1"/>
          <p:nvPr/>
        </p:nvSpPr>
        <p:spPr>
          <a:xfrm>
            <a:off x="6262450" y="5860534"/>
            <a:ext cx="127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Diamond: 2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74251D8-D3C6-614D-A966-EF0A2DF06DEF}"/>
              </a:ext>
            </a:extLst>
          </p:cNvPr>
          <p:cNvCxnSpPr>
            <a:cxnSpLocks/>
          </p:cNvCxnSpPr>
          <p:nvPr/>
        </p:nvCxnSpPr>
        <p:spPr>
          <a:xfrm flipV="1">
            <a:off x="1828800" y="5315766"/>
            <a:ext cx="2311400" cy="4735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72214D84-AF30-C843-B566-A2B263984362}"/>
              </a:ext>
            </a:extLst>
          </p:cNvPr>
          <p:cNvGraphicFramePr>
            <a:graphicFrameLocks noGrp="1"/>
          </p:cNvGraphicFramePr>
          <p:nvPr/>
        </p:nvGraphicFramePr>
        <p:xfrm>
          <a:off x="6175103" y="3730284"/>
          <a:ext cx="1447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124766901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569617491"/>
                    </a:ext>
                  </a:extLst>
                </a:gridCol>
              </a:tblGrid>
              <a:tr h="2584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4750128"/>
                  </a:ext>
                </a:extLst>
              </a:tr>
              <a:tr h="2584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</a:t>
                      </a:r>
                      <a:r>
                        <a:rPr lang="en-US" sz="1400" baseline="-25000" dirty="0"/>
                        <a:t>1</a:t>
                      </a:r>
                      <a:r>
                        <a:rPr lang="en-US" sz="1400" dirty="0"/>
                        <a:t>+T</a:t>
                      </a:r>
                      <a:r>
                        <a:rPr lang="en-US" sz="1400" baseline="-25000" dirty="0"/>
                        <a:t>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249387"/>
                  </a:ext>
                </a:extLst>
              </a:tr>
              <a:tr h="258409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276201"/>
                  </a:ext>
                </a:extLst>
              </a:tr>
              <a:tr h="258409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878296"/>
                  </a:ext>
                </a:extLst>
              </a:tr>
              <a:tr h="258409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478374"/>
                  </a:ext>
                </a:extLst>
              </a:tr>
              <a:tr h="2584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8779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8D2A6D2-12E6-604D-B755-C7A07CF3185E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1776550" y="4376874"/>
            <a:ext cx="2363650" cy="507092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6266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A9081-F125-9741-A415-F9DD580E8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Distributed locks based on caches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C4770C-E677-E34B-A015-BB3F346A0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DADBD-EE2F-8746-ABEC-19E38A41E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92CCF5ED-BD0B-984C-B00D-DCE33300995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209800"/>
          </a:xfrm>
        </p:spPr>
        <p:txBody>
          <a:bodyPr>
            <a:normAutofit fontScale="92500"/>
          </a:bodyPr>
          <a:lstStyle/>
          <a:p>
            <a:r>
              <a:rPr lang="en-US" dirty="0"/>
              <a:t>Example:</a:t>
            </a:r>
          </a:p>
          <a:p>
            <a:pPr lvl="1"/>
            <a:r>
              <a:rPr lang="en-US" altLang="zh-CN" dirty="0"/>
              <a:t>Our online store sells 2 diamonds</a:t>
            </a:r>
          </a:p>
          <a:p>
            <a:pPr lvl="1"/>
            <a:r>
              <a:rPr lang="en-US" altLang="zh-CN" dirty="0"/>
              <a:t>5</a:t>
            </a:r>
            <a:r>
              <a:rPr lang="zh-CN" altLang="en-US" dirty="0"/>
              <a:t> </a:t>
            </a:r>
            <a:r>
              <a:rPr lang="en-US" altLang="zh-CN" dirty="0"/>
              <a:t>users (A, B, C, D, E) order at the same time </a:t>
            </a:r>
          </a:p>
          <a:p>
            <a:pPr lvl="1"/>
            <a:r>
              <a:rPr lang="en-US" altLang="zh-CN" dirty="0"/>
              <a:t>A orders 1 diamond, B orders 2 diamonds, C orders 1 diamond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A6A76B-34E6-0042-BE36-751AC1573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676400"/>
            <a:ext cx="1752600" cy="1155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19EF1E-847E-4D46-8D97-CD9BB2F87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920581"/>
            <a:ext cx="635000" cy="635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FB8337-744C-8B40-8450-3D78FF2B1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200" y="4452166"/>
            <a:ext cx="863600" cy="863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22CC8B-4D4C-5744-AD7F-C7DC53DAF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4625884"/>
            <a:ext cx="635000" cy="635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AA2BA52-9766-6A46-BB1E-140A49D39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5410200"/>
            <a:ext cx="635000" cy="635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75D56B1-DAE1-C64E-A3B8-212C02BDFFBA}"/>
              </a:ext>
            </a:extLst>
          </p:cNvPr>
          <p:cNvSpPr txBox="1"/>
          <p:nvPr/>
        </p:nvSpPr>
        <p:spPr>
          <a:xfrm>
            <a:off x="606117" y="408283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0ECE44-4C95-5F49-B69D-5695E16C36E7}"/>
              </a:ext>
            </a:extLst>
          </p:cNvPr>
          <p:cNvSpPr txBox="1"/>
          <p:nvPr/>
        </p:nvSpPr>
        <p:spPr>
          <a:xfrm>
            <a:off x="612648" y="476331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5487DD-CFBE-B14A-BE0F-8DB7642C34D0}"/>
              </a:ext>
            </a:extLst>
          </p:cNvPr>
          <p:cNvSpPr txBox="1"/>
          <p:nvPr/>
        </p:nvSpPr>
        <p:spPr>
          <a:xfrm>
            <a:off x="612648" y="554303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0BE555E-9286-3549-A031-F4ED16BA7800}"/>
              </a:ext>
            </a:extLst>
          </p:cNvPr>
          <p:cNvCxnSpPr/>
          <p:nvPr/>
        </p:nvCxnSpPr>
        <p:spPr>
          <a:xfrm>
            <a:off x="1828800" y="4238081"/>
            <a:ext cx="2311400" cy="5252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41493AE-5237-C149-9BB0-1D862DCCFF6A}"/>
              </a:ext>
            </a:extLst>
          </p:cNvPr>
          <p:cNvCxnSpPr>
            <a:cxnSpLocks/>
          </p:cNvCxnSpPr>
          <p:nvPr/>
        </p:nvCxnSpPr>
        <p:spPr>
          <a:xfrm flipV="1">
            <a:off x="1828800" y="5018994"/>
            <a:ext cx="2311400" cy="341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E66C106-5A76-1548-AB09-3E5894236C30}"/>
              </a:ext>
            </a:extLst>
          </p:cNvPr>
          <p:cNvSpPr txBox="1"/>
          <p:nvPr/>
        </p:nvSpPr>
        <p:spPr>
          <a:xfrm>
            <a:off x="6262450" y="5860534"/>
            <a:ext cx="127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Diamond: 1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74251D8-D3C6-614D-A966-EF0A2DF06DEF}"/>
              </a:ext>
            </a:extLst>
          </p:cNvPr>
          <p:cNvCxnSpPr>
            <a:cxnSpLocks/>
          </p:cNvCxnSpPr>
          <p:nvPr/>
        </p:nvCxnSpPr>
        <p:spPr>
          <a:xfrm flipV="1">
            <a:off x="1828800" y="5315766"/>
            <a:ext cx="2311400" cy="4735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72214D84-AF30-C843-B566-A2B263984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476519"/>
              </p:ext>
            </p:extLst>
          </p:nvPr>
        </p:nvGraphicFramePr>
        <p:xfrm>
          <a:off x="6175103" y="3730284"/>
          <a:ext cx="1447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124766901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569617491"/>
                    </a:ext>
                  </a:extLst>
                </a:gridCol>
              </a:tblGrid>
              <a:tr h="2584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4750128"/>
                  </a:ext>
                </a:extLst>
              </a:tr>
              <a:tr h="258409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249387"/>
                  </a:ext>
                </a:extLst>
              </a:tr>
              <a:tr h="258409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276201"/>
                  </a:ext>
                </a:extLst>
              </a:tr>
              <a:tr h="258409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878296"/>
                  </a:ext>
                </a:extLst>
              </a:tr>
              <a:tr h="258409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478374"/>
                  </a:ext>
                </a:extLst>
              </a:tr>
              <a:tr h="2584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8779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8D2A6D2-12E6-604D-B755-C7A07CF3185E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1776550" y="4376874"/>
            <a:ext cx="2363650" cy="507092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ular Callout 19">
            <a:extLst>
              <a:ext uri="{FF2B5EF4-FFF2-40B4-BE49-F238E27FC236}">
                <a16:creationId xmlns:a16="http://schemas.microsoft.com/office/drawing/2014/main" id="{F98DBFD5-9B0A-F941-A6DD-A1695B699976}"/>
              </a:ext>
            </a:extLst>
          </p:cNvPr>
          <p:cNvSpPr/>
          <p:nvPr/>
        </p:nvSpPr>
        <p:spPr>
          <a:xfrm>
            <a:off x="4326709" y="3513781"/>
            <a:ext cx="1540691" cy="635000"/>
          </a:xfrm>
          <a:prstGeom prst="wedgeRoundRectCallout">
            <a:avLst>
              <a:gd name="adj1" fmla="val 77955"/>
              <a:gd name="adj2" fmla="val 47766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When A releases the lock, record will be deleted</a:t>
            </a:r>
          </a:p>
        </p:txBody>
      </p:sp>
    </p:spTree>
    <p:extLst>
      <p:ext uri="{BB962C8B-B14F-4D97-AF65-F5344CB8AC3E}">
        <p14:creationId xmlns:p14="http://schemas.microsoft.com/office/powerpoint/2010/main" val="27225172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A9081-F125-9741-A415-F9DD580E8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Distributed locks based on caches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C4770C-E677-E34B-A015-BB3F346A0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DADBD-EE2F-8746-ABEC-19E38A41E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92CCF5ED-BD0B-984C-B00D-DCE33300995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209800"/>
          </a:xfrm>
        </p:spPr>
        <p:txBody>
          <a:bodyPr>
            <a:normAutofit fontScale="92500"/>
          </a:bodyPr>
          <a:lstStyle/>
          <a:p>
            <a:r>
              <a:rPr lang="en-US" dirty="0"/>
              <a:t>Example:</a:t>
            </a:r>
          </a:p>
          <a:p>
            <a:pPr lvl="1"/>
            <a:r>
              <a:rPr lang="en-US" altLang="zh-CN" dirty="0"/>
              <a:t>Our online store sells 2 diamonds</a:t>
            </a:r>
          </a:p>
          <a:p>
            <a:pPr lvl="1"/>
            <a:r>
              <a:rPr lang="en-US" altLang="zh-CN" dirty="0"/>
              <a:t>5</a:t>
            </a:r>
            <a:r>
              <a:rPr lang="zh-CN" altLang="en-US" dirty="0"/>
              <a:t> </a:t>
            </a:r>
            <a:r>
              <a:rPr lang="en-US" altLang="zh-CN" dirty="0"/>
              <a:t>users (A, B, C, D, E) order at the same time </a:t>
            </a:r>
          </a:p>
          <a:p>
            <a:pPr lvl="1"/>
            <a:r>
              <a:rPr lang="en-US" altLang="zh-CN" dirty="0"/>
              <a:t>A orders 1 diamond, B orders 2 diamonds, C orders 1 diamond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A6A76B-34E6-0042-BE36-751AC1573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676400"/>
            <a:ext cx="1752600" cy="1155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19EF1E-847E-4D46-8D97-CD9BB2F87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920581"/>
            <a:ext cx="635000" cy="635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FB8337-744C-8B40-8450-3D78FF2B1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200" y="4452166"/>
            <a:ext cx="863600" cy="863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22CC8B-4D4C-5744-AD7F-C7DC53DAF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4625884"/>
            <a:ext cx="635000" cy="635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AA2BA52-9766-6A46-BB1E-140A49D39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5410200"/>
            <a:ext cx="635000" cy="635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75D56B1-DAE1-C64E-A3B8-212C02BDFFBA}"/>
              </a:ext>
            </a:extLst>
          </p:cNvPr>
          <p:cNvSpPr txBox="1"/>
          <p:nvPr/>
        </p:nvSpPr>
        <p:spPr>
          <a:xfrm>
            <a:off x="606117" y="408283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0ECE44-4C95-5F49-B69D-5695E16C36E7}"/>
              </a:ext>
            </a:extLst>
          </p:cNvPr>
          <p:cNvSpPr txBox="1"/>
          <p:nvPr/>
        </p:nvSpPr>
        <p:spPr>
          <a:xfrm>
            <a:off x="612648" y="476331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5487DD-CFBE-B14A-BE0F-8DB7642C34D0}"/>
              </a:ext>
            </a:extLst>
          </p:cNvPr>
          <p:cNvSpPr txBox="1"/>
          <p:nvPr/>
        </p:nvSpPr>
        <p:spPr>
          <a:xfrm>
            <a:off x="612648" y="554303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0BE555E-9286-3549-A031-F4ED16BA7800}"/>
              </a:ext>
            </a:extLst>
          </p:cNvPr>
          <p:cNvCxnSpPr/>
          <p:nvPr/>
        </p:nvCxnSpPr>
        <p:spPr>
          <a:xfrm>
            <a:off x="1828800" y="4238081"/>
            <a:ext cx="2311400" cy="5252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41493AE-5237-C149-9BB0-1D862DCCFF6A}"/>
              </a:ext>
            </a:extLst>
          </p:cNvPr>
          <p:cNvCxnSpPr>
            <a:cxnSpLocks/>
          </p:cNvCxnSpPr>
          <p:nvPr/>
        </p:nvCxnSpPr>
        <p:spPr>
          <a:xfrm flipV="1">
            <a:off x="1828800" y="5018994"/>
            <a:ext cx="2311400" cy="341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E66C106-5A76-1548-AB09-3E5894236C30}"/>
              </a:ext>
            </a:extLst>
          </p:cNvPr>
          <p:cNvSpPr txBox="1"/>
          <p:nvPr/>
        </p:nvSpPr>
        <p:spPr>
          <a:xfrm>
            <a:off x="6262450" y="5860534"/>
            <a:ext cx="127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Diamond: 1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74251D8-D3C6-614D-A966-EF0A2DF06DEF}"/>
              </a:ext>
            </a:extLst>
          </p:cNvPr>
          <p:cNvCxnSpPr>
            <a:cxnSpLocks/>
          </p:cNvCxnSpPr>
          <p:nvPr/>
        </p:nvCxnSpPr>
        <p:spPr>
          <a:xfrm flipV="1">
            <a:off x="1828800" y="5315766"/>
            <a:ext cx="2311400" cy="4735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72214D84-AF30-C843-B566-A2B263984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676956"/>
              </p:ext>
            </p:extLst>
          </p:nvPr>
        </p:nvGraphicFramePr>
        <p:xfrm>
          <a:off x="6175103" y="3730284"/>
          <a:ext cx="1447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124766901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569617491"/>
                    </a:ext>
                  </a:extLst>
                </a:gridCol>
              </a:tblGrid>
              <a:tr h="2584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4750128"/>
                  </a:ext>
                </a:extLst>
              </a:tr>
              <a:tr h="2584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</a:t>
                      </a:r>
                      <a:r>
                        <a:rPr lang="en-US" sz="1400" baseline="-25000" dirty="0"/>
                        <a:t>2</a:t>
                      </a:r>
                      <a:r>
                        <a:rPr lang="en-US" sz="1400" dirty="0"/>
                        <a:t>+T</a:t>
                      </a:r>
                      <a:r>
                        <a:rPr lang="en-US" sz="1400" baseline="-25000" dirty="0"/>
                        <a:t>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249387"/>
                  </a:ext>
                </a:extLst>
              </a:tr>
              <a:tr h="258409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276201"/>
                  </a:ext>
                </a:extLst>
              </a:tr>
              <a:tr h="258409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878296"/>
                  </a:ext>
                </a:extLst>
              </a:tr>
              <a:tr h="258409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478374"/>
                  </a:ext>
                </a:extLst>
              </a:tr>
              <a:tr h="2584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8779"/>
                  </a:ext>
                </a:extLst>
              </a:tr>
            </a:tbl>
          </a:graphicData>
        </a:graphic>
      </p:graphicFrame>
      <p:sp>
        <p:nvSpPr>
          <p:cNvPr id="20" name="Rounded Rectangular Callout 19">
            <a:extLst>
              <a:ext uri="{FF2B5EF4-FFF2-40B4-BE49-F238E27FC236}">
                <a16:creationId xmlns:a16="http://schemas.microsoft.com/office/drawing/2014/main" id="{F98DBFD5-9B0A-F941-A6DD-A1695B699976}"/>
              </a:ext>
            </a:extLst>
          </p:cNvPr>
          <p:cNvSpPr/>
          <p:nvPr/>
        </p:nvSpPr>
        <p:spPr>
          <a:xfrm>
            <a:off x="4109901" y="3496854"/>
            <a:ext cx="1787797" cy="700315"/>
          </a:xfrm>
          <a:prstGeom prst="wedgeRoundRectCallout">
            <a:avLst>
              <a:gd name="adj1" fmla="val 77955"/>
              <a:gd name="adj2" fmla="val 47766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 gets the lock but B crashes when holding the lock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CD76F9-3F6D-C744-B2F1-67C40CAB35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4983" y="4628061"/>
            <a:ext cx="373923" cy="373923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407EF71-4584-6A47-B58A-B44C0707D008}"/>
              </a:ext>
            </a:extLst>
          </p:cNvPr>
          <p:cNvCxnSpPr>
            <a:cxnSpLocks/>
          </p:cNvCxnSpPr>
          <p:nvPr/>
        </p:nvCxnSpPr>
        <p:spPr>
          <a:xfrm flipH="1" flipV="1">
            <a:off x="1776550" y="4376874"/>
            <a:ext cx="2363650" cy="507092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28483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A9081-F125-9741-A415-F9DD580E8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Distributed locks based on caches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C4770C-E677-E34B-A015-BB3F346A0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DADBD-EE2F-8746-ABEC-19E38A41E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92CCF5ED-BD0B-984C-B00D-DCE33300995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209800"/>
          </a:xfrm>
        </p:spPr>
        <p:txBody>
          <a:bodyPr>
            <a:normAutofit fontScale="92500"/>
          </a:bodyPr>
          <a:lstStyle/>
          <a:p>
            <a:r>
              <a:rPr lang="en-US" dirty="0"/>
              <a:t>Example:</a:t>
            </a:r>
          </a:p>
          <a:p>
            <a:pPr lvl="1"/>
            <a:r>
              <a:rPr lang="en-US" altLang="zh-CN" dirty="0"/>
              <a:t>Our online store sells 2 diamonds</a:t>
            </a:r>
          </a:p>
          <a:p>
            <a:pPr lvl="1"/>
            <a:r>
              <a:rPr lang="en-US" altLang="zh-CN" dirty="0"/>
              <a:t>5</a:t>
            </a:r>
            <a:r>
              <a:rPr lang="zh-CN" altLang="en-US" dirty="0"/>
              <a:t> </a:t>
            </a:r>
            <a:r>
              <a:rPr lang="en-US" altLang="zh-CN" dirty="0"/>
              <a:t>users (A, B, C, D, E) order at the same time </a:t>
            </a:r>
          </a:p>
          <a:p>
            <a:pPr lvl="1"/>
            <a:r>
              <a:rPr lang="en-US" altLang="zh-CN" dirty="0"/>
              <a:t>A orders 1 diamond, B orders 2 diamonds, C orders 1 diamond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A6A76B-34E6-0042-BE36-751AC1573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676400"/>
            <a:ext cx="1752600" cy="1155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19EF1E-847E-4D46-8D97-CD9BB2F87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920581"/>
            <a:ext cx="635000" cy="635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FB8337-744C-8B40-8450-3D78FF2B1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200" y="4452166"/>
            <a:ext cx="863600" cy="863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22CC8B-4D4C-5744-AD7F-C7DC53DAF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4625884"/>
            <a:ext cx="635000" cy="635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AA2BA52-9766-6A46-BB1E-140A49D39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5410200"/>
            <a:ext cx="635000" cy="635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75D56B1-DAE1-C64E-A3B8-212C02BDFFBA}"/>
              </a:ext>
            </a:extLst>
          </p:cNvPr>
          <p:cNvSpPr txBox="1"/>
          <p:nvPr/>
        </p:nvSpPr>
        <p:spPr>
          <a:xfrm>
            <a:off x="606117" y="408283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0ECE44-4C95-5F49-B69D-5695E16C36E7}"/>
              </a:ext>
            </a:extLst>
          </p:cNvPr>
          <p:cNvSpPr txBox="1"/>
          <p:nvPr/>
        </p:nvSpPr>
        <p:spPr>
          <a:xfrm>
            <a:off x="612648" y="476331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5487DD-CFBE-B14A-BE0F-8DB7642C34D0}"/>
              </a:ext>
            </a:extLst>
          </p:cNvPr>
          <p:cNvSpPr txBox="1"/>
          <p:nvPr/>
        </p:nvSpPr>
        <p:spPr>
          <a:xfrm>
            <a:off x="612648" y="554303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0BE555E-9286-3549-A031-F4ED16BA7800}"/>
              </a:ext>
            </a:extLst>
          </p:cNvPr>
          <p:cNvCxnSpPr/>
          <p:nvPr/>
        </p:nvCxnSpPr>
        <p:spPr>
          <a:xfrm>
            <a:off x="1828800" y="4238081"/>
            <a:ext cx="2311400" cy="5252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41493AE-5237-C149-9BB0-1D862DCCFF6A}"/>
              </a:ext>
            </a:extLst>
          </p:cNvPr>
          <p:cNvCxnSpPr>
            <a:cxnSpLocks/>
          </p:cNvCxnSpPr>
          <p:nvPr/>
        </p:nvCxnSpPr>
        <p:spPr>
          <a:xfrm flipV="1">
            <a:off x="1828800" y="5018994"/>
            <a:ext cx="2311400" cy="341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E66C106-5A76-1548-AB09-3E5894236C30}"/>
              </a:ext>
            </a:extLst>
          </p:cNvPr>
          <p:cNvSpPr txBox="1"/>
          <p:nvPr/>
        </p:nvSpPr>
        <p:spPr>
          <a:xfrm>
            <a:off x="6262450" y="5860534"/>
            <a:ext cx="127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Diamond: 1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74251D8-D3C6-614D-A966-EF0A2DF06DEF}"/>
              </a:ext>
            </a:extLst>
          </p:cNvPr>
          <p:cNvCxnSpPr>
            <a:cxnSpLocks/>
          </p:cNvCxnSpPr>
          <p:nvPr/>
        </p:nvCxnSpPr>
        <p:spPr>
          <a:xfrm flipV="1">
            <a:off x="1828800" y="5315766"/>
            <a:ext cx="2311400" cy="4735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72214D84-AF30-C843-B566-A2B263984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621979"/>
              </p:ext>
            </p:extLst>
          </p:nvPr>
        </p:nvGraphicFramePr>
        <p:xfrm>
          <a:off x="6175103" y="3730284"/>
          <a:ext cx="1447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124766901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569617491"/>
                    </a:ext>
                  </a:extLst>
                </a:gridCol>
              </a:tblGrid>
              <a:tr h="2584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4750128"/>
                  </a:ext>
                </a:extLst>
              </a:tr>
              <a:tr h="258409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249387"/>
                  </a:ext>
                </a:extLst>
              </a:tr>
              <a:tr h="258409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276201"/>
                  </a:ext>
                </a:extLst>
              </a:tr>
              <a:tr h="258409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878296"/>
                  </a:ext>
                </a:extLst>
              </a:tr>
              <a:tr h="258409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478374"/>
                  </a:ext>
                </a:extLst>
              </a:tr>
              <a:tr h="2584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8779"/>
                  </a:ext>
                </a:extLst>
              </a:tr>
            </a:tbl>
          </a:graphicData>
        </a:graphic>
      </p:graphicFrame>
      <p:sp>
        <p:nvSpPr>
          <p:cNvPr id="20" name="Rounded Rectangular Callout 19">
            <a:extLst>
              <a:ext uri="{FF2B5EF4-FFF2-40B4-BE49-F238E27FC236}">
                <a16:creationId xmlns:a16="http://schemas.microsoft.com/office/drawing/2014/main" id="{F98DBFD5-9B0A-F941-A6DD-A1695B699976}"/>
              </a:ext>
            </a:extLst>
          </p:cNvPr>
          <p:cNvSpPr/>
          <p:nvPr/>
        </p:nvSpPr>
        <p:spPr>
          <a:xfrm>
            <a:off x="3657600" y="3496854"/>
            <a:ext cx="2240099" cy="700315"/>
          </a:xfrm>
          <a:prstGeom prst="wedgeRoundRectCallout">
            <a:avLst>
              <a:gd name="adj1" fmla="val 69014"/>
              <a:gd name="adj2" fmla="val 45279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When time is out (T</a:t>
            </a:r>
            <a:r>
              <a:rPr lang="en-US" sz="1400" baseline="-25000" dirty="0"/>
              <a:t>2</a:t>
            </a:r>
            <a:r>
              <a:rPr lang="en-US" sz="1400" dirty="0"/>
              <a:t>+T</a:t>
            </a:r>
            <a:r>
              <a:rPr lang="en-US" sz="1400" baseline="-25000" dirty="0"/>
              <a:t>out</a:t>
            </a:r>
            <a:r>
              <a:rPr lang="en-US" sz="1400" dirty="0"/>
              <a:t>), the record will be deleted from KV store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CD76F9-3F6D-C744-B2F1-67C40CAB35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4983" y="4628061"/>
            <a:ext cx="373923" cy="373923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F66AB8F-0B2C-DD4B-8FFE-7924FCCB13B8}"/>
              </a:ext>
            </a:extLst>
          </p:cNvPr>
          <p:cNvCxnSpPr>
            <a:cxnSpLocks/>
          </p:cNvCxnSpPr>
          <p:nvPr/>
        </p:nvCxnSpPr>
        <p:spPr>
          <a:xfrm flipH="1" flipV="1">
            <a:off x="1776550" y="4376874"/>
            <a:ext cx="2363650" cy="507092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79229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A9081-F125-9741-A415-F9DD580E8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Distributed locks based on caches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C4770C-E677-E34B-A015-BB3F346A0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DADBD-EE2F-8746-ABEC-19E38A41E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92CCF5ED-BD0B-984C-B00D-DCE33300995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209800"/>
          </a:xfrm>
        </p:spPr>
        <p:txBody>
          <a:bodyPr>
            <a:normAutofit fontScale="92500"/>
          </a:bodyPr>
          <a:lstStyle/>
          <a:p>
            <a:r>
              <a:rPr lang="en-US" dirty="0"/>
              <a:t>Example:</a:t>
            </a:r>
          </a:p>
          <a:p>
            <a:pPr lvl="1"/>
            <a:r>
              <a:rPr lang="en-US" altLang="zh-CN" dirty="0"/>
              <a:t>Our online store sells 2 diamonds</a:t>
            </a:r>
          </a:p>
          <a:p>
            <a:pPr lvl="1"/>
            <a:r>
              <a:rPr lang="en-US" altLang="zh-CN" dirty="0"/>
              <a:t>5</a:t>
            </a:r>
            <a:r>
              <a:rPr lang="zh-CN" altLang="en-US" dirty="0"/>
              <a:t> </a:t>
            </a:r>
            <a:r>
              <a:rPr lang="en-US" altLang="zh-CN" dirty="0"/>
              <a:t>users (A, B, C, D, E) order at the same time </a:t>
            </a:r>
          </a:p>
          <a:p>
            <a:pPr lvl="1"/>
            <a:r>
              <a:rPr lang="en-US" altLang="zh-CN" dirty="0"/>
              <a:t>A orders 1 diamond, B orders 2 diamonds, C orders 1 diamond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A6A76B-34E6-0042-BE36-751AC1573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676400"/>
            <a:ext cx="1752600" cy="1155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19EF1E-847E-4D46-8D97-CD9BB2F87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920581"/>
            <a:ext cx="635000" cy="635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FB8337-744C-8B40-8450-3D78FF2B1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200" y="4452166"/>
            <a:ext cx="863600" cy="863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22CC8B-4D4C-5744-AD7F-C7DC53DAF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4625884"/>
            <a:ext cx="635000" cy="635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AA2BA52-9766-6A46-BB1E-140A49D39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5410200"/>
            <a:ext cx="635000" cy="635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75D56B1-DAE1-C64E-A3B8-212C02BDFFBA}"/>
              </a:ext>
            </a:extLst>
          </p:cNvPr>
          <p:cNvSpPr txBox="1"/>
          <p:nvPr/>
        </p:nvSpPr>
        <p:spPr>
          <a:xfrm>
            <a:off x="606117" y="408283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0ECE44-4C95-5F49-B69D-5695E16C36E7}"/>
              </a:ext>
            </a:extLst>
          </p:cNvPr>
          <p:cNvSpPr txBox="1"/>
          <p:nvPr/>
        </p:nvSpPr>
        <p:spPr>
          <a:xfrm>
            <a:off x="612648" y="476331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5487DD-CFBE-B14A-BE0F-8DB7642C34D0}"/>
              </a:ext>
            </a:extLst>
          </p:cNvPr>
          <p:cNvSpPr txBox="1"/>
          <p:nvPr/>
        </p:nvSpPr>
        <p:spPr>
          <a:xfrm>
            <a:off x="612648" y="554303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0BE555E-9286-3549-A031-F4ED16BA7800}"/>
              </a:ext>
            </a:extLst>
          </p:cNvPr>
          <p:cNvCxnSpPr/>
          <p:nvPr/>
        </p:nvCxnSpPr>
        <p:spPr>
          <a:xfrm>
            <a:off x="1828800" y="4238081"/>
            <a:ext cx="2311400" cy="5252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41493AE-5237-C149-9BB0-1D862DCCFF6A}"/>
              </a:ext>
            </a:extLst>
          </p:cNvPr>
          <p:cNvCxnSpPr>
            <a:cxnSpLocks/>
          </p:cNvCxnSpPr>
          <p:nvPr/>
        </p:nvCxnSpPr>
        <p:spPr>
          <a:xfrm flipV="1">
            <a:off x="1828800" y="5018994"/>
            <a:ext cx="2311400" cy="341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E66C106-5A76-1548-AB09-3E5894236C30}"/>
              </a:ext>
            </a:extLst>
          </p:cNvPr>
          <p:cNvSpPr txBox="1"/>
          <p:nvPr/>
        </p:nvSpPr>
        <p:spPr>
          <a:xfrm>
            <a:off x="6262450" y="5860534"/>
            <a:ext cx="127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Diamond: 0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74251D8-D3C6-614D-A966-EF0A2DF06DEF}"/>
              </a:ext>
            </a:extLst>
          </p:cNvPr>
          <p:cNvCxnSpPr>
            <a:cxnSpLocks/>
          </p:cNvCxnSpPr>
          <p:nvPr/>
        </p:nvCxnSpPr>
        <p:spPr>
          <a:xfrm flipV="1">
            <a:off x="1828800" y="5315766"/>
            <a:ext cx="2311400" cy="4735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72214D84-AF30-C843-B566-A2B263984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381437"/>
              </p:ext>
            </p:extLst>
          </p:nvPr>
        </p:nvGraphicFramePr>
        <p:xfrm>
          <a:off x="6175103" y="3730284"/>
          <a:ext cx="1447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124766901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569617491"/>
                    </a:ext>
                  </a:extLst>
                </a:gridCol>
              </a:tblGrid>
              <a:tr h="2584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4750128"/>
                  </a:ext>
                </a:extLst>
              </a:tr>
              <a:tr h="2584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</a:t>
                      </a:r>
                      <a:r>
                        <a:rPr lang="en-US" sz="1400" baseline="-25000" dirty="0"/>
                        <a:t>3</a:t>
                      </a:r>
                      <a:r>
                        <a:rPr lang="en-US" sz="1400" dirty="0"/>
                        <a:t>+T</a:t>
                      </a:r>
                      <a:r>
                        <a:rPr lang="en-US" sz="1400" baseline="-25000" dirty="0"/>
                        <a:t>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249387"/>
                  </a:ext>
                </a:extLst>
              </a:tr>
              <a:tr h="258409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276201"/>
                  </a:ext>
                </a:extLst>
              </a:tr>
              <a:tr h="258409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878296"/>
                  </a:ext>
                </a:extLst>
              </a:tr>
              <a:tr h="258409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478374"/>
                  </a:ext>
                </a:extLst>
              </a:tr>
              <a:tr h="2584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877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2CD76F9-3F6D-C744-B2F1-67C40CAB35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4983" y="4628061"/>
            <a:ext cx="373923" cy="373923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F66AB8F-0B2C-DD4B-8FFE-7924FCCB13B8}"/>
              </a:ext>
            </a:extLst>
          </p:cNvPr>
          <p:cNvCxnSpPr>
            <a:cxnSpLocks/>
          </p:cNvCxnSpPr>
          <p:nvPr/>
        </p:nvCxnSpPr>
        <p:spPr>
          <a:xfrm flipH="1" flipV="1">
            <a:off x="1776550" y="4376874"/>
            <a:ext cx="2363650" cy="507092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ular Callout 23">
            <a:extLst>
              <a:ext uri="{FF2B5EF4-FFF2-40B4-BE49-F238E27FC236}">
                <a16:creationId xmlns:a16="http://schemas.microsoft.com/office/drawing/2014/main" id="{5A1B7D20-8DF5-984C-9911-B777F62FEA5F}"/>
              </a:ext>
            </a:extLst>
          </p:cNvPr>
          <p:cNvSpPr/>
          <p:nvPr/>
        </p:nvSpPr>
        <p:spPr>
          <a:xfrm>
            <a:off x="3416299" y="5817506"/>
            <a:ext cx="1447801" cy="455387"/>
          </a:xfrm>
          <a:prstGeom prst="wedgeRoundRectCallout">
            <a:avLst>
              <a:gd name="adj1" fmla="val -43600"/>
              <a:gd name="adj2" fmla="val -89054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 gets the lock and returns 1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65FE467-8F79-014C-9B0E-6A9EBC78C9F2}"/>
              </a:ext>
            </a:extLst>
          </p:cNvPr>
          <p:cNvCxnSpPr>
            <a:cxnSpLocks/>
          </p:cNvCxnSpPr>
          <p:nvPr/>
        </p:nvCxnSpPr>
        <p:spPr>
          <a:xfrm flipH="1">
            <a:off x="1836338" y="5425621"/>
            <a:ext cx="2303862" cy="469447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35413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9684E-20C3-6146-98A7-25FF6FEE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2. Distributed locks based on caches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141F54-091C-524F-9837-DB7149F0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9F143-CC70-4F4D-AA8C-E18605BE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8DF9F5-B378-BE4E-97FF-99EB8BD734B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/>
              <a:t>Advantages:</a:t>
            </a:r>
          </a:p>
          <a:p>
            <a:pPr lvl="1"/>
            <a:r>
              <a:rPr lang="en-US" altLang="zh-CN" dirty="0"/>
              <a:t>Better performance. Data is stored in memory instead of disk, avoiding frequent IO operations. </a:t>
            </a:r>
          </a:p>
          <a:p>
            <a:pPr lvl="1"/>
            <a:r>
              <a:rPr lang="en-US" altLang="zh-CN" dirty="0"/>
              <a:t>Many caches can be deployed across clusters, avoiding single points of failure. </a:t>
            </a:r>
          </a:p>
          <a:p>
            <a:pPr lvl="1"/>
            <a:r>
              <a:rPr lang="en-US" altLang="zh-CN" dirty="0"/>
              <a:t>It can directly set the timeout to control the release of locks. More flexible.</a:t>
            </a:r>
          </a:p>
        </p:txBody>
      </p:sp>
    </p:spTree>
    <p:extLst>
      <p:ext uri="{BB962C8B-B14F-4D97-AF65-F5344CB8AC3E}">
        <p14:creationId xmlns:p14="http://schemas.microsoft.com/office/powerpoint/2010/main" val="25745965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9684E-20C3-6146-98A7-25FF6FEE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2. Distributed locks based on caches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141F54-091C-524F-9837-DB7149F0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9F143-CC70-4F4D-AA8C-E18605BE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8DF9F5-B378-BE4E-97FF-99EB8BD734B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/>
              <a:t>Disadvantages:</a:t>
            </a:r>
          </a:p>
          <a:p>
            <a:pPr lvl="1"/>
            <a:r>
              <a:rPr lang="en-US" altLang="zh-CN" dirty="0"/>
              <a:t>Simply using timeout might cause failure when releasing locks</a:t>
            </a:r>
          </a:p>
          <a:p>
            <a:pPr lvl="2"/>
            <a:r>
              <a:rPr lang="en-US" altLang="zh-CN" dirty="0"/>
              <a:t>One process executes longer (100ms) than it expects (50ms), while the lock is timeout (in 50ms). It will cause error when releasing locks earlier.</a:t>
            </a:r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585881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9684E-20C3-6146-98A7-25FF6FEE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 Distributed locks based on </a:t>
            </a:r>
            <a:r>
              <a:rPr lang="en-US" dirty="0" err="1"/>
              <a:t>ZooKeeper</a:t>
            </a:r>
            <a:r>
              <a:rPr lang="en-US" dirty="0"/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141F54-091C-524F-9837-DB7149F0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9F143-CC70-4F4D-AA8C-E18605BE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8DF9F5-B378-BE4E-97FF-99EB8BD734B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ZooKeeper</a:t>
            </a:r>
            <a:r>
              <a:rPr lang="en-US" dirty="0"/>
              <a:t> implements distributed lock based on tree data storage structure</a:t>
            </a:r>
          </a:p>
          <a:p>
            <a:endParaRPr lang="en-US" altLang="zh-CN" dirty="0"/>
          </a:p>
          <a:p>
            <a:r>
              <a:rPr lang="en-US" altLang="zh-CN" dirty="0" err="1"/>
              <a:t>ZooKeeper</a:t>
            </a:r>
            <a:r>
              <a:rPr lang="en-US" altLang="zh-CN" dirty="0"/>
              <a:t> consists 4 nodes:</a:t>
            </a:r>
          </a:p>
          <a:p>
            <a:pPr lvl="1"/>
            <a:r>
              <a:rPr lang="en-US" altLang="zh-CN" dirty="0"/>
              <a:t>Persistent node. This will always exist in </a:t>
            </a:r>
            <a:r>
              <a:rPr lang="en-US" altLang="zh-CN" dirty="0" err="1"/>
              <a:t>ZooKeeper</a:t>
            </a:r>
            <a:r>
              <a:rPr lang="en-US" altLang="zh-CN" dirty="0"/>
              <a:t>. </a:t>
            </a:r>
          </a:p>
          <a:p>
            <a:pPr lvl="1"/>
            <a:r>
              <a:rPr lang="en-US" altLang="zh-CN" dirty="0"/>
              <a:t>Persistent order node. When a node is created, </a:t>
            </a:r>
            <a:r>
              <a:rPr lang="en-US" altLang="zh-CN" dirty="0" err="1"/>
              <a:t>ZooKeeper</a:t>
            </a:r>
            <a:r>
              <a:rPr lang="en-US" altLang="zh-CN" dirty="0"/>
              <a:t> assigns numbers to the nodes according to when the node is created. </a:t>
            </a:r>
          </a:p>
          <a:p>
            <a:pPr lvl="1"/>
            <a:r>
              <a:rPr lang="en-US" altLang="zh-CN" dirty="0"/>
              <a:t>Temporary node. This will be deleted when not used.</a:t>
            </a:r>
          </a:p>
          <a:p>
            <a:pPr lvl="1"/>
            <a:r>
              <a:rPr lang="en-US" altLang="zh-CN" dirty="0"/>
              <a:t>Temporary sequence node: When a node is created, </a:t>
            </a:r>
            <a:r>
              <a:rPr lang="en-US" altLang="zh-CN" dirty="0" err="1"/>
              <a:t>ZooKeeper</a:t>
            </a:r>
            <a:r>
              <a:rPr lang="en-US" altLang="zh-CN" dirty="0"/>
              <a:t> assigns numbers to the nodes according to when the node is created. </a:t>
            </a:r>
          </a:p>
        </p:txBody>
      </p:sp>
    </p:spTree>
    <p:extLst>
      <p:ext uri="{BB962C8B-B14F-4D97-AF65-F5344CB8AC3E}">
        <p14:creationId xmlns:p14="http://schemas.microsoft.com/office/powerpoint/2010/main" val="1269516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9684E-20C3-6146-98A7-25FF6FEE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 Distributed locks based on </a:t>
            </a:r>
            <a:r>
              <a:rPr lang="en-US" dirty="0" err="1"/>
              <a:t>ZooKeeper</a:t>
            </a:r>
            <a:r>
              <a:rPr lang="en-US" dirty="0"/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141F54-091C-524F-9837-DB7149F0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9F143-CC70-4F4D-AA8C-E18605BE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8DF9F5-B378-BE4E-97FF-99EB8BD734B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1"/>
            <a:ext cx="8229600" cy="1725358"/>
          </a:xfrm>
        </p:spPr>
        <p:txBody>
          <a:bodyPr>
            <a:normAutofit/>
          </a:bodyPr>
          <a:lstStyle/>
          <a:p>
            <a:r>
              <a:rPr lang="en-US" dirty="0"/>
              <a:t>Example: </a:t>
            </a:r>
          </a:p>
          <a:p>
            <a:pPr marL="274320" lvl="1" indent="0">
              <a:buNone/>
            </a:pPr>
            <a:r>
              <a:rPr lang="en-US" altLang="zh-CN" dirty="0"/>
              <a:t>Step 1: Under the persistent node </a:t>
            </a:r>
            <a:r>
              <a:rPr lang="en-US" altLang="zh-CN" dirty="0" err="1"/>
              <a:t>shared_lock</a:t>
            </a:r>
            <a:r>
              <a:rPr lang="en-US" altLang="zh-CN" dirty="0"/>
              <a:t>, create a temporary sequential node for each process (</a:t>
            </a:r>
            <a:r>
              <a:rPr lang="en-US" altLang="zh-CN" dirty="0" err="1"/>
              <a:t>LockNode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B70D47-977E-EC4C-8FE3-F863E80C6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4518" y="5391966"/>
            <a:ext cx="863600" cy="86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59064D-C7C0-394B-A140-B64422253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640" y="4916600"/>
            <a:ext cx="6350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D079580-8C25-B24F-98CC-A2E8C6429439}"/>
              </a:ext>
            </a:extLst>
          </p:cNvPr>
          <p:cNvSpPr txBox="1"/>
          <p:nvPr/>
        </p:nvSpPr>
        <p:spPr>
          <a:xfrm>
            <a:off x="758517" y="429392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238244-3809-714A-9B35-1A026F65FB9E}"/>
              </a:ext>
            </a:extLst>
          </p:cNvPr>
          <p:cNvSpPr txBox="1"/>
          <p:nvPr/>
        </p:nvSpPr>
        <p:spPr>
          <a:xfrm>
            <a:off x="765048" y="497440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F53259-B052-A046-AFEB-22A18AB3AE3D}"/>
              </a:ext>
            </a:extLst>
          </p:cNvPr>
          <p:cNvSpPr txBox="1"/>
          <p:nvPr/>
        </p:nvSpPr>
        <p:spPr>
          <a:xfrm>
            <a:off x="765048" y="575412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793FFCF-E7BD-544E-A369-2E842F84F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4184966"/>
            <a:ext cx="635000" cy="635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4B607E2-6A05-7E40-9CB7-9914D1C27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640" y="5648234"/>
            <a:ext cx="635000" cy="635000"/>
          </a:xfrm>
          <a:prstGeom prst="rect">
            <a:avLst/>
          </a:prstGeom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B21E33D-7AE1-C24E-A677-2BB04CFFD8BD}"/>
              </a:ext>
            </a:extLst>
          </p:cNvPr>
          <p:cNvSpPr/>
          <p:nvPr/>
        </p:nvSpPr>
        <p:spPr>
          <a:xfrm>
            <a:off x="6464300" y="4912586"/>
            <a:ext cx="762000" cy="635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Shared_lock</a:t>
            </a:r>
            <a:endParaRPr lang="en-US" sz="1400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861A607-1043-E54A-970C-B46777DE3AE4}"/>
              </a:ext>
            </a:extLst>
          </p:cNvPr>
          <p:cNvSpPr/>
          <p:nvPr/>
        </p:nvSpPr>
        <p:spPr>
          <a:xfrm>
            <a:off x="4775200" y="4239072"/>
            <a:ext cx="990600" cy="44962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LockNode</a:t>
            </a:r>
            <a:r>
              <a:rPr lang="en-US" sz="1400" dirty="0"/>
              <a:t> 1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2BD8089-864A-CD42-8D19-9B97ADFA1B1D}"/>
              </a:ext>
            </a:extLst>
          </p:cNvPr>
          <p:cNvSpPr/>
          <p:nvPr/>
        </p:nvSpPr>
        <p:spPr>
          <a:xfrm>
            <a:off x="4775200" y="4974408"/>
            <a:ext cx="990600" cy="44962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LockNode</a:t>
            </a:r>
            <a:r>
              <a:rPr lang="en-US" sz="1400" dirty="0"/>
              <a:t> 2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4537A00-9CDF-9846-93E4-B16FC36847C1}"/>
              </a:ext>
            </a:extLst>
          </p:cNvPr>
          <p:cNvSpPr/>
          <p:nvPr/>
        </p:nvSpPr>
        <p:spPr>
          <a:xfrm>
            <a:off x="4775200" y="5705161"/>
            <a:ext cx="990600" cy="44962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LockNode</a:t>
            </a:r>
            <a:r>
              <a:rPr lang="en-US" sz="1400" dirty="0"/>
              <a:t> 3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3C11BB2-CBA9-5047-9BDA-784BB39174E9}"/>
              </a:ext>
            </a:extLst>
          </p:cNvPr>
          <p:cNvCxnSpPr>
            <a:cxnSpLocks/>
            <a:endCxn id="22" idx="3"/>
          </p:cNvCxnSpPr>
          <p:nvPr/>
        </p:nvCxnSpPr>
        <p:spPr>
          <a:xfrm flipH="1" flipV="1">
            <a:off x="5765800" y="4463882"/>
            <a:ext cx="681538" cy="7638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2D7E746-6E7A-4449-8C7B-630D7A6D56CB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5765800" y="5230086"/>
            <a:ext cx="698500" cy="7107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73A4ECC-9E37-D049-AADF-3E65EE6EC3F4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5774282" y="5206682"/>
            <a:ext cx="690018" cy="234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1143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9684E-20C3-6146-98A7-25FF6FEE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 Distributed locks based on </a:t>
            </a:r>
            <a:r>
              <a:rPr lang="en-US" dirty="0" err="1"/>
              <a:t>ZooKeeper</a:t>
            </a:r>
            <a:r>
              <a:rPr lang="en-US" dirty="0"/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141F54-091C-524F-9837-DB7149F0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9F143-CC70-4F4D-AA8C-E18605BE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8DF9F5-B378-BE4E-97FF-99EB8BD734B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1"/>
            <a:ext cx="8229600" cy="1725358"/>
          </a:xfrm>
        </p:spPr>
        <p:txBody>
          <a:bodyPr>
            <a:normAutofit/>
          </a:bodyPr>
          <a:lstStyle/>
          <a:p>
            <a:r>
              <a:rPr lang="en-US" dirty="0"/>
              <a:t>Example: </a:t>
            </a:r>
          </a:p>
          <a:p>
            <a:pPr marL="274320" lvl="1" indent="0">
              <a:buNone/>
            </a:pPr>
            <a:r>
              <a:rPr lang="en-US" altLang="zh-CN" dirty="0"/>
              <a:t>Step 2: Each process gets a list of all temporary nodes in the </a:t>
            </a:r>
            <a:r>
              <a:rPr lang="en-US" altLang="zh-CN" dirty="0" err="1"/>
              <a:t>shared_lock</a:t>
            </a:r>
            <a:r>
              <a:rPr lang="en-US" altLang="zh-CN" dirty="0"/>
              <a:t> directory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B70D47-977E-EC4C-8FE3-F863E80C6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4518" y="5391966"/>
            <a:ext cx="863600" cy="86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59064D-C7C0-394B-A140-B64422253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640" y="4916600"/>
            <a:ext cx="6350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D079580-8C25-B24F-98CC-A2E8C6429439}"/>
              </a:ext>
            </a:extLst>
          </p:cNvPr>
          <p:cNvSpPr txBox="1"/>
          <p:nvPr/>
        </p:nvSpPr>
        <p:spPr>
          <a:xfrm>
            <a:off x="758517" y="429392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238244-3809-714A-9B35-1A026F65FB9E}"/>
              </a:ext>
            </a:extLst>
          </p:cNvPr>
          <p:cNvSpPr txBox="1"/>
          <p:nvPr/>
        </p:nvSpPr>
        <p:spPr>
          <a:xfrm>
            <a:off x="765048" y="497440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F53259-B052-A046-AFEB-22A18AB3AE3D}"/>
              </a:ext>
            </a:extLst>
          </p:cNvPr>
          <p:cNvSpPr txBox="1"/>
          <p:nvPr/>
        </p:nvSpPr>
        <p:spPr>
          <a:xfrm>
            <a:off x="765048" y="575412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B271ADE-1F9C-524B-8318-0DEF749CE384}"/>
              </a:ext>
            </a:extLst>
          </p:cNvPr>
          <p:cNvCxnSpPr>
            <a:cxnSpLocks/>
          </p:cNvCxnSpPr>
          <p:nvPr/>
        </p:nvCxnSpPr>
        <p:spPr>
          <a:xfrm>
            <a:off x="1981200" y="4449173"/>
            <a:ext cx="2311400" cy="294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426FEAD-D6BB-7D42-BA8E-5EE39D442451}"/>
              </a:ext>
            </a:extLst>
          </p:cNvPr>
          <p:cNvCxnSpPr>
            <a:cxnSpLocks/>
          </p:cNvCxnSpPr>
          <p:nvPr/>
        </p:nvCxnSpPr>
        <p:spPr>
          <a:xfrm flipV="1">
            <a:off x="1981200" y="5230086"/>
            <a:ext cx="2311400" cy="341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B85A8CD-A7E7-D34A-AF4D-76A0F8B44074}"/>
              </a:ext>
            </a:extLst>
          </p:cNvPr>
          <p:cNvCxnSpPr>
            <a:cxnSpLocks/>
          </p:cNvCxnSpPr>
          <p:nvPr/>
        </p:nvCxnSpPr>
        <p:spPr>
          <a:xfrm flipV="1">
            <a:off x="1981200" y="5965734"/>
            <a:ext cx="2311400" cy="346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6793FFCF-E7BD-544E-A369-2E842F84F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4184966"/>
            <a:ext cx="635000" cy="635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4B607E2-6A05-7E40-9CB7-9914D1C27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640" y="5648234"/>
            <a:ext cx="635000" cy="635000"/>
          </a:xfrm>
          <a:prstGeom prst="rect">
            <a:avLst/>
          </a:prstGeom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B21E33D-7AE1-C24E-A677-2BB04CFFD8BD}"/>
              </a:ext>
            </a:extLst>
          </p:cNvPr>
          <p:cNvSpPr/>
          <p:nvPr/>
        </p:nvSpPr>
        <p:spPr>
          <a:xfrm>
            <a:off x="6464300" y="4912586"/>
            <a:ext cx="762000" cy="635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Shared_lock</a:t>
            </a:r>
            <a:endParaRPr lang="en-US" sz="1400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861A607-1043-E54A-970C-B46777DE3AE4}"/>
              </a:ext>
            </a:extLst>
          </p:cNvPr>
          <p:cNvSpPr/>
          <p:nvPr/>
        </p:nvSpPr>
        <p:spPr>
          <a:xfrm>
            <a:off x="4775200" y="4239072"/>
            <a:ext cx="990600" cy="44962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LockNode</a:t>
            </a:r>
            <a:r>
              <a:rPr lang="en-US" sz="1400" dirty="0"/>
              <a:t> 1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2BD8089-864A-CD42-8D19-9B97ADFA1B1D}"/>
              </a:ext>
            </a:extLst>
          </p:cNvPr>
          <p:cNvSpPr/>
          <p:nvPr/>
        </p:nvSpPr>
        <p:spPr>
          <a:xfrm>
            <a:off x="4775200" y="4974408"/>
            <a:ext cx="990600" cy="44962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LockNode</a:t>
            </a:r>
            <a:r>
              <a:rPr lang="en-US" sz="1400" dirty="0"/>
              <a:t> 2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4537A00-9CDF-9846-93E4-B16FC36847C1}"/>
              </a:ext>
            </a:extLst>
          </p:cNvPr>
          <p:cNvSpPr/>
          <p:nvPr/>
        </p:nvSpPr>
        <p:spPr>
          <a:xfrm>
            <a:off x="4775200" y="5705161"/>
            <a:ext cx="990600" cy="44962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LockNode</a:t>
            </a:r>
            <a:r>
              <a:rPr lang="en-US" sz="1400" dirty="0"/>
              <a:t> 3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3C11BB2-CBA9-5047-9BDA-784BB39174E9}"/>
              </a:ext>
            </a:extLst>
          </p:cNvPr>
          <p:cNvCxnSpPr>
            <a:cxnSpLocks/>
            <a:endCxn id="22" idx="3"/>
          </p:cNvCxnSpPr>
          <p:nvPr/>
        </p:nvCxnSpPr>
        <p:spPr>
          <a:xfrm flipH="1" flipV="1">
            <a:off x="5765800" y="4463882"/>
            <a:ext cx="681538" cy="7638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2D7E746-6E7A-4449-8C7B-630D7A6D56CB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5765800" y="5230086"/>
            <a:ext cx="698500" cy="7107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73A4ECC-9E37-D049-AADF-3E65EE6EC3F4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5774282" y="5206682"/>
            <a:ext cx="690018" cy="234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181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9684E-20C3-6146-98A7-25FF6FEE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 Distributed locks based on </a:t>
            </a:r>
            <a:r>
              <a:rPr lang="en-US" dirty="0" err="1"/>
              <a:t>ZooKeeper</a:t>
            </a:r>
            <a:r>
              <a:rPr lang="en-US" dirty="0"/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141F54-091C-524F-9837-DB7149F0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9F143-CC70-4F4D-AA8C-E18605BE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8DF9F5-B378-BE4E-97FF-99EB8BD734B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92900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Example: </a:t>
            </a:r>
          </a:p>
          <a:p>
            <a:pPr marL="274320" lvl="1" indent="0">
              <a:buNone/>
            </a:pPr>
            <a:r>
              <a:rPr lang="en-US" altLang="zh-CN" dirty="0"/>
              <a:t>Step 3: Each node determines whether its own number is the smallest of all nodes under </a:t>
            </a:r>
            <a:r>
              <a:rPr lang="en-US" altLang="zh-CN" dirty="0" err="1"/>
              <a:t>shared_lock</a:t>
            </a:r>
            <a:r>
              <a:rPr lang="en-US" altLang="zh-CN" dirty="0"/>
              <a:t>. If it is the smallest, just acquires the lock.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B70D47-977E-EC4C-8FE3-F863E80C6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4518" y="5391966"/>
            <a:ext cx="863600" cy="86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59064D-C7C0-394B-A140-B64422253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640" y="4916600"/>
            <a:ext cx="6350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D079580-8C25-B24F-98CC-A2E8C6429439}"/>
              </a:ext>
            </a:extLst>
          </p:cNvPr>
          <p:cNvSpPr txBox="1"/>
          <p:nvPr/>
        </p:nvSpPr>
        <p:spPr>
          <a:xfrm>
            <a:off x="758517" y="429392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238244-3809-714A-9B35-1A026F65FB9E}"/>
              </a:ext>
            </a:extLst>
          </p:cNvPr>
          <p:cNvSpPr txBox="1"/>
          <p:nvPr/>
        </p:nvSpPr>
        <p:spPr>
          <a:xfrm>
            <a:off x="765048" y="497440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F53259-B052-A046-AFEB-22A18AB3AE3D}"/>
              </a:ext>
            </a:extLst>
          </p:cNvPr>
          <p:cNvSpPr txBox="1"/>
          <p:nvPr/>
        </p:nvSpPr>
        <p:spPr>
          <a:xfrm>
            <a:off x="765048" y="575412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B271ADE-1F9C-524B-8318-0DEF749CE384}"/>
              </a:ext>
            </a:extLst>
          </p:cNvPr>
          <p:cNvCxnSpPr>
            <a:cxnSpLocks/>
          </p:cNvCxnSpPr>
          <p:nvPr/>
        </p:nvCxnSpPr>
        <p:spPr>
          <a:xfrm>
            <a:off x="1981200" y="4449173"/>
            <a:ext cx="2311400" cy="294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426FEAD-D6BB-7D42-BA8E-5EE39D442451}"/>
              </a:ext>
            </a:extLst>
          </p:cNvPr>
          <p:cNvCxnSpPr>
            <a:cxnSpLocks/>
          </p:cNvCxnSpPr>
          <p:nvPr/>
        </p:nvCxnSpPr>
        <p:spPr>
          <a:xfrm flipV="1">
            <a:off x="1981200" y="5230086"/>
            <a:ext cx="2311400" cy="341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B85A8CD-A7E7-D34A-AF4D-76A0F8B44074}"/>
              </a:ext>
            </a:extLst>
          </p:cNvPr>
          <p:cNvCxnSpPr>
            <a:cxnSpLocks/>
          </p:cNvCxnSpPr>
          <p:nvPr/>
        </p:nvCxnSpPr>
        <p:spPr>
          <a:xfrm flipV="1">
            <a:off x="1981200" y="5965734"/>
            <a:ext cx="2311400" cy="346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6793FFCF-E7BD-544E-A369-2E842F84F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4184966"/>
            <a:ext cx="635000" cy="635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4B607E2-6A05-7E40-9CB7-9914D1C27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640" y="5648234"/>
            <a:ext cx="635000" cy="635000"/>
          </a:xfrm>
          <a:prstGeom prst="rect">
            <a:avLst/>
          </a:prstGeom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B21E33D-7AE1-C24E-A677-2BB04CFFD8BD}"/>
              </a:ext>
            </a:extLst>
          </p:cNvPr>
          <p:cNvSpPr/>
          <p:nvPr/>
        </p:nvSpPr>
        <p:spPr>
          <a:xfrm>
            <a:off x="6464300" y="4912586"/>
            <a:ext cx="762000" cy="635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Shared_lock</a:t>
            </a:r>
            <a:endParaRPr lang="en-US" sz="1400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861A607-1043-E54A-970C-B46777DE3AE4}"/>
              </a:ext>
            </a:extLst>
          </p:cNvPr>
          <p:cNvSpPr/>
          <p:nvPr/>
        </p:nvSpPr>
        <p:spPr>
          <a:xfrm>
            <a:off x="4775200" y="4239072"/>
            <a:ext cx="990600" cy="44962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LockNode</a:t>
            </a:r>
            <a:r>
              <a:rPr lang="en-US" sz="1400" dirty="0"/>
              <a:t> 1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2BD8089-864A-CD42-8D19-9B97ADFA1B1D}"/>
              </a:ext>
            </a:extLst>
          </p:cNvPr>
          <p:cNvSpPr/>
          <p:nvPr/>
        </p:nvSpPr>
        <p:spPr>
          <a:xfrm>
            <a:off x="4775200" y="4974408"/>
            <a:ext cx="990600" cy="44962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LockNode</a:t>
            </a:r>
            <a:r>
              <a:rPr lang="en-US" sz="1400" dirty="0"/>
              <a:t> 2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4537A00-9CDF-9846-93E4-B16FC36847C1}"/>
              </a:ext>
            </a:extLst>
          </p:cNvPr>
          <p:cNvSpPr/>
          <p:nvPr/>
        </p:nvSpPr>
        <p:spPr>
          <a:xfrm>
            <a:off x="4775200" y="5705161"/>
            <a:ext cx="990600" cy="44962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LockNode</a:t>
            </a:r>
            <a:r>
              <a:rPr lang="en-US" sz="1400" dirty="0"/>
              <a:t> 3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3C11BB2-CBA9-5047-9BDA-784BB39174E9}"/>
              </a:ext>
            </a:extLst>
          </p:cNvPr>
          <p:cNvCxnSpPr>
            <a:cxnSpLocks/>
            <a:endCxn id="22" idx="3"/>
          </p:cNvCxnSpPr>
          <p:nvPr/>
        </p:nvCxnSpPr>
        <p:spPr>
          <a:xfrm flipH="1" flipV="1">
            <a:off x="5765800" y="4463882"/>
            <a:ext cx="681538" cy="7638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2D7E746-6E7A-4449-8C7B-630D7A6D56CB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5765800" y="5230086"/>
            <a:ext cx="698500" cy="7107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73A4ECC-9E37-D049-AADF-3E65EE6EC3F4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5774282" y="5206682"/>
            <a:ext cx="690018" cy="234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ular Callout 13">
            <a:extLst>
              <a:ext uri="{FF2B5EF4-FFF2-40B4-BE49-F238E27FC236}">
                <a16:creationId xmlns:a16="http://schemas.microsoft.com/office/drawing/2014/main" id="{8973BBA7-E570-E24C-AF56-893F08F5FBE6}"/>
              </a:ext>
            </a:extLst>
          </p:cNvPr>
          <p:cNvSpPr/>
          <p:nvPr/>
        </p:nvSpPr>
        <p:spPr>
          <a:xfrm>
            <a:off x="1956163" y="3722624"/>
            <a:ext cx="1676400" cy="449621"/>
          </a:xfrm>
          <a:prstGeom prst="wedgeRoundRectCallout">
            <a:avLst>
              <a:gd name="adj1" fmla="val -67067"/>
              <a:gd name="adj2" fmla="val 61433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LockNode</a:t>
            </a:r>
            <a:r>
              <a:rPr lang="en-US" sz="1400" dirty="0"/>
              <a:t> 1 is the smallest, get lock</a:t>
            </a:r>
          </a:p>
        </p:txBody>
      </p:sp>
    </p:spTree>
    <p:extLst>
      <p:ext uri="{BB962C8B-B14F-4D97-AF65-F5344CB8AC3E}">
        <p14:creationId xmlns:p14="http://schemas.microsoft.com/office/powerpoint/2010/main" val="33837185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9684E-20C3-6146-98A7-25FF6FEE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 Distributed locks based on </a:t>
            </a:r>
            <a:r>
              <a:rPr lang="en-US" dirty="0" err="1"/>
              <a:t>ZooKeeper</a:t>
            </a:r>
            <a:r>
              <a:rPr lang="en-US" dirty="0"/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141F54-091C-524F-9837-DB7149F0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9F143-CC70-4F4D-AA8C-E18605BE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8DF9F5-B378-BE4E-97FF-99EB8BD734B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13749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Example: </a:t>
            </a:r>
          </a:p>
          <a:p>
            <a:pPr marL="274320" lvl="1" indent="0">
              <a:buNone/>
            </a:pPr>
            <a:r>
              <a:rPr lang="en-US" altLang="zh-CN" dirty="0"/>
              <a:t>Step 4: If the temporary node number to this process is not the smallest:</a:t>
            </a:r>
          </a:p>
          <a:p>
            <a:pPr marL="891540" lvl="2" indent="-342900"/>
            <a:r>
              <a:rPr lang="en-US" altLang="zh-CN" dirty="0"/>
              <a:t>If the request is to read: check whether there exist write requests with smaller number, if so, wait;</a:t>
            </a:r>
          </a:p>
          <a:p>
            <a:pPr marL="891540" lvl="2" indent="-342900"/>
            <a:r>
              <a:rPr lang="en-US" altLang="zh-CN" dirty="0"/>
              <a:t>If the request is to write: check whether there exist read requests with smaller number, if so, wait;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B70D47-977E-EC4C-8FE3-F863E80C6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4518" y="5391966"/>
            <a:ext cx="863600" cy="86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59064D-C7C0-394B-A140-B64422253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640" y="4916600"/>
            <a:ext cx="6350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D079580-8C25-B24F-98CC-A2E8C6429439}"/>
              </a:ext>
            </a:extLst>
          </p:cNvPr>
          <p:cNvSpPr txBox="1"/>
          <p:nvPr/>
        </p:nvSpPr>
        <p:spPr>
          <a:xfrm>
            <a:off x="758517" y="429392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238244-3809-714A-9B35-1A026F65FB9E}"/>
              </a:ext>
            </a:extLst>
          </p:cNvPr>
          <p:cNvSpPr txBox="1"/>
          <p:nvPr/>
        </p:nvSpPr>
        <p:spPr>
          <a:xfrm>
            <a:off x="765048" y="497440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F53259-B052-A046-AFEB-22A18AB3AE3D}"/>
              </a:ext>
            </a:extLst>
          </p:cNvPr>
          <p:cNvSpPr txBox="1"/>
          <p:nvPr/>
        </p:nvSpPr>
        <p:spPr>
          <a:xfrm>
            <a:off x="765048" y="575412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B271ADE-1F9C-524B-8318-0DEF749CE384}"/>
              </a:ext>
            </a:extLst>
          </p:cNvPr>
          <p:cNvCxnSpPr>
            <a:cxnSpLocks/>
          </p:cNvCxnSpPr>
          <p:nvPr/>
        </p:nvCxnSpPr>
        <p:spPr>
          <a:xfrm>
            <a:off x="1981200" y="4449173"/>
            <a:ext cx="2311400" cy="294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426FEAD-D6BB-7D42-BA8E-5EE39D442451}"/>
              </a:ext>
            </a:extLst>
          </p:cNvPr>
          <p:cNvCxnSpPr>
            <a:cxnSpLocks/>
          </p:cNvCxnSpPr>
          <p:nvPr/>
        </p:nvCxnSpPr>
        <p:spPr>
          <a:xfrm flipV="1">
            <a:off x="1981200" y="5230086"/>
            <a:ext cx="2311400" cy="341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B85A8CD-A7E7-D34A-AF4D-76A0F8B44074}"/>
              </a:ext>
            </a:extLst>
          </p:cNvPr>
          <p:cNvCxnSpPr>
            <a:cxnSpLocks/>
          </p:cNvCxnSpPr>
          <p:nvPr/>
        </p:nvCxnSpPr>
        <p:spPr>
          <a:xfrm flipV="1">
            <a:off x="1981200" y="5965734"/>
            <a:ext cx="2311400" cy="346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6793FFCF-E7BD-544E-A369-2E842F84F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4184966"/>
            <a:ext cx="635000" cy="635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4B607E2-6A05-7E40-9CB7-9914D1C27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640" y="5648234"/>
            <a:ext cx="635000" cy="635000"/>
          </a:xfrm>
          <a:prstGeom prst="rect">
            <a:avLst/>
          </a:prstGeom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B21E33D-7AE1-C24E-A677-2BB04CFFD8BD}"/>
              </a:ext>
            </a:extLst>
          </p:cNvPr>
          <p:cNvSpPr/>
          <p:nvPr/>
        </p:nvSpPr>
        <p:spPr>
          <a:xfrm>
            <a:off x="6464300" y="4912586"/>
            <a:ext cx="762000" cy="635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Shared_lock</a:t>
            </a:r>
            <a:endParaRPr lang="en-US" sz="1400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861A607-1043-E54A-970C-B46777DE3AE4}"/>
              </a:ext>
            </a:extLst>
          </p:cNvPr>
          <p:cNvSpPr/>
          <p:nvPr/>
        </p:nvSpPr>
        <p:spPr>
          <a:xfrm>
            <a:off x="4775200" y="4239072"/>
            <a:ext cx="990600" cy="44962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LockNode</a:t>
            </a:r>
            <a:r>
              <a:rPr lang="en-US" sz="1400" dirty="0"/>
              <a:t> 1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2BD8089-864A-CD42-8D19-9B97ADFA1B1D}"/>
              </a:ext>
            </a:extLst>
          </p:cNvPr>
          <p:cNvSpPr/>
          <p:nvPr/>
        </p:nvSpPr>
        <p:spPr>
          <a:xfrm>
            <a:off x="4775200" y="4974408"/>
            <a:ext cx="990600" cy="44962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LockNode</a:t>
            </a:r>
            <a:r>
              <a:rPr lang="en-US" sz="1400" dirty="0"/>
              <a:t> 2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4537A00-9CDF-9846-93E4-B16FC36847C1}"/>
              </a:ext>
            </a:extLst>
          </p:cNvPr>
          <p:cNvSpPr/>
          <p:nvPr/>
        </p:nvSpPr>
        <p:spPr>
          <a:xfrm>
            <a:off x="4775200" y="5705161"/>
            <a:ext cx="990600" cy="44962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LockNode</a:t>
            </a:r>
            <a:r>
              <a:rPr lang="en-US" sz="1400" dirty="0"/>
              <a:t> 3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3C11BB2-CBA9-5047-9BDA-784BB39174E9}"/>
              </a:ext>
            </a:extLst>
          </p:cNvPr>
          <p:cNvCxnSpPr>
            <a:cxnSpLocks/>
            <a:endCxn id="22" idx="3"/>
          </p:cNvCxnSpPr>
          <p:nvPr/>
        </p:nvCxnSpPr>
        <p:spPr>
          <a:xfrm flipH="1" flipV="1">
            <a:off x="5765800" y="4463882"/>
            <a:ext cx="681538" cy="7638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2D7E746-6E7A-4449-8C7B-630D7A6D56CB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5765800" y="5230086"/>
            <a:ext cx="698500" cy="7107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73A4ECC-9E37-D049-AADF-3E65EE6EC3F4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5774282" y="5206682"/>
            <a:ext cx="690018" cy="234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ular Callout 13">
            <a:extLst>
              <a:ext uri="{FF2B5EF4-FFF2-40B4-BE49-F238E27FC236}">
                <a16:creationId xmlns:a16="http://schemas.microsoft.com/office/drawing/2014/main" id="{8973BBA7-E570-E24C-AF56-893F08F5FBE6}"/>
              </a:ext>
            </a:extLst>
          </p:cNvPr>
          <p:cNvSpPr/>
          <p:nvPr/>
        </p:nvSpPr>
        <p:spPr>
          <a:xfrm>
            <a:off x="2298700" y="3787463"/>
            <a:ext cx="1435100" cy="449621"/>
          </a:xfrm>
          <a:prstGeom prst="wedgeRoundRectCallout">
            <a:avLst>
              <a:gd name="adj1" fmla="val -80321"/>
              <a:gd name="adj2" fmla="val 241561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If not smallest, then…</a:t>
            </a:r>
          </a:p>
        </p:txBody>
      </p:sp>
    </p:spTree>
    <p:extLst>
      <p:ext uri="{BB962C8B-B14F-4D97-AF65-F5344CB8AC3E}">
        <p14:creationId xmlns:p14="http://schemas.microsoft.com/office/powerpoint/2010/main" val="1281020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9684E-20C3-6146-98A7-25FF6FEE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 Distributed locks based on </a:t>
            </a:r>
            <a:r>
              <a:rPr lang="en-US" dirty="0" err="1"/>
              <a:t>ZooKeeper</a:t>
            </a:r>
            <a:r>
              <a:rPr lang="en-US" dirty="0"/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141F54-091C-524F-9837-DB7149F0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9F143-CC70-4F4D-AA8C-E18605BE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8DF9F5-B378-BE4E-97FF-99EB8BD734B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/>
              <a:t>Advantages:</a:t>
            </a:r>
          </a:p>
          <a:p>
            <a:pPr lvl="1"/>
            <a:r>
              <a:rPr lang="en-US" altLang="zh-CN" dirty="0" err="1"/>
              <a:t>ZooKeeper</a:t>
            </a:r>
            <a:r>
              <a:rPr lang="en-US" altLang="zh-CN" dirty="0"/>
              <a:t> locks can solve problems such as single points of failure, non-reentrant, deadlock, etc.</a:t>
            </a:r>
          </a:p>
          <a:p>
            <a:pPr lvl="1"/>
            <a:endParaRPr lang="en-US" altLang="zh-CN" dirty="0"/>
          </a:p>
          <a:p>
            <a:pPr lvl="1"/>
            <a:r>
              <a:rPr lang="en-US" altLang="zh-CN" dirty="0" err="1"/>
              <a:t>ZooKeeper</a:t>
            </a:r>
            <a:r>
              <a:rPr lang="en-US" altLang="zh-CN" dirty="0"/>
              <a:t> provides APIs for distributed locks, easy to implement</a:t>
            </a:r>
          </a:p>
        </p:txBody>
      </p:sp>
    </p:spTree>
    <p:extLst>
      <p:ext uri="{BB962C8B-B14F-4D97-AF65-F5344CB8AC3E}">
        <p14:creationId xmlns:p14="http://schemas.microsoft.com/office/powerpoint/2010/main" val="39103229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9684E-20C3-6146-98A7-25FF6FEE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 Distributed locks based on </a:t>
            </a:r>
            <a:r>
              <a:rPr lang="en-US" dirty="0" err="1"/>
              <a:t>ZooKeeper</a:t>
            </a:r>
            <a:r>
              <a:rPr lang="en-US" dirty="0"/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141F54-091C-524F-9837-DB7149F0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9F143-CC70-4F4D-AA8C-E18605BE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8DF9F5-B378-BE4E-97FF-99EB8BD734B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033996"/>
          </a:xfrm>
        </p:spPr>
        <p:txBody>
          <a:bodyPr>
            <a:normAutofit/>
          </a:bodyPr>
          <a:lstStyle/>
          <a:p>
            <a:r>
              <a:rPr lang="en-US" dirty="0"/>
              <a:t>Disadvantages:</a:t>
            </a:r>
          </a:p>
          <a:p>
            <a:pPr lvl="1"/>
            <a:r>
              <a:rPr lang="en-US" altLang="zh-CN" dirty="0"/>
              <a:t>Need to add and delete temporary nodes frequently</a:t>
            </a:r>
          </a:p>
          <a:p>
            <a:pPr lvl="1"/>
            <a:r>
              <a:rPr lang="en-US" altLang="zh-CN" dirty="0"/>
              <a:t>Low performance compared to Cache locks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11258F-D0A3-D648-8B23-11238FD34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4518" y="5391966"/>
            <a:ext cx="863600" cy="86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E2030D-1876-8A48-A6B8-62E06435E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640" y="4916600"/>
            <a:ext cx="6350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C33A35-735B-8948-8845-E7E81A8FECDC}"/>
              </a:ext>
            </a:extLst>
          </p:cNvPr>
          <p:cNvSpPr txBox="1"/>
          <p:nvPr/>
        </p:nvSpPr>
        <p:spPr>
          <a:xfrm>
            <a:off x="758517" y="429392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BD6ED8-88C0-7B48-8B18-235153DBF1DF}"/>
              </a:ext>
            </a:extLst>
          </p:cNvPr>
          <p:cNvSpPr txBox="1"/>
          <p:nvPr/>
        </p:nvSpPr>
        <p:spPr>
          <a:xfrm>
            <a:off x="765048" y="497440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420E5A-70B7-344C-A5D1-D8EDCA157CC5}"/>
              </a:ext>
            </a:extLst>
          </p:cNvPr>
          <p:cNvSpPr txBox="1"/>
          <p:nvPr/>
        </p:nvSpPr>
        <p:spPr>
          <a:xfrm>
            <a:off x="765048" y="575412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EF05F58-854B-3047-8580-592742A5737E}"/>
              </a:ext>
            </a:extLst>
          </p:cNvPr>
          <p:cNvCxnSpPr>
            <a:cxnSpLocks/>
          </p:cNvCxnSpPr>
          <p:nvPr/>
        </p:nvCxnSpPr>
        <p:spPr>
          <a:xfrm>
            <a:off x="1981200" y="4449173"/>
            <a:ext cx="2311400" cy="294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F9FDF75-11AF-C544-A3DF-905C822C2C69}"/>
              </a:ext>
            </a:extLst>
          </p:cNvPr>
          <p:cNvCxnSpPr>
            <a:cxnSpLocks/>
          </p:cNvCxnSpPr>
          <p:nvPr/>
        </p:nvCxnSpPr>
        <p:spPr>
          <a:xfrm flipV="1">
            <a:off x="1981200" y="5230086"/>
            <a:ext cx="2311400" cy="341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7C7F677-2B53-5E41-A9F4-8723294CFB96}"/>
              </a:ext>
            </a:extLst>
          </p:cNvPr>
          <p:cNvCxnSpPr>
            <a:cxnSpLocks/>
          </p:cNvCxnSpPr>
          <p:nvPr/>
        </p:nvCxnSpPr>
        <p:spPr>
          <a:xfrm flipV="1">
            <a:off x="1981200" y="5965734"/>
            <a:ext cx="2311400" cy="346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ADA8258E-9CC8-C24D-BF1D-BB433A93A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4184966"/>
            <a:ext cx="635000" cy="635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AAB20F9-BE7A-6741-8E7D-E4AD2544C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640" y="5648234"/>
            <a:ext cx="635000" cy="635000"/>
          </a:xfrm>
          <a:prstGeom prst="rect">
            <a:avLst/>
          </a:prstGeom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94214A2-AFA8-0848-AA03-93F6D13E33E8}"/>
              </a:ext>
            </a:extLst>
          </p:cNvPr>
          <p:cNvSpPr/>
          <p:nvPr/>
        </p:nvSpPr>
        <p:spPr>
          <a:xfrm>
            <a:off x="6464300" y="4912586"/>
            <a:ext cx="762000" cy="635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Shared_lock</a:t>
            </a:r>
            <a:endParaRPr lang="en-US" sz="1400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998CA79-DC7D-1245-BDA1-7FB7EA5E6026}"/>
              </a:ext>
            </a:extLst>
          </p:cNvPr>
          <p:cNvSpPr/>
          <p:nvPr/>
        </p:nvSpPr>
        <p:spPr>
          <a:xfrm>
            <a:off x="4775200" y="4239072"/>
            <a:ext cx="990600" cy="44962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LockNode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endParaRPr lang="en-US" sz="1400" dirty="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0798258-6B72-A14E-A495-E8CC42AABEE5}"/>
              </a:ext>
            </a:extLst>
          </p:cNvPr>
          <p:cNvSpPr/>
          <p:nvPr/>
        </p:nvSpPr>
        <p:spPr>
          <a:xfrm>
            <a:off x="4775200" y="4974408"/>
            <a:ext cx="990600" cy="44962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LockNode</a:t>
            </a:r>
            <a:r>
              <a:rPr lang="en-US" sz="1400" dirty="0"/>
              <a:t> j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5699980-7418-AA4A-B556-DD75377CC207}"/>
              </a:ext>
            </a:extLst>
          </p:cNvPr>
          <p:cNvSpPr/>
          <p:nvPr/>
        </p:nvSpPr>
        <p:spPr>
          <a:xfrm>
            <a:off x="4775200" y="5705161"/>
            <a:ext cx="990600" cy="44962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LockNode</a:t>
            </a:r>
            <a:r>
              <a:rPr lang="en-US" sz="1400" dirty="0"/>
              <a:t> k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96141EE-D3E1-D34E-A6BC-8FCF62847F79}"/>
              </a:ext>
            </a:extLst>
          </p:cNvPr>
          <p:cNvCxnSpPr>
            <a:cxnSpLocks/>
            <a:endCxn id="17" idx="3"/>
          </p:cNvCxnSpPr>
          <p:nvPr/>
        </p:nvCxnSpPr>
        <p:spPr>
          <a:xfrm flipH="1" flipV="1">
            <a:off x="5765800" y="4463882"/>
            <a:ext cx="681538" cy="7638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E0B6076-A60A-E54C-B62E-4ADB7B30DEC1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5765800" y="5230086"/>
            <a:ext cx="698500" cy="7107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4D5E9B7-342F-F548-B6D9-2EC7A83D2603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5774282" y="5206682"/>
            <a:ext cx="690018" cy="234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76110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B70FC-E0E9-1F45-AE6F-8909247B3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CD87A3-2360-164A-A70B-19DC86712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4CE62-D2A9-1E49-9F4B-504F2E996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CS 4504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45D71F5-AFE1-8B48-A8FF-58C04B2D28DA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402489144"/>
              </p:ext>
            </p:extLst>
          </p:nvPr>
        </p:nvGraphicFramePr>
        <p:xfrm>
          <a:off x="457200" y="1371601"/>
          <a:ext cx="8229600" cy="472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965096297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29737886"/>
                    </a:ext>
                  </a:extLst>
                </a:gridCol>
              </a:tblGrid>
              <a:tr h="63843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Distributed locks implementation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2161361"/>
                  </a:ext>
                </a:extLst>
              </a:tr>
              <a:tr h="102149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Design idea</a:t>
                      </a:r>
                    </a:p>
                    <a:p>
                      <a:pPr algn="ctr"/>
                      <a:r>
                        <a:rPr lang="en-US" dirty="0"/>
                        <a:t>(from easy to hard)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Databased based locks &gt; Cached based locks &gt; </a:t>
                      </a:r>
                      <a:r>
                        <a:rPr lang="en-US" dirty="0" err="1"/>
                        <a:t>ZooKeeper</a:t>
                      </a:r>
                      <a:r>
                        <a:rPr lang="en-US" dirty="0"/>
                        <a:t> based locks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6686940"/>
                  </a:ext>
                </a:extLst>
              </a:tr>
              <a:tr h="102149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Implementation difficulty</a:t>
                      </a:r>
                    </a:p>
                    <a:p>
                      <a:pPr algn="ctr"/>
                      <a:r>
                        <a:rPr lang="en-US" dirty="0"/>
                        <a:t>(from low to high)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ZooKeeper</a:t>
                      </a:r>
                      <a:r>
                        <a:rPr lang="en-US" dirty="0"/>
                        <a:t> based locks &lt; Cached based locks &lt; Databased based locks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2571469"/>
                  </a:ext>
                </a:extLst>
              </a:tr>
              <a:tr h="102149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Performance</a:t>
                      </a:r>
                    </a:p>
                    <a:p>
                      <a:pPr algn="ctr"/>
                      <a:r>
                        <a:rPr lang="en-US" dirty="0"/>
                        <a:t>(from low to high)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Databased based locks &lt; </a:t>
                      </a:r>
                      <a:r>
                        <a:rPr lang="en-US" dirty="0" err="1"/>
                        <a:t>ZooKeeper</a:t>
                      </a:r>
                      <a:r>
                        <a:rPr lang="en-US" dirty="0"/>
                        <a:t> based locks &lt; Cached based locks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0454528"/>
                  </a:ext>
                </a:extLst>
              </a:tr>
              <a:tr h="102149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Reliability</a:t>
                      </a:r>
                    </a:p>
                    <a:p>
                      <a:pPr algn="ctr"/>
                      <a:r>
                        <a:rPr lang="en-US" dirty="0"/>
                        <a:t>(from low to high)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Databased based locks &lt; Cached based locks &lt; </a:t>
                      </a:r>
                      <a:r>
                        <a:rPr lang="en-US" dirty="0" err="1"/>
                        <a:t>ZooKeeper</a:t>
                      </a:r>
                      <a:r>
                        <a:rPr lang="en-US" dirty="0"/>
                        <a:t> based locks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1088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90445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38569</TotalTime>
  <Words>2995</Words>
  <Application>Microsoft Macintosh PowerPoint</Application>
  <PresentationFormat>On-screen Show (4:3)</PresentationFormat>
  <Paragraphs>535</Paragraphs>
  <Slides>44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Arial</vt:lpstr>
      <vt:lpstr>Calibri</vt:lpstr>
      <vt:lpstr>Courier New</vt:lpstr>
      <vt:lpstr>Wingdings</vt:lpstr>
      <vt:lpstr>Wingdings 3</vt:lpstr>
      <vt:lpstr>Origin</vt:lpstr>
      <vt:lpstr>CS 4504 Parallel and Distributed Computation  Distributed Lock</vt:lpstr>
      <vt:lpstr>Revisit Distributed Mutex</vt:lpstr>
      <vt:lpstr>Race condition</vt:lpstr>
      <vt:lpstr>Race condition example</vt:lpstr>
      <vt:lpstr>Critical section</vt:lpstr>
      <vt:lpstr>Critical section example</vt:lpstr>
      <vt:lpstr>Lock (mutual exclusion) </vt:lpstr>
      <vt:lpstr>Deadlocks</vt:lpstr>
      <vt:lpstr>Deadlock example</vt:lpstr>
      <vt:lpstr>What is a distributed lock?</vt:lpstr>
      <vt:lpstr>Example</vt:lpstr>
      <vt:lpstr>Example</vt:lpstr>
      <vt:lpstr>Example</vt:lpstr>
      <vt:lpstr>Distributed Locks</vt:lpstr>
      <vt:lpstr>Some Key Questions for Distributed Locks</vt:lpstr>
      <vt:lpstr>1. Distributed locks based on databases</vt:lpstr>
      <vt:lpstr>1. Distributed locks based on databases</vt:lpstr>
      <vt:lpstr>1. Distributed locks based on databases</vt:lpstr>
      <vt:lpstr>1. Distributed locks based on databases</vt:lpstr>
      <vt:lpstr>1. Distributed locks based on databases</vt:lpstr>
      <vt:lpstr>1. Distributed locks based on databases</vt:lpstr>
      <vt:lpstr>1. Distributed locks based on databases</vt:lpstr>
      <vt:lpstr>1. Distributed locks based on databases</vt:lpstr>
      <vt:lpstr>1. Distributed locks based on databases</vt:lpstr>
      <vt:lpstr>1. Distributed locks based on databases</vt:lpstr>
      <vt:lpstr>1. Distributed locks based on databases</vt:lpstr>
      <vt:lpstr>2. Distributed locks based on caches </vt:lpstr>
      <vt:lpstr>2. Distributed locks based on caches </vt:lpstr>
      <vt:lpstr>2. Distributed locks based on caches </vt:lpstr>
      <vt:lpstr>2. Distributed locks based on caches </vt:lpstr>
      <vt:lpstr>2. Distributed locks based on caches </vt:lpstr>
      <vt:lpstr>2. Distributed locks based on caches </vt:lpstr>
      <vt:lpstr>2. Distributed locks based on caches </vt:lpstr>
      <vt:lpstr>2. Distributed locks based on caches </vt:lpstr>
      <vt:lpstr>2. Distributed locks based on caches </vt:lpstr>
      <vt:lpstr>2. Distributed locks based on caches </vt:lpstr>
      <vt:lpstr>3. Distributed locks based on ZooKeeper </vt:lpstr>
      <vt:lpstr>3. Distributed locks based on ZooKeeper </vt:lpstr>
      <vt:lpstr>3. Distributed locks based on ZooKeeper </vt:lpstr>
      <vt:lpstr>3. Distributed locks based on ZooKeeper </vt:lpstr>
      <vt:lpstr>3. Distributed locks based on ZooKeeper </vt:lpstr>
      <vt:lpstr>3. Distributed locks based on ZooKeeper </vt:lpstr>
      <vt:lpstr>3. Distributed locks based on ZooKeeper </vt:lpstr>
      <vt:lpstr>Comparison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Reference-Driven Performance Anomaly Identification</dc:title>
  <dc:creator/>
  <cp:lastModifiedBy>Kun Suo</cp:lastModifiedBy>
  <cp:revision>1446</cp:revision>
  <dcterms:created xsi:type="dcterms:W3CDTF">2012-08-09T04:56:17Z</dcterms:created>
  <dcterms:modified xsi:type="dcterms:W3CDTF">2026-08-19T15:25:40Z</dcterms:modified>
</cp:coreProperties>
</file>
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26"/>
  </p:notesMasterIdLst>
  <p:handoutMasterIdLst>
    <p:handoutMasterId r:id="rId27"/>
  </p:handoutMasterIdLst>
  <p:sldIdLst>
    <p:sldId id="256" r:id="rId2"/>
    <p:sldId id="455" r:id="rId3"/>
    <p:sldId id="481" r:id="rId4"/>
    <p:sldId id="482" r:id="rId5"/>
    <p:sldId id="483" r:id="rId6"/>
    <p:sldId id="498" r:id="rId7"/>
    <p:sldId id="499" r:id="rId8"/>
    <p:sldId id="484" r:id="rId9"/>
    <p:sldId id="500" r:id="rId10"/>
    <p:sldId id="485" r:id="rId11"/>
    <p:sldId id="486" r:id="rId12"/>
    <p:sldId id="487" r:id="rId13"/>
    <p:sldId id="488" r:id="rId14"/>
    <p:sldId id="489" r:id="rId15"/>
    <p:sldId id="490" r:id="rId16"/>
    <p:sldId id="491" r:id="rId17"/>
    <p:sldId id="492" r:id="rId18"/>
    <p:sldId id="493" r:id="rId19"/>
    <p:sldId id="494" r:id="rId20"/>
    <p:sldId id="495" r:id="rId21"/>
    <p:sldId id="496" r:id="rId22"/>
    <p:sldId id="497" r:id="rId23"/>
    <p:sldId id="501" r:id="rId24"/>
    <p:sldId id="502" r:id="rId25"/>
  </p:sldIdLst>
  <p:sldSz cx="9144000" cy="6858000" type="screen4x3"/>
  <p:notesSz cx="6794500" cy="9918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141F8C-9F67-FD46-9950-8A728AE63144}" v="139" dt="2019-11-28T02:24:26.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016" autoAdjust="0"/>
    <p:restoredTop sz="94709" autoAdjust="0"/>
  </p:normalViewPr>
  <p:slideViewPr>
    <p:cSldViewPr>
      <p:cViewPr varScale="1">
        <p:scale>
          <a:sx n="123" d="100"/>
          <a:sy n="123" d="100"/>
        </p:scale>
        <p:origin x="116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888" y="642"/>
      </p:cViewPr>
      <p:guideLst>
        <p:guide orient="horz" pos="3124"/>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 Suo" userId="41c30799-3a2b-4880-86a3-8488be07954a" providerId="ADAL" clId="{F6141F8C-9F67-FD46-9950-8A728AE63144}"/>
    <pc:docChg chg="undo custSel addSld delSld modSld">
      <pc:chgData name="Kun Suo" userId="41c30799-3a2b-4880-86a3-8488be07954a" providerId="ADAL" clId="{F6141F8C-9F67-FD46-9950-8A728AE63144}" dt="2019-11-28T02:24:35.448" v="1691" actId="27636"/>
      <pc:docMkLst>
        <pc:docMk/>
      </pc:docMkLst>
      <pc:sldChg chg="modSp">
        <pc:chgData name="Kun Suo" userId="41c30799-3a2b-4880-86a3-8488be07954a" providerId="ADAL" clId="{F6141F8C-9F67-FD46-9950-8A728AE63144}" dt="2019-11-28T00:58:16.744" v="4" actId="20577"/>
        <pc:sldMkLst>
          <pc:docMk/>
          <pc:sldMk cId="0" sldId="256"/>
        </pc:sldMkLst>
        <pc:spChg chg="mod">
          <ac:chgData name="Kun Suo" userId="41c30799-3a2b-4880-86a3-8488be07954a" providerId="ADAL" clId="{F6141F8C-9F67-FD46-9950-8A728AE63144}" dt="2019-11-28T00:58:16.744" v="4" actId="20577"/>
          <ac:spMkLst>
            <pc:docMk/>
            <pc:sldMk cId="0" sldId="256"/>
            <ac:spMk id="2" creationId="{00000000-0000-0000-0000-000000000000}"/>
          </ac:spMkLst>
        </pc:spChg>
      </pc:sldChg>
      <pc:sldChg chg="addSp modSp">
        <pc:chgData name="Kun Suo" userId="41c30799-3a2b-4880-86a3-8488be07954a" providerId="ADAL" clId="{F6141F8C-9F67-FD46-9950-8A728AE63144}" dt="2019-11-28T01:01:38.717" v="46" actId="20577"/>
        <pc:sldMkLst>
          <pc:docMk/>
          <pc:sldMk cId="2124369641" sldId="455"/>
        </pc:sldMkLst>
        <pc:spChg chg="mod">
          <ac:chgData name="Kun Suo" userId="41c30799-3a2b-4880-86a3-8488be07954a" providerId="ADAL" clId="{F6141F8C-9F67-FD46-9950-8A728AE63144}" dt="2019-11-28T01:01:38.717" v="46" actId="20577"/>
          <ac:spMkLst>
            <pc:docMk/>
            <pc:sldMk cId="2124369641" sldId="455"/>
            <ac:spMk id="2" creationId="{FFC2855A-DEE2-0D40-A6B6-D55DE7EB2980}"/>
          </ac:spMkLst>
        </pc:spChg>
        <pc:spChg chg="mod">
          <ac:chgData name="Kun Suo" userId="41c30799-3a2b-4880-86a3-8488be07954a" providerId="ADAL" clId="{F6141F8C-9F67-FD46-9950-8A728AE63144}" dt="2019-11-28T01:01:26.040" v="35" actId="27636"/>
          <ac:spMkLst>
            <pc:docMk/>
            <pc:sldMk cId="2124369641" sldId="455"/>
            <ac:spMk id="6" creationId="{84ACBAF7-8B38-FB46-A0A9-659634E70926}"/>
          </ac:spMkLst>
        </pc:spChg>
        <pc:grpChg chg="add mod">
          <ac:chgData name="Kun Suo" userId="41c30799-3a2b-4880-86a3-8488be07954a" providerId="ADAL" clId="{F6141F8C-9F67-FD46-9950-8A728AE63144}" dt="2019-11-28T01:00:10.543" v="6" actId="1076"/>
          <ac:grpSpMkLst>
            <pc:docMk/>
            <pc:sldMk cId="2124369641" sldId="455"/>
            <ac:grpSpMk id="7" creationId="{17C2FF42-A4B8-8D43-A3EE-4D0CD00A28C7}"/>
          </ac:grpSpMkLst>
        </pc:grpChg>
      </pc:sldChg>
      <pc:sldChg chg="modSp add">
        <pc:chgData name="Kun Suo" userId="41c30799-3a2b-4880-86a3-8488be07954a" providerId="ADAL" clId="{F6141F8C-9F67-FD46-9950-8A728AE63144}" dt="2019-11-28T01:03:09.447" v="78" actId="313"/>
        <pc:sldMkLst>
          <pc:docMk/>
          <pc:sldMk cId="1622086972" sldId="481"/>
        </pc:sldMkLst>
        <pc:spChg chg="mod">
          <ac:chgData name="Kun Suo" userId="41c30799-3a2b-4880-86a3-8488be07954a" providerId="ADAL" clId="{F6141F8C-9F67-FD46-9950-8A728AE63144}" dt="2019-11-28T01:03:09.447" v="78" actId="313"/>
          <ac:spMkLst>
            <pc:docMk/>
            <pc:sldMk cId="1622086972" sldId="481"/>
            <ac:spMk id="5" creationId="{1DC6A654-5708-194F-B071-0409CC10CA43}"/>
          </ac:spMkLst>
        </pc:spChg>
      </pc:sldChg>
      <pc:sldChg chg="addSp modSp add">
        <pc:chgData name="Kun Suo" userId="41c30799-3a2b-4880-86a3-8488be07954a" providerId="ADAL" clId="{F6141F8C-9F67-FD46-9950-8A728AE63144}" dt="2019-11-28T01:09:42.493" v="176" actId="20577"/>
        <pc:sldMkLst>
          <pc:docMk/>
          <pc:sldMk cId="2414047218" sldId="482"/>
        </pc:sldMkLst>
        <pc:spChg chg="mod">
          <ac:chgData name="Kun Suo" userId="41c30799-3a2b-4880-86a3-8488be07954a" providerId="ADAL" clId="{F6141F8C-9F67-FD46-9950-8A728AE63144}" dt="2019-11-28T01:09:42.493" v="176" actId="20577"/>
          <ac:spMkLst>
            <pc:docMk/>
            <pc:sldMk cId="2414047218" sldId="482"/>
            <ac:spMk id="2" creationId="{D6D917CC-C480-7D4E-B8FA-23F78DFA8D41}"/>
          </ac:spMkLst>
        </pc:spChg>
        <pc:spChg chg="mod">
          <ac:chgData name="Kun Suo" userId="41c30799-3a2b-4880-86a3-8488be07954a" providerId="ADAL" clId="{F6141F8C-9F67-FD46-9950-8A728AE63144}" dt="2019-11-28T01:08:11.768" v="144" actId="27636"/>
          <ac:spMkLst>
            <pc:docMk/>
            <pc:sldMk cId="2414047218" sldId="482"/>
            <ac:spMk id="5" creationId="{6134FB10-9353-8D42-B7CD-60AEFFA6E2EF}"/>
          </ac:spMkLst>
        </pc:spChg>
        <pc:picChg chg="add mod">
          <ac:chgData name="Kun Suo" userId="41c30799-3a2b-4880-86a3-8488be07954a" providerId="ADAL" clId="{F6141F8C-9F67-FD46-9950-8A728AE63144}" dt="2019-11-28T01:09:16.267" v="154" actId="1076"/>
          <ac:picMkLst>
            <pc:docMk/>
            <pc:sldMk cId="2414047218" sldId="482"/>
            <ac:picMk id="6" creationId="{2310A6A3-31CC-D54B-B42F-EEE948E4819B}"/>
          </ac:picMkLst>
        </pc:picChg>
        <pc:picChg chg="add mod">
          <ac:chgData name="Kun Suo" userId="41c30799-3a2b-4880-86a3-8488be07954a" providerId="ADAL" clId="{F6141F8C-9F67-FD46-9950-8A728AE63144}" dt="2019-11-28T01:09:15.195" v="153" actId="1076"/>
          <ac:picMkLst>
            <pc:docMk/>
            <pc:sldMk cId="2414047218" sldId="482"/>
            <ac:picMk id="7" creationId="{8F2678C2-79C0-684F-8161-2D3A583D74C5}"/>
          </ac:picMkLst>
        </pc:picChg>
        <pc:picChg chg="add mod">
          <ac:chgData name="Kun Suo" userId="41c30799-3a2b-4880-86a3-8488be07954a" providerId="ADAL" clId="{F6141F8C-9F67-FD46-9950-8A728AE63144}" dt="2019-11-28T01:09:12.897" v="152" actId="1076"/>
          <ac:picMkLst>
            <pc:docMk/>
            <pc:sldMk cId="2414047218" sldId="482"/>
            <ac:picMk id="8" creationId="{84346C5A-FC1C-BD49-97B6-7DEBDA088F87}"/>
          </ac:picMkLst>
        </pc:picChg>
      </pc:sldChg>
      <pc:sldChg chg="addSp modSp add">
        <pc:chgData name="Kun Suo" userId="41c30799-3a2b-4880-86a3-8488be07954a" providerId="ADAL" clId="{F6141F8C-9F67-FD46-9950-8A728AE63144}" dt="2019-11-28T01:10:54.931" v="198" actId="1076"/>
        <pc:sldMkLst>
          <pc:docMk/>
          <pc:sldMk cId="2907298686" sldId="483"/>
        </pc:sldMkLst>
        <pc:spChg chg="mod">
          <ac:chgData name="Kun Suo" userId="41c30799-3a2b-4880-86a3-8488be07954a" providerId="ADAL" clId="{F6141F8C-9F67-FD46-9950-8A728AE63144}" dt="2019-11-28T01:09:52.616" v="192" actId="20577"/>
          <ac:spMkLst>
            <pc:docMk/>
            <pc:sldMk cId="2907298686" sldId="483"/>
            <ac:spMk id="2" creationId="{E1A1CE74-7196-8543-AA38-E9A7EA191ABF}"/>
          </ac:spMkLst>
        </pc:spChg>
        <pc:spChg chg="mod">
          <ac:chgData name="Kun Suo" userId="41c30799-3a2b-4880-86a3-8488be07954a" providerId="ADAL" clId="{F6141F8C-9F67-FD46-9950-8A728AE63144}" dt="2019-11-28T01:10:48.426" v="194" actId="27636"/>
          <ac:spMkLst>
            <pc:docMk/>
            <pc:sldMk cId="2907298686" sldId="483"/>
            <ac:spMk id="5" creationId="{571AF1DE-26FF-084A-B852-4C1A7B94C2F6}"/>
          </ac:spMkLst>
        </pc:spChg>
        <pc:picChg chg="add mod">
          <ac:chgData name="Kun Suo" userId="41c30799-3a2b-4880-86a3-8488be07954a" providerId="ADAL" clId="{F6141F8C-9F67-FD46-9950-8A728AE63144}" dt="2019-11-28T01:10:54.931" v="198" actId="1076"/>
          <ac:picMkLst>
            <pc:docMk/>
            <pc:sldMk cId="2907298686" sldId="483"/>
            <ac:picMk id="6" creationId="{FBB20CE9-6CB1-024A-AE0A-7EDD38FBF7E6}"/>
          </ac:picMkLst>
        </pc:picChg>
      </pc:sldChg>
      <pc:sldChg chg="modSp add">
        <pc:chgData name="Kun Suo" userId="41c30799-3a2b-4880-86a3-8488be07954a" providerId="ADAL" clId="{F6141F8C-9F67-FD46-9950-8A728AE63144}" dt="2019-11-28T01:12:44.793" v="272" actId="20577"/>
        <pc:sldMkLst>
          <pc:docMk/>
          <pc:sldMk cId="3884806758" sldId="484"/>
        </pc:sldMkLst>
        <pc:spChg chg="mod">
          <ac:chgData name="Kun Suo" userId="41c30799-3a2b-4880-86a3-8488be07954a" providerId="ADAL" clId="{F6141F8C-9F67-FD46-9950-8A728AE63144}" dt="2019-11-28T01:11:25.502" v="223" actId="20577"/>
          <ac:spMkLst>
            <pc:docMk/>
            <pc:sldMk cId="3884806758" sldId="484"/>
            <ac:spMk id="2" creationId="{F1D03A28-7448-F446-A33E-69E317A00154}"/>
          </ac:spMkLst>
        </pc:spChg>
        <pc:spChg chg="mod">
          <ac:chgData name="Kun Suo" userId="41c30799-3a2b-4880-86a3-8488be07954a" providerId="ADAL" clId="{F6141F8C-9F67-FD46-9950-8A728AE63144}" dt="2019-11-28T01:12:44.793" v="272" actId="20577"/>
          <ac:spMkLst>
            <pc:docMk/>
            <pc:sldMk cId="3884806758" sldId="484"/>
            <ac:spMk id="5" creationId="{011D598C-AF3F-534D-8711-9DAB6A09664B}"/>
          </ac:spMkLst>
        </pc:spChg>
      </pc:sldChg>
      <pc:sldChg chg="addSp modSp add">
        <pc:chgData name="Kun Suo" userId="41c30799-3a2b-4880-86a3-8488be07954a" providerId="ADAL" clId="{F6141F8C-9F67-FD46-9950-8A728AE63144}" dt="2019-11-28T01:17:33.958" v="345" actId="1076"/>
        <pc:sldMkLst>
          <pc:docMk/>
          <pc:sldMk cId="3075403680" sldId="485"/>
        </pc:sldMkLst>
        <pc:spChg chg="mod">
          <ac:chgData name="Kun Suo" userId="41c30799-3a2b-4880-86a3-8488be07954a" providerId="ADAL" clId="{F6141F8C-9F67-FD46-9950-8A728AE63144}" dt="2019-11-28T01:14:52.853" v="301" actId="20577"/>
          <ac:spMkLst>
            <pc:docMk/>
            <pc:sldMk cId="3075403680" sldId="485"/>
            <ac:spMk id="2" creationId="{D79F4A7D-DF95-9D41-9ABC-ADE13666C2AB}"/>
          </ac:spMkLst>
        </pc:spChg>
        <pc:spChg chg="mod">
          <ac:chgData name="Kun Suo" userId="41c30799-3a2b-4880-86a3-8488be07954a" providerId="ADAL" clId="{F6141F8C-9F67-FD46-9950-8A728AE63144}" dt="2019-11-28T01:17:24.628" v="342" actId="27636"/>
          <ac:spMkLst>
            <pc:docMk/>
            <pc:sldMk cId="3075403680" sldId="485"/>
            <ac:spMk id="5" creationId="{2F8B5D9B-6F4E-CE47-B8CC-DCEB3FD13051}"/>
          </ac:spMkLst>
        </pc:spChg>
        <pc:picChg chg="add mod">
          <ac:chgData name="Kun Suo" userId="41c30799-3a2b-4880-86a3-8488be07954a" providerId="ADAL" clId="{F6141F8C-9F67-FD46-9950-8A728AE63144}" dt="2019-11-28T01:17:33.958" v="345" actId="1076"/>
          <ac:picMkLst>
            <pc:docMk/>
            <pc:sldMk cId="3075403680" sldId="485"/>
            <ac:picMk id="6" creationId="{18FB0F87-323B-4142-8BC2-3B05AA130768}"/>
          </ac:picMkLst>
        </pc:picChg>
      </pc:sldChg>
      <pc:sldChg chg="addSp modSp add">
        <pc:chgData name="Kun Suo" userId="41c30799-3a2b-4880-86a3-8488be07954a" providerId="ADAL" clId="{F6141F8C-9F67-FD46-9950-8A728AE63144}" dt="2019-11-28T01:26:38.576" v="557" actId="20577"/>
        <pc:sldMkLst>
          <pc:docMk/>
          <pc:sldMk cId="1572390847" sldId="486"/>
        </pc:sldMkLst>
        <pc:spChg chg="mod">
          <ac:chgData name="Kun Suo" userId="41c30799-3a2b-4880-86a3-8488be07954a" providerId="ADAL" clId="{F6141F8C-9F67-FD46-9950-8A728AE63144}" dt="2019-11-28T01:18:05.819" v="347"/>
          <ac:spMkLst>
            <pc:docMk/>
            <pc:sldMk cId="1572390847" sldId="486"/>
            <ac:spMk id="2" creationId="{DF96F4B9-3F21-BA4E-B6BB-6EBFBF67F3B6}"/>
          </ac:spMkLst>
        </pc:spChg>
        <pc:spChg chg="mod">
          <ac:chgData name="Kun Suo" userId="41c30799-3a2b-4880-86a3-8488be07954a" providerId="ADAL" clId="{F6141F8C-9F67-FD46-9950-8A728AE63144}" dt="2019-11-28T01:20:20.452" v="394" actId="27636"/>
          <ac:spMkLst>
            <pc:docMk/>
            <pc:sldMk cId="1572390847" sldId="486"/>
            <ac:spMk id="5" creationId="{09AABF40-5058-AB4A-979D-F037BF40ECB6}"/>
          </ac:spMkLst>
        </pc:spChg>
        <pc:spChg chg="add mod">
          <ac:chgData name="Kun Suo" userId="41c30799-3a2b-4880-86a3-8488be07954a" providerId="ADAL" clId="{F6141F8C-9F67-FD46-9950-8A728AE63144}" dt="2019-11-28T01:23:45.657" v="479" actId="14100"/>
          <ac:spMkLst>
            <pc:docMk/>
            <pc:sldMk cId="1572390847" sldId="486"/>
            <ac:spMk id="6" creationId="{7FF20D4C-EB7B-A24B-91ED-84CFEE0E2B5A}"/>
          </ac:spMkLst>
        </pc:spChg>
        <pc:spChg chg="add mod">
          <ac:chgData name="Kun Suo" userId="41c30799-3a2b-4880-86a3-8488be07954a" providerId="ADAL" clId="{F6141F8C-9F67-FD46-9950-8A728AE63144}" dt="2019-11-28T01:25:40.266" v="520" actId="1076"/>
          <ac:spMkLst>
            <pc:docMk/>
            <pc:sldMk cId="1572390847" sldId="486"/>
            <ac:spMk id="7" creationId="{71749CA2-C074-7A49-9F21-4A71581DAA65}"/>
          </ac:spMkLst>
        </pc:spChg>
        <pc:spChg chg="add mod">
          <ac:chgData name="Kun Suo" userId="41c30799-3a2b-4880-86a3-8488be07954a" providerId="ADAL" clId="{F6141F8C-9F67-FD46-9950-8A728AE63144}" dt="2019-11-28T01:24:27.409" v="491" actId="1076"/>
          <ac:spMkLst>
            <pc:docMk/>
            <pc:sldMk cId="1572390847" sldId="486"/>
            <ac:spMk id="8" creationId="{FC3910DE-3E95-7C49-A72E-2E12E3FDBC70}"/>
          </ac:spMkLst>
        </pc:spChg>
        <pc:spChg chg="add mod">
          <ac:chgData name="Kun Suo" userId="41c30799-3a2b-4880-86a3-8488be07954a" providerId="ADAL" clId="{F6141F8C-9F67-FD46-9950-8A728AE63144}" dt="2019-11-28T01:23:50.185" v="480" actId="1076"/>
          <ac:spMkLst>
            <pc:docMk/>
            <pc:sldMk cId="1572390847" sldId="486"/>
            <ac:spMk id="9" creationId="{02C10485-B203-F14F-8E2D-667A5FDAA067}"/>
          </ac:spMkLst>
        </pc:spChg>
        <pc:spChg chg="add mod">
          <ac:chgData name="Kun Suo" userId="41c30799-3a2b-4880-86a3-8488be07954a" providerId="ADAL" clId="{F6141F8C-9F67-FD46-9950-8A728AE63144}" dt="2019-11-28T01:23:50.185" v="480" actId="1076"/>
          <ac:spMkLst>
            <pc:docMk/>
            <pc:sldMk cId="1572390847" sldId="486"/>
            <ac:spMk id="10" creationId="{778C0230-5A71-E643-93D6-29D308BAAC44}"/>
          </ac:spMkLst>
        </pc:spChg>
        <pc:spChg chg="add mod">
          <ac:chgData name="Kun Suo" userId="41c30799-3a2b-4880-86a3-8488be07954a" providerId="ADAL" clId="{F6141F8C-9F67-FD46-9950-8A728AE63144}" dt="2019-11-28T01:24:23.059" v="490" actId="1076"/>
          <ac:spMkLst>
            <pc:docMk/>
            <pc:sldMk cId="1572390847" sldId="486"/>
            <ac:spMk id="11" creationId="{7C676F99-A5F0-1345-BD3A-1B5A2F52F839}"/>
          </ac:spMkLst>
        </pc:spChg>
        <pc:spChg chg="add mod">
          <ac:chgData name="Kun Suo" userId="41c30799-3a2b-4880-86a3-8488be07954a" providerId="ADAL" clId="{F6141F8C-9F67-FD46-9950-8A728AE63144}" dt="2019-11-28T01:24:27.409" v="491" actId="1076"/>
          <ac:spMkLst>
            <pc:docMk/>
            <pc:sldMk cId="1572390847" sldId="486"/>
            <ac:spMk id="12" creationId="{745FC102-B5C7-9245-B08C-F7F1219C35D2}"/>
          </ac:spMkLst>
        </pc:spChg>
        <pc:spChg chg="add mod">
          <ac:chgData name="Kun Suo" userId="41c30799-3a2b-4880-86a3-8488be07954a" providerId="ADAL" clId="{F6141F8C-9F67-FD46-9950-8A728AE63144}" dt="2019-11-28T01:23:26.873" v="475" actId="1076"/>
          <ac:spMkLst>
            <pc:docMk/>
            <pc:sldMk cId="1572390847" sldId="486"/>
            <ac:spMk id="13" creationId="{8FACD4ED-DDA6-3847-87CE-88835F10C870}"/>
          </ac:spMkLst>
        </pc:spChg>
        <pc:spChg chg="add mod">
          <ac:chgData name="Kun Suo" userId="41c30799-3a2b-4880-86a3-8488be07954a" providerId="ADAL" clId="{F6141F8C-9F67-FD46-9950-8A728AE63144}" dt="2019-11-28T01:23:55.377" v="481" actId="1076"/>
          <ac:spMkLst>
            <pc:docMk/>
            <pc:sldMk cId="1572390847" sldId="486"/>
            <ac:spMk id="14" creationId="{84F0FA0E-7E8D-F140-B3F1-4A396E651F76}"/>
          </ac:spMkLst>
        </pc:spChg>
        <pc:spChg chg="add mod">
          <ac:chgData name="Kun Suo" userId="41c30799-3a2b-4880-86a3-8488be07954a" providerId="ADAL" clId="{F6141F8C-9F67-FD46-9950-8A728AE63144}" dt="2019-11-28T01:23:58.266" v="482" actId="13822"/>
          <ac:spMkLst>
            <pc:docMk/>
            <pc:sldMk cId="1572390847" sldId="486"/>
            <ac:spMk id="15" creationId="{28ACA7CA-BDE5-FD4E-90F0-0F8701D66C9A}"/>
          </ac:spMkLst>
        </pc:spChg>
        <pc:spChg chg="add mod">
          <ac:chgData name="Kun Suo" userId="41c30799-3a2b-4880-86a3-8488be07954a" providerId="ADAL" clId="{F6141F8C-9F67-FD46-9950-8A728AE63144}" dt="2019-11-28T01:24:11.266" v="488" actId="13822"/>
          <ac:spMkLst>
            <pc:docMk/>
            <pc:sldMk cId="1572390847" sldId="486"/>
            <ac:spMk id="16" creationId="{DC56732C-00E5-664C-A698-9D4BE8278FB8}"/>
          </ac:spMkLst>
        </pc:spChg>
        <pc:spChg chg="add mod">
          <ac:chgData name="Kun Suo" userId="41c30799-3a2b-4880-86a3-8488be07954a" providerId="ADAL" clId="{F6141F8C-9F67-FD46-9950-8A728AE63144}" dt="2019-11-28T01:24:07.754" v="487" actId="13822"/>
          <ac:spMkLst>
            <pc:docMk/>
            <pc:sldMk cId="1572390847" sldId="486"/>
            <ac:spMk id="17" creationId="{94EDED60-3C75-1A45-B9A1-51DE177986E6}"/>
          </ac:spMkLst>
        </pc:spChg>
        <pc:spChg chg="add mod">
          <ac:chgData name="Kun Suo" userId="41c30799-3a2b-4880-86a3-8488be07954a" providerId="ADAL" clId="{F6141F8C-9F67-FD46-9950-8A728AE63144}" dt="2019-11-28T01:26:23.528" v="539" actId="207"/>
          <ac:spMkLst>
            <pc:docMk/>
            <pc:sldMk cId="1572390847" sldId="486"/>
            <ac:spMk id="38" creationId="{91305C47-3185-2D4B-9F0C-A4C0F12FC364}"/>
          </ac:spMkLst>
        </pc:spChg>
        <pc:spChg chg="add mod">
          <ac:chgData name="Kun Suo" userId="41c30799-3a2b-4880-86a3-8488be07954a" providerId="ADAL" clId="{F6141F8C-9F67-FD46-9950-8A728AE63144}" dt="2019-11-28T01:26:33.088" v="549" actId="1076"/>
          <ac:spMkLst>
            <pc:docMk/>
            <pc:sldMk cId="1572390847" sldId="486"/>
            <ac:spMk id="39" creationId="{6D6E5948-D722-884C-8E8D-3C4B761D0262}"/>
          </ac:spMkLst>
        </pc:spChg>
        <pc:spChg chg="add mod">
          <ac:chgData name="Kun Suo" userId="41c30799-3a2b-4880-86a3-8488be07954a" providerId="ADAL" clId="{F6141F8C-9F67-FD46-9950-8A728AE63144}" dt="2019-11-28T01:26:38.576" v="557" actId="20577"/>
          <ac:spMkLst>
            <pc:docMk/>
            <pc:sldMk cId="1572390847" sldId="486"/>
            <ac:spMk id="40" creationId="{15906B02-1AAC-D841-ACF5-BF33732C498C}"/>
          </ac:spMkLst>
        </pc:spChg>
        <pc:cxnChg chg="add mod">
          <ac:chgData name="Kun Suo" userId="41c30799-3a2b-4880-86a3-8488be07954a" providerId="ADAL" clId="{F6141F8C-9F67-FD46-9950-8A728AE63144}" dt="2019-11-28T01:25:58.955" v="522" actId="208"/>
          <ac:cxnSpMkLst>
            <pc:docMk/>
            <pc:sldMk cId="1572390847" sldId="486"/>
            <ac:cxnSpMk id="19" creationId="{81D05315-406E-1447-86C7-780D332064DF}"/>
          </ac:cxnSpMkLst>
        </pc:cxnChg>
        <pc:cxnChg chg="add mod">
          <ac:chgData name="Kun Suo" userId="41c30799-3a2b-4880-86a3-8488be07954a" providerId="ADAL" clId="{F6141F8C-9F67-FD46-9950-8A728AE63144}" dt="2019-11-28T01:25:58.955" v="522" actId="208"/>
          <ac:cxnSpMkLst>
            <pc:docMk/>
            <pc:sldMk cId="1572390847" sldId="486"/>
            <ac:cxnSpMk id="21" creationId="{D6E1D331-19EB-D94B-A7A8-773BEDFB3BA7}"/>
          </ac:cxnSpMkLst>
        </pc:cxnChg>
        <pc:cxnChg chg="add mod">
          <ac:chgData name="Kun Suo" userId="41c30799-3a2b-4880-86a3-8488be07954a" providerId="ADAL" clId="{F6141F8C-9F67-FD46-9950-8A728AE63144}" dt="2019-11-28T01:25:58.955" v="522" actId="208"/>
          <ac:cxnSpMkLst>
            <pc:docMk/>
            <pc:sldMk cId="1572390847" sldId="486"/>
            <ac:cxnSpMk id="23" creationId="{7E3CADB8-75D7-0E44-B6C6-0DCF60BEDCA5}"/>
          </ac:cxnSpMkLst>
        </pc:cxnChg>
        <pc:cxnChg chg="add mod">
          <ac:chgData name="Kun Suo" userId="41c30799-3a2b-4880-86a3-8488be07954a" providerId="ADAL" clId="{F6141F8C-9F67-FD46-9950-8A728AE63144}" dt="2019-11-28T01:25:58.955" v="522" actId="208"/>
          <ac:cxnSpMkLst>
            <pc:docMk/>
            <pc:sldMk cId="1572390847" sldId="486"/>
            <ac:cxnSpMk id="24" creationId="{BEE0E719-F2FF-874E-B8AB-F3D9DB7E59BA}"/>
          </ac:cxnSpMkLst>
        </pc:cxnChg>
        <pc:cxnChg chg="add mod">
          <ac:chgData name="Kun Suo" userId="41c30799-3a2b-4880-86a3-8488be07954a" providerId="ADAL" clId="{F6141F8C-9F67-FD46-9950-8A728AE63144}" dt="2019-11-28T01:25:58.955" v="522" actId="208"/>
          <ac:cxnSpMkLst>
            <pc:docMk/>
            <pc:sldMk cId="1572390847" sldId="486"/>
            <ac:cxnSpMk id="27" creationId="{118C9D8D-F60E-034C-95DE-CCAE4C02AF37}"/>
          </ac:cxnSpMkLst>
        </pc:cxnChg>
        <pc:cxnChg chg="add mod">
          <ac:chgData name="Kun Suo" userId="41c30799-3a2b-4880-86a3-8488be07954a" providerId="ADAL" clId="{F6141F8C-9F67-FD46-9950-8A728AE63144}" dt="2019-11-28T01:25:58.955" v="522" actId="208"/>
          <ac:cxnSpMkLst>
            <pc:docMk/>
            <pc:sldMk cId="1572390847" sldId="486"/>
            <ac:cxnSpMk id="29" creationId="{5C924BE7-78B0-2B44-BA19-1910968EAE23}"/>
          </ac:cxnSpMkLst>
        </pc:cxnChg>
        <pc:cxnChg chg="add mod">
          <ac:chgData name="Kun Suo" userId="41c30799-3a2b-4880-86a3-8488be07954a" providerId="ADAL" clId="{F6141F8C-9F67-FD46-9950-8A728AE63144}" dt="2019-11-28T01:25:58.955" v="522" actId="208"/>
          <ac:cxnSpMkLst>
            <pc:docMk/>
            <pc:sldMk cId="1572390847" sldId="486"/>
            <ac:cxnSpMk id="31" creationId="{A13AF253-BA12-A94E-8A73-A4B4A5089169}"/>
          </ac:cxnSpMkLst>
        </pc:cxnChg>
        <pc:cxnChg chg="add mod">
          <ac:chgData name="Kun Suo" userId="41c30799-3a2b-4880-86a3-8488be07954a" providerId="ADAL" clId="{F6141F8C-9F67-FD46-9950-8A728AE63144}" dt="2019-11-28T01:25:58.955" v="522" actId="208"/>
          <ac:cxnSpMkLst>
            <pc:docMk/>
            <pc:sldMk cId="1572390847" sldId="486"/>
            <ac:cxnSpMk id="33" creationId="{EE2FC2D4-B894-EC4F-A9C7-39A14755EB90}"/>
          </ac:cxnSpMkLst>
        </pc:cxnChg>
      </pc:sldChg>
      <pc:sldChg chg="modSp add">
        <pc:chgData name="Kun Suo" userId="41c30799-3a2b-4880-86a3-8488be07954a" providerId="ADAL" clId="{F6141F8C-9F67-FD46-9950-8A728AE63144}" dt="2019-11-28T01:31:09.932" v="673" actId="20577"/>
        <pc:sldMkLst>
          <pc:docMk/>
          <pc:sldMk cId="732918357" sldId="487"/>
        </pc:sldMkLst>
        <pc:spChg chg="mod">
          <ac:chgData name="Kun Suo" userId="41c30799-3a2b-4880-86a3-8488be07954a" providerId="ADAL" clId="{F6141F8C-9F67-FD46-9950-8A728AE63144}" dt="2019-11-28T01:31:09.932" v="673" actId="20577"/>
          <ac:spMkLst>
            <pc:docMk/>
            <pc:sldMk cId="732918357" sldId="487"/>
            <ac:spMk id="2" creationId="{DF96F4B9-3F21-BA4E-B6BB-6EBFBF67F3B6}"/>
          </ac:spMkLst>
        </pc:spChg>
        <pc:spChg chg="mod">
          <ac:chgData name="Kun Suo" userId="41c30799-3a2b-4880-86a3-8488be07954a" providerId="ADAL" clId="{F6141F8C-9F67-FD46-9950-8A728AE63144}" dt="2019-11-28T01:31:04.484" v="670" actId="27636"/>
          <ac:spMkLst>
            <pc:docMk/>
            <pc:sldMk cId="732918357" sldId="487"/>
            <ac:spMk id="5" creationId="{09AABF40-5058-AB4A-979D-F037BF40ECB6}"/>
          </ac:spMkLst>
        </pc:spChg>
      </pc:sldChg>
      <pc:sldChg chg="modSp add del">
        <pc:chgData name="Kun Suo" userId="41c30799-3a2b-4880-86a3-8488be07954a" providerId="ADAL" clId="{F6141F8C-9F67-FD46-9950-8A728AE63144}" dt="2019-11-28T01:34:49.486" v="815" actId="2696"/>
        <pc:sldMkLst>
          <pc:docMk/>
          <pc:sldMk cId="3322612492" sldId="488"/>
        </pc:sldMkLst>
        <pc:spChg chg="mod">
          <ac:chgData name="Kun Suo" userId="41c30799-3a2b-4880-86a3-8488be07954a" providerId="ADAL" clId="{F6141F8C-9F67-FD46-9950-8A728AE63144}" dt="2019-11-28T01:31:25.988" v="680" actId="20577"/>
          <ac:spMkLst>
            <pc:docMk/>
            <pc:sldMk cId="3322612492" sldId="488"/>
            <ac:spMk id="2" creationId="{DF96F4B9-3F21-BA4E-B6BB-6EBFBF67F3B6}"/>
          </ac:spMkLst>
        </pc:spChg>
        <pc:spChg chg="mod">
          <ac:chgData name="Kun Suo" userId="41c30799-3a2b-4880-86a3-8488be07954a" providerId="ADAL" clId="{F6141F8C-9F67-FD46-9950-8A728AE63144}" dt="2019-11-28T01:34:44.188" v="813" actId="20577"/>
          <ac:spMkLst>
            <pc:docMk/>
            <pc:sldMk cId="3322612492" sldId="488"/>
            <ac:spMk id="5" creationId="{09AABF40-5058-AB4A-979D-F037BF40ECB6}"/>
          </ac:spMkLst>
        </pc:spChg>
      </pc:sldChg>
      <pc:sldChg chg="modSp add">
        <pc:chgData name="Kun Suo" userId="41c30799-3a2b-4880-86a3-8488be07954a" providerId="ADAL" clId="{F6141F8C-9F67-FD46-9950-8A728AE63144}" dt="2019-11-28T01:38:01.762" v="914" actId="20577"/>
        <pc:sldMkLst>
          <pc:docMk/>
          <pc:sldMk cId="3106745273" sldId="489"/>
        </pc:sldMkLst>
        <pc:spChg chg="mod">
          <ac:chgData name="Kun Suo" userId="41c30799-3a2b-4880-86a3-8488be07954a" providerId="ADAL" clId="{F6141F8C-9F67-FD46-9950-8A728AE63144}" dt="2019-11-28T01:35:07.549" v="820" actId="20577"/>
          <ac:spMkLst>
            <pc:docMk/>
            <pc:sldMk cId="3106745273" sldId="489"/>
            <ac:spMk id="2" creationId="{DF96F4B9-3F21-BA4E-B6BB-6EBFBF67F3B6}"/>
          </ac:spMkLst>
        </pc:spChg>
        <pc:spChg chg="mod">
          <ac:chgData name="Kun Suo" userId="41c30799-3a2b-4880-86a3-8488be07954a" providerId="ADAL" clId="{F6141F8C-9F67-FD46-9950-8A728AE63144}" dt="2019-11-28T01:38:01.762" v="914" actId="20577"/>
          <ac:spMkLst>
            <pc:docMk/>
            <pc:sldMk cId="3106745273" sldId="489"/>
            <ac:spMk id="5" creationId="{09AABF40-5058-AB4A-979D-F037BF40ECB6}"/>
          </ac:spMkLst>
        </pc:spChg>
      </pc:sldChg>
      <pc:sldChg chg="addSp modSp add">
        <pc:chgData name="Kun Suo" userId="41c30799-3a2b-4880-86a3-8488be07954a" providerId="ADAL" clId="{F6141F8C-9F67-FD46-9950-8A728AE63144}" dt="2019-11-28T01:45:15.695" v="1043" actId="1076"/>
        <pc:sldMkLst>
          <pc:docMk/>
          <pc:sldMk cId="303164152" sldId="490"/>
        </pc:sldMkLst>
        <pc:spChg chg="mod">
          <ac:chgData name="Kun Suo" userId="41c30799-3a2b-4880-86a3-8488be07954a" providerId="ADAL" clId="{F6141F8C-9F67-FD46-9950-8A728AE63144}" dt="2019-11-28T01:38:34.524" v="949" actId="20577"/>
          <ac:spMkLst>
            <pc:docMk/>
            <pc:sldMk cId="303164152" sldId="490"/>
            <ac:spMk id="2" creationId="{42147E8D-3C0A-8B41-AB96-77D2D3179486}"/>
          </ac:spMkLst>
        </pc:spChg>
        <pc:spChg chg="mod">
          <ac:chgData name="Kun Suo" userId="41c30799-3a2b-4880-86a3-8488be07954a" providerId="ADAL" clId="{F6141F8C-9F67-FD46-9950-8A728AE63144}" dt="2019-11-28T01:41:18.359" v="1040" actId="15"/>
          <ac:spMkLst>
            <pc:docMk/>
            <pc:sldMk cId="303164152" sldId="490"/>
            <ac:spMk id="5" creationId="{CBD60332-10C4-FF42-986E-CA2E6B9E1936}"/>
          </ac:spMkLst>
        </pc:spChg>
        <pc:picChg chg="add mod">
          <ac:chgData name="Kun Suo" userId="41c30799-3a2b-4880-86a3-8488be07954a" providerId="ADAL" clId="{F6141F8C-9F67-FD46-9950-8A728AE63144}" dt="2019-11-28T01:40:42.716" v="1030" actId="1076"/>
          <ac:picMkLst>
            <pc:docMk/>
            <pc:sldMk cId="303164152" sldId="490"/>
            <ac:picMk id="6" creationId="{A4600DD7-2635-1145-A20A-BEED6CF3A1E8}"/>
          </ac:picMkLst>
        </pc:picChg>
        <pc:picChg chg="add mod">
          <ac:chgData name="Kun Suo" userId="41c30799-3a2b-4880-86a3-8488be07954a" providerId="ADAL" clId="{F6141F8C-9F67-FD46-9950-8A728AE63144}" dt="2019-11-28T01:41:05.380" v="1037" actId="1076"/>
          <ac:picMkLst>
            <pc:docMk/>
            <pc:sldMk cId="303164152" sldId="490"/>
            <ac:picMk id="7" creationId="{34989A5D-C4EB-FF42-A069-9D060E3B482C}"/>
          </ac:picMkLst>
        </pc:picChg>
        <pc:picChg chg="add mod">
          <ac:chgData name="Kun Suo" userId="41c30799-3a2b-4880-86a3-8488be07954a" providerId="ADAL" clId="{F6141F8C-9F67-FD46-9950-8A728AE63144}" dt="2019-11-28T01:45:15.695" v="1043" actId="1076"/>
          <ac:picMkLst>
            <pc:docMk/>
            <pc:sldMk cId="303164152" sldId="490"/>
            <ac:picMk id="8" creationId="{60F4A3C7-7D3D-8D48-A90C-4BE17C28B576}"/>
          </ac:picMkLst>
        </pc:picChg>
      </pc:sldChg>
      <pc:sldChg chg="addSp modSp add">
        <pc:chgData name="Kun Suo" userId="41c30799-3a2b-4880-86a3-8488be07954a" providerId="ADAL" clId="{F6141F8C-9F67-FD46-9950-8A728AE63144}" dt="2019-11-28T01:55:10.661" v="1325" actId="1076"/>
        <pc:sldMkLst>
          <pc:docMk/>
          <pc:sldMk cId="4157089652" sldId="491"/>
        </pc:sldMkLst>
        <pc:spChg chg="mod">
          <ac:chgData name="Kun Suo" userId="41c30799-3a2b-4880-86a3-8488be07954a" providerId="ADAL" clId="{F6141F8C-9F67-FD46-9950-8A728AE63144}" dt="2019-11-28T01:45:41.162" v="1052" actId="20577"/>
          <ac:spMkLst>
            <pc:docMk/>
            <pc:sldMk cId="4157089652" sldId="491"/>
            <ac:spMk id="2" creationId="{03464BD0-5F45-D44E-9284-D1624F68DDCF}"/>
          </ac:spMkLst>
        </pc:spChg>
        <pc:spChg chg="mod">
          <ac:chgData name="Kun Suo" userId="41c30799-3a2b-4880-86a3-8488be07954a" providerId="ADAL" clId="{F6141F8C-9F67-FD46-9950-8A728AE63144}" dt="2019-11-28T01:48:00.959" v="1080" actId="27636"/>
          <ac:spMkLst>
            <pc:docMk/>
            <pc:sldMk cId="4157089652" sldId="491"/>
            <ac:spMk id="5" creationId="{D2EC98CF-2CB8-A442-BDC3-F63D9A68080F}"/>
          </ac:spMkLst>
        </pc:spChg>
        <pc:spChg chg="add mod">
          <ac:chgData name="Kun Suo" userId="41c30799-3a2b-4880-86a3-8488be07954a" providerId="ADAL" clId="{F6141F8C-9F67-FD46-9950-8A728AE63144}" dt="2019-11-28T01:55:10.661" v="1325" actId="1076"/>
          <ac:spMkLst>
            <pc:docMk/>
            <pc:sldMk cId="4157089652" sldId="491"/>
            <ac:spMk id="7" creationId="{8570A70D-43C8-E644-8215-09BAA1E4EB25}"/>
          </ac:spMkLst>
        </pc:spChg>
        <pc:picChg chg="add mod">
          <ac:chgData name="Kun Suo" userId="41c30799-3a2b-4880-86a3-8488be07954a" providerId="ADAL" clId="{F6141F8C-9F67-FD46-9950-8A728AE63144}" dt="2019-11-28T01:46:24.808" v="1055" actId="1076"/>
          <ac:picMkLst>
            <pc:docMk/>
            <pc:sldMk cId="4157089652" sldId="491"/>
            <ac:picMk id="6" creationId="{A90C5135-17CB-4242-9D69-30E2BDD5171B}"/>
          </ac:picMkLst>
        </pc:picChg>
      </pc:sldChg>
      <pc:sldChg chg="addSp modSp add">
        <pc:chgData name="Kun Suo" userId="41c30799-3a2b-4880-86a3-8488be07954a" providerId="ADAL" clId="{F6141F8C-9F67-FD46-9950-8A728AE63144}" dt="2019-11-28T01:55:24.471" v="1330" actId="14100"/>
        <pc:sldMkLst>
          <pc:docMk/>
          <pc:sldMk cId="1142353301" sldId="492"/>
        </pc:sldMkLst>
        <pc:spChg chg="mod">
          <ac:chgData name="Kun Suo" userId="41c30799-3a2b-4880-86a3-8488be07954a" providerId="ADAL" clId="{F6141F8C-9F67-FD46-9950-8A728AE63144}" dt="2019-11-28T01:50:05.595" v="1137" actId="27636"/>
          <ac:spMkLst>
            <pc:docMk/>
            <pc:sldMk cId="1142353301" sldId="492"/>
            <ac:spMk id="5" creationId="{D2EC98CF-2CB8-A442-BDC3-F63D9A68080F}"/>
          </ac:spMkLst>
        </pc:spChg>
        <pc:spChg chg="add mod">
          <ac:chgData name="Kun Suo" userId="41c30799-3a2b-4880-86a3-8488be07954a" providerId="ADAL" clId="{F6141F8C-9F67-FD46-9950-8A728AE63144}" dt="2019-11-28T01:55:24.471" v="1330" actId="14100"/>
          <ac:spMkLst>
            <pc:docMk/>
            <pc:sldMk cId="1142353301" sldId="492"/>
            <ac:spMk id="7" creationId="{A348C5B1-933C-F740-BA9A-99703B102856}"/>
          </ac:spMkLst>
        </pc:spChg>
      </pc:sldChg>
      <pc:sldChg chg="addSp modSp add">
        <pc:chgData name="Kun Suo" userId="41c30799-3a2b-4880-86a3-8488be07954a" providerId="ADAL" clId="{F6141F8C-9F67-FD46-9950-8A728AE63144}" dt="2019-11-28T01:55:34.685" v="1333" actId="1076"/>
        <pc:sldMkLst>
          <pc:docMk/>
          <pc:sldMk cId="91526491" sldId="493"/>
        </pc:sldMkLst>
        <pc:spChg chg="mod">
          <ac:chgData name="Kun Suo" userId="41c30799-3a2b-4880-86a3-8488be07954a" providerId="ADAL" clId="{F6141F8C-9F67-FD46-9950-8A728AE63144}" dt="2019-11-28T01:52:26.458" v="1148" actId="20577"/>
          <ac:spMkLst>
            <pc:docMk/>
            <pc:sldMk cId="91526491" sldId="493"/>
            <ac:spMk id="5" creationId="{D2EC98CF-2CB8-A442-BDC3-F63D9A68080F}"/>
          </ac:spMkLst>
        </pc:spChg>
        <pc:spChg chg="add mod">
          <ac:chgData name="Kun Suo" userId="41c30799-3a2b-4880-86a3-8488be07954a" providerId="ADAL" clId="{F6141F8C-9F67-FD46-9950-8A728AE63144}" dt="2019-11-28T01:55:34.685" v="1333" actId="1076"/>
          <ac:spMkLst>
            <pc:docMk/>
            <pc:sldMk cId="91526491" sldId="493"/>
            <ac:spMk id="7" creationId="{F51A9F71-10AB-354E-9484-61899715E458}"/>
          </ac:spMkLst>
        </pc:spChg>
      </pc:sldChg>
      <pc:sldChg chg="addSp modSp add">
        <pc:chgData name="Kun Suo" userId="41c30799-3a2b-4880-86a3-8488be07954a" providerId="ADAL" clId="{F6141F8C-9F67-FD46-9950-8A728AE63144}" dt="2019-11-28T01:55:43.727" v="1337" actId="14100"/>
        <pc:sldMkLst>
          <pc:docMk/>
          <pc:sldMk cId="2068155503" sldId="494"/>
        </pc:sldMkLst>
        <pc:spChg chg="mod">
          <ac:chgData name="Kun Suo" userId="41c30799-3a2b-4880-86a3-8488be07954a" providerId="ADAL" clId="{F6141F8C-9F67-FD46-9950-8A728AE63144}" dt="2019-11-28T01:54:38.557" v="1317" actId="20577"/>
          <ac:spMkLst>
            <pc:docMk/>
            <pc:sldMk cId="2068155503" sldId="494"/>
            <ac:spMk id="5" creationId="{D2EC98CF-2CB8-A442-BDC3-F63D9A68080F}"/>
          </ac:spMkLst>
        </pc:spChg>
        <pc:spChg chg="add mod">
          <ac:chgData name="Kun Suo" userId="41c30799-3a2b-4880-86a3-8488be07954a" providerId="ADAL" clId="{F6141F8C-9F67-FD46-9950-8A728AE63144}" dt="2019-11-28T01:55:43.727" v="1337" actId="14100"/>
          <ac:spMkLst>
            <pc:docMk/>
            <pc:sldMk cId="2068155503" sldId="494"/>
            <ac:spMk id="7" creationId="{5516DCA8-1097-8749-867F-3E154DAC83BD}"/>
          </ac:spMkLst>
        </pc:spChg>
      </pc:sldChg>
      <pc:sldChg chg="addSp delSp modSp add">
        <pc:chgData name="Kun Suo" userId="41c30799-3a2b-4880-86a3-8488be07954a" providerId="ADAL" clId="{F6141F8C-9F67-FD46-9950-8A728AE63144}" dt="2019-11-28T01:58:07.963" v="1402" actId="114"/>
        <pc:sldMkLst>
          <pc:docMk/>
          <pc:sldMk cId="599296160" sldId="495"/>
        </pc:sldMkLst>
        <pc:spChg chg="mod">
          <ac:chgData name="Kun Suo" userId="41c30799-3a2b-4880-86a3-8488be07954a" providerId="ADAL" clId="{F6141F8C-9F67-FD46-9950-8A728AE63144}" dt="2019-11-28T01:58:07.963" v="1402" actId="114"/>
          <ac:spMkLst>
            <pc:docMk/>
            <pc:sldMk cId="599296160" sldId="495"/>
            <ac:spMk id="5" creationId="{D2EC98CF-2CB8-A442-BDC3-F63D9A68080F}"/>
          </ac:spMkLst>
        </pc:spChg>
        <pc:spChg chg="del">
          <ac:chgData name="Kun Suo" userId="41c30799-3a2b-4880-86a3-8488be07954a" providerId="ADAL" clId="{F6141F8C-9F67-FD46-9950-8A728AE63144}" dt="2019-11-28T01:56:33.519" v="1340" actId="478"/>
          <ac:spMkLst>
            <pc:docMk/>
            <pc:sldMk cId="599296160" sldId="495"/>
            <ac:spMk id="7" creationId="{5516DCA8-1097-8749-867F-3E154DAC83BD}"/>
          </ac:spMkLst>
        </pc:spChg>
        <pc:picChg chg="del">
          <ac:chgData name="Kun Suo" userId="41c30799-3a2b-4880-86a3-8488be07954a" providerId="ADAL" clId="{F6141F8C-9F67-FD46-9950-8A728AE63144}" dt="2019-11-28T01:56:32.654" v="1339" actId="478"/>
          <ac:picMkLst>
            <pc:docMk/>
            <pc:sldMk cId="599296160" sldId="495"/>
            <ac:picMk id="6" creationId="{A90C5135-17CB-4242-9D69-30E2BDD5171B}"/>
          </ac:picMkLst>
        </pc:picChg>
        <pc:picChg chg="add mod">
          <ac:chgData name="Kun Suo" userId="41c30799-3a2b-4880-86a3-8488be07954a" providerId="ADAL" clId="{F6141F8C-9F67-FD46-9950-8A728AE63144}" dt="2019-11-28T01:56:41.174" v="1344" actId="1076"/>
          <ac:picMkLst>
            <pc:docMk/>
            <pc:sldMk cId="599296160" sldId="495"/>
            <ac:picMk id="8" creationId="{A454D87E-08A4-014B-A68F-DDDF8F0C5B2B}"/>
          </ac:picMkLst>
        </pc:picChg>
      </pc:sldChg>
      <pc:sldChg chg="addSp modSp add">
        <pc:chgData name="Kun Suo" userId="41c30799-3a2b-4880-86a3-8488be07954a" providerId="ADAL" clId="{F6141F8C-9F67-FD46-9950-8A728AE63144}" dt="2019-11-28T02:01:37.867" v="1434" actId="14100"/>
        <pc:sldMkLst>
          <pc:docMk/>
          <pc:sldMk cId="1348372468" sldId="496"/>
        </pc:sldMkLst>
        <pc:spChg chg="mod">
          <ac:chgData name="Kun Suo" userId="41c30799-3a2b-4880-86a3-8488be07954a" providerId="ADAL" clId="{F6141F8C-9F67-FD46-9950-8A728AE63144}" dt="2019-11-28T02:01:14.975" v="1426" actId="20577"/>
          <ac:spMkLst>
            <pc:docMk/>
            <pc:sldMk cId="1348372468" sldId="496"/>
            <ac:spMk id="5" creationId="{D2EC98CF-2CB8-A442-BDC3-F63D9A68080F}"/>
          </ac:spMkLst>
        </pc:spChg>
        <pc:spChg chg="add mod">
          <ac:chgData name="Kun Suo" userId="41c30799-3a2b-4880-86a3-8488be07954a" providerId="ADAL" clId="{F6141F8C-9F67-FD46-9950-8A728AE63144}" dt="2019-11-28T02:01:37.867" v="1434" actId="14100"/>
          <ac:spMkLst>
            <pc:docMk/>
            <pc:sldMk cId="1348372468" sldId="496"/>
            <ac:spMk id="7" creationId="{3AC5838D-B1E6-B240-ADBB-D27682B88C63}"/>
          </ac:spMkLst>
        </pc:spChg>
      </pc:sldChg>
      <pc:sldChg chg="modSp add">
        <pc:chgData name="Kun Suo" userId="41c30799-3a2b-4880-86a3-8488be07954a" providerId="ADAL" clId="{F6141F8C-9F67-FD46-9950-8A728AE63144}" dt="2019-11-28T02:03:49.120" v="1475" actId="20577"/>
        <pc:sldMkLst>
          <pc:docMk/>
          <pc:sldMk cId="2176849664" sldId="497"/>
        </pc:sldMkLst>
        <pc:spChg chg="mod">
          <ac:chgData name="Kun Suo" userId="41c30799-3a2b-4880-86a3-8488be07954a" providerId="ADAL" clId="{F6141F8C-9F67-FD46-9950-8A728AE63144}" dt="2019-11-28T02:03:49.120" v="1475" actId="20577"/>
          <ac:spMkLst>
            <pc:docMk/>
            <pc:sldMk cId="2176849664" sldId="497"/>
            <ac:spMk id="5" creationId="{D2EC98CF-2CB8-A442-BDC3-F63D9A68080F}"/>
          </ac:spMkLst>
        </pc:spChg>
        <pc:spChg chg="mod">
          <ac:chgData name="Kun Suo" userId="41c30799-3a2b-4880-86a3-8488be07954a" providerId="ADAL" clId="{F6141F8C-9F67-FD46-9950-8A728AE63144}" dt="2019-11-28T02:03:11.733" v="1450" actId="14100"/>
          <ac:spMkLst>
            <pc:docMk/>
            <pc:sldMk cId="2176849664" sldId="497"/>
            <ac:spMk id="7" creationId="{3AC5838D-B1E6-B240-ADBB-D27682B88C63}"/>
          </ac:spMkLst>
        </pc:spChg>
      </pc:sldChg>
      <pc:sldChg chg="addSp modSp add">
        <pc:chgData name="Kun Suo" userId="41c30799-3a2b-4880-86a3-8488be07954a" providerId="ADAL" clId="{F6141F8C-9F67-FD46-9950-8A728AE63144}" dt="2019-11-28T02:08:10.801" v="1505" actId="1076"/>
        <pc:sldMkLst>
          <pc:docMk/>
          <pc:sldMk cId="3786138915" sldId="498"/>
        </pc:sldMkLst>
        <pc:spChg chg="mod">
          <ac:chgData name="Kun Suo" userId="41c30799-3a2b-4880-86a3-8488be07954a" providerId="ADAL" clId="{F6141F8C-9F67-FD46-9950-8A728AE63144}" dt="2019-11-28T02:05:20.719" v="1486" actId="20577"/>
          <ac:spMkLst>
            <pc:docMk/>
            <pc:sldMk cId="3786138915" sldId="498"/>
            <ac:spMk id="2" creationId="{8B2CC5C2-7B2B-6349-82F5-960E8C5D8934}"/>
          </ac:spMkLst>
        </pc:spChg>
        <pc:spChg chg="mod">
          <ac:chgData name="Kun Suo" userId="41c30799-3a2b-4880-86a3-8488be07954a" providerId="ADAL" clId="{F6141F8C-9F67-FD46-9950-8A728AE63144}" dt="2019-11-28T02:06:50.400" v="1495" actId="14100"/>
          <ac:spMkLst>
            <pc:docMk/>
            <pc:sldMk cId="3786138915" sldId="498"/>
            <ac:spMk id="5" creationId="{0E4637A8-4A8A-084D-870C-A743281F8E25}"/>
          </ac:spMkLst>
        </pc:spChg>
        <pc:picChg chg="add mod">
          <ac:chgData name="Kun Suo" userId="41c30799-3a2b-4880-86a3-8488be07954a" providerId="ADAL" clId="{F6141F8C-9F67-FD46-9950-8A728AE63144}" dt="2019-11-28T02:06:55.607" v="1499" actId="1076"/>
          <ac:picMkLst>
            <pc:docMk/>
            <pc:sldMk cId="3786138915" sldId="498"/>
            <ac:picMk id="6" creationId="{D859C029-E0D2-A742-B671-E343523F717C}"/>
          </ac:picMkLst>
        </pc:picChg>
        <pc:picChg chg="add mod">
          <ac:chgData name="Kun Suo" userId="41c30799-3a2b-4880-86a3-8488be07954a" providerId="ADAL" clId="{F6141F8C-9F67-FD46-9950-8A728AE63144}" dt="2019-11-28T02:07:19.510" v="1502" actId="14100"/>
          <ac:picMkLst>
            <pc:docMk/>
            <pc:sldMk cId="3786138915" sldId="498"/>
            <ac:picMk id="7" creationId="{55A4A186-CA7F-3D49-AE80-573006506A3C}"/>
          </ac:picMkLst>
        </pc:picChg>
        <pc:picChg chg="add mod">
          <ac:chgData name="Kun Suo" userId="41c30799-3a2b-4880-86a3-8488be07954a" providerId="ADAL" clId="{F6141F8C-9F67-FD46-9950-8A728AE63144}" dt="2019-11-28T02:08:10.801" v="1505" actId="1076"/>
          <ac:picMkLst>
            <pc:docMk/>
            <pc:sldMk cId="3786138915" sldId="498"/>
            <ac:picMk id="8" creationId="{EF55F798-3CB4-CE41-8BD8-34CA14C06860}"/>
          </ac:picMkLst>
        </pc:picChg>
      </pc:sldChg>
      <pc:sldChg chg="addSp modSp add">
        <pc:chgData name="Kun Suo" userId="41c30799-3a2b-4880-86a3-8488be07954a" providerId="ADAL" clId="{F6141F8C-9F67-FD46-9950-8A728AE63144}" dt="2019-11-28T02:10:49.583" v="1523" actId="1076"/>
        <pc:sldMkLst>
          <pc:docMk/>
          <pc:sldMk cId="518389911" sldId="499"/>
        </pc:sldMkLst>
        <pc:spChg chg="mod">
          <ac:chgData name="Kun Suo" userId="41c30799-3a2b-4880-86a3-8488be07954a" providerId="ADAL" clId="{F6141F8C-9F67-FD46-9950-8A728AE63144}" dt="2019-11-28T02:09:11.347" v="1514" actId="20577"/>
          <ac:spMkLst>
            <pc:docMk/>
            <pc:sldMk cId="518389911" sldId="499"/>
            <ac:spMk id="5" creationId="{0E4637A8-4A8A-084D-870C-A743281F8E25}"/>
          </ac:spMkLst>
        </pc:spChg>
        <pc:picChg chg="add mod">
          <ac:chgData name="Kun Suo" userId="41c30799-3a2b-4880-86a3-8488be07954a" providerId="ADAL" clId="{F6141F8C-9F67-FD46-9950-8A728AE63144}" dt="2019-11-28T02:09:16.157" v="1516" actId="1076"/>
          <ac:picMkLst>
            <pc:docMk/>
            <pc:sldMk cId="518389911" sldId="499"/>
            <ac:picMk id="6" creationId="{F34EAD66-052E-574B-B68E-D75E4D242D0B}"/>
          </ac:picMkLst>
        </pc:picChg>
        <pc:picChg chg="add mod">
          <ac:chgData name="Kun Suo" userId="41c30799-3a2b-4880-86a3-8488be07954a" providerId="ADAL" clId="{F6141F8C-9F67-FD46-9950-8A728AE63144}" dt="2019-11-28T02:10:23.989" v="1519" actId="14100"/>
          <ac:picMkLst>
            <pc:docMk/>
            <pc:sldMk cId="518389911" sldId="499"/>
            <ac:picMk id="7" creationId="{3FBCCC73-6626-744D-9EF6-954CE9307905}"/>
          </ac:picMkLst>
        </pc:picChg>
        <pc:picChg chg="add mod">
          <ac:chgData name="Kun Suo" userId="41c30799-3a2b-4880-86a3-8488be07954a" providerId="ADAL" clId="{F6141F8C-9F67-FD46-9950-8A728AE63144}" dt="2019-11-28T02:10:49.583" v="1523" actId="1076"/>
          <ac:picMkLst>
            <pc:docMk/>
            <pc:sldMk cId="518389911" sldId="499"/>
            <ac:picMk id="8" creationId="{CA34AB46-611E-914A-9B9E-D474BEF1AB9F}"/>
          </ac:picMkLst>
        </pc:picChg>
      </pc:sldChg>
      <pc:sldChg chg="addSp delSp modSp add">
        <pc:chgData name="Kun Suo" userId="41c30799-3a2b-4880-86a3-8488be07954a" providerId="ADAL" clId="{F6141F8C-9F67-FD46-9950-8A728AE63144}" dt="2019-11-28T02:15:41.885" v="1613" actId="20577"/>
        <pc:sldMkLst>
          <pc:docMk/>
          <pc:sldMk cId="2063359083" sldId="500"/>
        </pc:sldMkLst>
        <pc:spChg chg="mod">
          <ac:chgData name="Kun Suo" userId="41c30799-3a2b-4880-86a3-8488be07954a" providerId="ADAL" clId="{F6141F8C-9F67-FD46-9950-8A728AE63144}" dt="2019-11-28T02:11:27.186" v="1530" actId="27636"/>
          <ac:spMkLst>
            <pc:docMk/>
            <pc:sldMk cId="2063359083" sldId="500"/>
            <ac:spMk id="2" creationId="{39A116F8-C6A6-254C-B388-EF68E3735F88}"/>
          </ac:spMkLst>
        </pc:spChg>
        <pc:spChg chg="del">
          <ac:chgData name="Kun Suo" userId="41c30799-3a2b-4880-86a3-8488be07954a" providerId="ADAL" clId="{F6141F8C-9F67-FD46-9950-8A728AE63144}" dt="2019-11-28T02:11:35.897" v="1531" actId="478"/>
          <ac:spMkLst>
            <pc:docMk/>
            <pc:sldMk cId="2063359083" sldId="500"/>
            <ac:spMk id="5" creationId="{DF734163-371B-E14C-8A93-99F20A7C93C6}"/>
          </ac:spMkLst>
        </pc:spChg>
        <pc:graphicFrameChg chg="add mod modGraphic">
          <ac:chgData name="Kun Suo" userId="41c30799-3a2b-4880-86a3-8488be07954a" providerId="ADAL" clId="{F6141F8C-9F67-FD46-9950-8A728AE63144}" dt="2019-11-28T02:15:41.885" v="1613" actId="20577"/>
          <ac:graphicFrameMkLst>
            <pc:docMk/>
            <pc:sldMk cId="2063359083" sldId="500"/>
            <ac:graphicFrameMk id="6" creationId="{A354D542-5394-FE49-A0A4-5F9C8189BB67}"/>
          </ac:graphicFrameMkLst>
        </pc:graphicFrameChg>
      </pc:sldChg>
      <pc:sldChg chg="addSp modSp add">
        <pc:chgData name="Kun Suo" userId="41c30799-3a2b-4880-86a3-8488be07954a" providerId="ADAL" clId="{F6141F8C-9F67-FD46-9950-8A728AE63144}" dt="2019-11-28T02:23:22.418" v="1665" actId="1076"/>
        <pc:sldMkLst>
          <pc:docMk/>
          <pc:sldMk cId="3380495397" sldId="501"/>
        </pc:sldMkLst>
        <pc:spChg chg="mod">
          <ac:chgData name="Kun Suo" userId="41c30799-3a2b-4880-86a3-8488be07954a" providerId="ADAL" clId="{F6141F8C-9F67-FD46-9950-8A728AE63144}" dt="2019-11-28T02:21:43.380" v="1625" actId="20577"/>
          <ac:spMkLst>
            <pc:docMk/>
            <pc:sldMk cId="3380495397" sldId="501"/>
            <ac:spMk id="2" creationId="{FFECB427-72A6-034B-80F1-715F684FEB86}"/>
          </ac:spMkLst>
        </pc:spChg>
        <pc:spChg chg="mod">
          <ac:chgData name="Kun Suo" userId="41c30799-3a2b-4880-86a3-8488be07954a" providerId="ADAL" clId="{F6141F8C-9F67-FD46-9950-8A728AE63144}" dt="2019-11-28T02:23:16.801" v="1662" actId="27636"/>
          <ac:spMkLst>
            <pc:docMk/>
            <pc:sldMk cId="3380495397" sldId="501"/>
            <ac:spMk id="5" creationId="{0555EE21-2B17-054A-BCCB-8B17E901B995}"/>
          </ac:spMkLst>
        </pc:spChg>
        <pc:picChg chg="add mod">
          <ac:chgData name="Kun Suo" userId="41c30799-3a2b-4880-86a3-8488be07954a" providerId="ADAL" clId="{F6141F8C-9F67-FD46-9950-8A728AE63144}" dt="2019-11-28T02:23:22.418" v="1665" actId="1076"/>
          <ac:picMkLst>
            <pc:docMk/>
            <pc:sldMk cId="3380495397" sldId="501"/>
            <ac:picMk id="6" creationId="{1C45DD71-6F69-0041-ADDA-AD84A2E08DF5}"/>
          </ac:picMkLst>
        </pc:picChg>
      </pc:sldChg>
      <pc:sldChg chg="addSp delSp modSp add">
        <pc:chgData name="Kun Suo" userId="41c30799-3a2b-4880-86a3-8488be07954a" providerId="ADAL" clId="{F6141F8C-9F67-FD46-9950-8A728AE63144}" dt="2019-11-28T02:24:35.448" v="1691" actId="27636"/>
        <pc:sldMkLst>
          <pc:docMk/>
          <pc:sldMk cId="2584611536" sldId="502"/>
        </pc:sldMkLst>
        <pc:spChg chg="mod">
          <ac:chgData name="Kun Suo" userId="41c30799-3a2b-4880-86a3-8488be07954a" providerId="ADAL" clId="{F6141F8C-9F67-FD46-9950-8A728AE63144}" dt="2019-11-28T02:24:35.448" v="1691" actId="27636"/>
          <ac:spMkLst>
            <pc:docMk/>
            <pc:sldMk cId="2584611536" sldId="502"/>
            <ac:spMk id="5" creationId="{0555EE21-2B17-054A-BCCB-8B17E901B995}"/>
          </ac:spMkLst>
        </pc:spChg>
        <pc:picChg chg="del">
          <ac:chgData name="Kun Suo" userId="41c30799-3a2b-4880-86a3-8488be07954a" providerId="ADAL" clId="{F6141F8C-9F67-FD46-9950-8A728AE63144}" dt="2019-11-28T02:24:01.522" v="1667" actId="478"/>
          <ac:picMkLst>
            <pc:docMk/>
            <pc:sldMk cId="2584611536" sldId="502"/>
            <ac:picMk id="6" creationId="{1C45DD71-6F69-0041-ADDA-AD84A2E08DF5}"/>
          </ac:picMkLst>
        </pc:picChg>
        <pc:picChg chg="add mod">
          <ac:chgData name="Kun Suo" userId="41c30799-3a2b-4880-86a3-8488be07954a" providerId="ADAL" clId="{F6141F8C-9F67-FD46-9950-8A728AE63144}" dt="2019-11-28T02:24:30.995" v="1687" actId="1076"/>
          <ac:picMkLst>
            <pc:docMk/>
            <pc:sldMk cId="2584611536" sldId="502"/>
            <ac:picMk id="7" creationId="{74E2C582-43F3-7A4A-AAC8-7418F4A44C78}"/>
          </ac:picMkLst>
        </pc:picChg>
      </pc:sldChg>
    </pc:docChg>
  </pc:docChgLst>
  <pc:docChgLst>
    <pc:chgData name="Kun Suo" userId="41c30799-3a2b-4880-86a3-8488be07954a" providerId="ADAL" clId="{191B24C1-C58E-5744-86FB-DFD5E9474FAC}"/>
    <pc:docChg chg="custSel addSld delSld modSld modMainMaster">
      <pc:chgData name="Kun Suo" userId="41c30799-3a2b-4880-86a3-8488be07954a" providerId="ADAL" clId="{191B24C1-C58E-5744-86FB-DFD5E9474FAC}" dt="2019-11-26T15:32:17.418" v="51" actId="27636"/>
      <pc:docMkLst>
        <pc:docMk/>
      </pc:docMkLst>
      <pc:sldChg chg="modSp">
        <pc:chgData name="Kun Suo" userId="41c30799-3a2b-4880-86a3-8488be07954a" providerId="ADAL" clId="{191B24C1-C58E-5744-86FB-DFD5E9474FAC}" dt="2019-11-26T15:30:50.742" v="17" actId="20577"/>
        <pc:sldMkLst>
          <pc:docMk/>
          <pc:sldMk cId="0" sldId="256"/>
        </pc:sldMkLst>
        <pc:spChg chg="mod">
          <ac:chgData name="Kun Suo" userId="41c30799-3a2b-4880-86a3-8488be07954a" providerId="ADAL" clId="{191B24C1-C58E-5744-86FB-DFD5E9474FAC}" dt="2019-11-26T15:30:50.742" v="17" actId="20577"/>
          <ac:spMkLst>
            <pc:docMk/>
            <pc:sldMk cId="0" sldId="256"/>
            <ac:spMk id="2" creationId="{00000000-0000-0000-0000-000000000000}"/>
          </ac:spMkLst>
        </pc:spChg>
        <pc:spChg chg="mod">
          <ac:chgData name="Kun Suo" userId="41c30799-3a2b-4880-86a3-8488be07954a" providerId="ADAL" clId="{191B24C1-C58E-5744-86FB-DFD5E9474FAC}" dt="2019-11-26T15:27:20.112" v="7" actId="14100"/>
          <ac:spMkLst>
            <pc:docMk/>
            <pc:sldMk cId="0" sldId="256"/>
            <ac:spMk id="7" creationId="{4CF56BA7-5B0F-7943-8D6B-FE6D7FC64CB8}"/>
          </ac:spMkLst>
        </pc:spChg>
      </pc:sldChg>
      <pc:sldChg chg="delSp modSp">
        <pc:chgData name="Kun Suo" userId="41c30799-3a2b-4880-86a3-8488be07954a" providerId="ADAL" clId="{191B24C1-C58E-5744-86FB-DFD5E9474FAC}" dt="2019-11-26T15:31:15.560" v="34" actId="20577"/>
        <pc:sldMkLst>
          <pc:docMk/>
          <pc:sldMk cId="2310351437" sldId="454"/>
        </pc:sldMkLst>
        <pc:spChg chg="mod">
          <ac:chgData name="Kun Suo" userId="41c30799-3a2b-4880-86a3-8488be07954a" providerId="ADAL" clId="{191B24C1-C58E-5744-86FB-DFD5E9474FAC}" dt="2019-11-26T15:31:01.277" v="24" actId="20577"/>
          <ac:spMkLst>
            <pc:docMk/>
            <pc:sldMk cId="2310351437" sldId="454"/>
            <ac:spMk id="2" creationId="{730E40CF-E237-4E40-82D0-9118FF13B96F}"/>
          </ac:spMkLst>
        </pc:spChg>
        <pc:spChg chg="del">
          <ac:chgData name="Kun Suo" userId="41c30799-3a2b-4880-86a3-8488be07954a" providerId="ADAL" clId="{191B24C1-C58E-5744-86FB-DFD5E9474FAC}" dt="2019-11-26T15:26:58.629" v="4"/>
          <ac:spMkLst>
            <pc:docMk/>
            <pc:sldMk cId="2310351437" sldId="454"/>
            <ac:spMk id="4" creationId="{EEF301FD-83D1-6A4B-A15D-8FE496C5E981}"/>
          </ac:spMkLst>
        </pc:spChg>
        <pc:spChg chg="mod">
          <ac:chgData name="Kun Suo" userId="41c30799-3a2b-4880-86a3-8488be07954a" providerId="ADAL" clId="{191B24C1-C58E-5744-86FB-DFD5E9474FAC}" dt="2019-11-26T15:26:13.306" v="0"/>
          <ac:spMkLst>
            <pc:docMk/>
            <pc:sldMk cId="2310351437" sldId="454"/>
            <ac:spMk id="5" creationId="{FBD8231A-1571-5C47-AAA5-9276778EE8D3}"/>
          </ac:spMkLst>
        </pc:spChg>
        <pc:spChg chg="mod">
          <ac:chgData name="Kun Suo" userId="41c30799-3a2b-4880-86a3-8488be07954a" providerId="ADAL" clId="{191B24C1-C58E-5744-86FB-DFD5E9474FAC}" dt="2019-11-26T15:31:15.560" v="34" actId="20577"/>
          <ac:spMkLst>
            <pc:docMk/>
            <pc:sldMk cId="2310351437" sldId="454"/>
            <ac:spMk id="6" creationId="{956C6534-DDD5-6447-95A6-35CE5274C440}"/>
          </ac:spMkLst>
        </pc:spChg>
      </pc:sldChg>
      <pc:sldChg chg="delSp modSp">
        <pc:chgData name="Kun Suo" userId="41c30799-3a2b-4880-86a3-8488be07954a" providerId="ADAL" clId="{191B24C1-C58E-5744-86FB-DFD5E9474FAC}" dt="2019-11-26T15:32:17.418" v="51" actId="27636"/>
        <pc:sldMkLst>
          <pc:docMk/>
          <pc:sldMk cId="2124369641" sldId="455"/>
        </pc:sldMkLst>
        <pc:spChg chg="mod">
          <ac:chgData name="Kun Suo" userId="41c30799-3a2b-4880-86a3-8488be07954a" providerId="ADAL" clId="{191B24C1-C58E-5744-86FB-DFD5E9474FAC}" dt="2019-11-26T15:31:29.189" v="35"/>
          <ac:spMkLst>
            <pc:docMk/>
            <pc:sldMk cId="2124369641" sldId="455"/>
            <ac:spMk id="2" creationId="{FFC2855A-DEE2-0D40-A6B6-D55DE7EB2980}"/>
          </ac:spMkLst>
        </pc:spChg>
        <pc:spChg chg="del">
          <ac:chgData name="Kun Suo" userId="41c30799-3a2b-4880-86a3-8488be07954a" providerId="ADAL" clId="{191B24C1-C58E-5744-86FB-DFD5E9474FAC}" dt="2019-11-26T15:26:29.265" v="1" actId="478"/>
          <ac:spMkLst>
            <pc:docMk/>
            <pc:sldMk cId="2124369641" sldId="455"/>
            <ac:spMk id="4" creationId="{F044DC4E-DC78-284A-8F61-29F8EBB49D01}"/>
          </ac:spMkLst>
        </pc:spChg>
        <pc:spChg chg="mod">
          <ac:chgData name="Kun Suo" userId="41c30799-3a2b-4880-86a3-8488be07954a" providerId="ADAL" clId="{191B24C1-C58E-5744-86FB-DFD5E9474FAC}" dt="2019-11-26T15:26:13.306" v="0"/>
          <ac:spMkLst>
            <pc:docMk/>
            <pc:sldMk cId="2124369641" sldId="455"/>
            <ac:spMk id="5" creationId="{935F4400-BB90-C94A-8A70-8CAFB251A87C}"/>
          </ac:spMkLst>
        </pc:spChg>
        <pc:spChg chg="mod">
          <ac:chgData name="Kun Suo" userId="41c30799-3a2b-4880-86a3-8488be07954a" providerId="ADAL" clId="{191B24C1-C58E-5744-86FB-DFD5E9474FAC}" dt="2019-11-26T15:32:17.418" v="51" actId="27636"/>
          <ac:spMkLst>
            <pc:docMk/>
            <pc:sldMk cId="2124369641" sldId="455"/>
            <ac:spMk id="6" creationId="{84ACBAF7-8B38-FB46-A0A9-659634E70926}"/>
          </ac:spMkLst>
        </pc:spChg>
      </pc:sldChg>
      <pc:sldMasterChg chg="modSp modSldLayout">
        <pc:chgData name="Kun Suo" userId="41c30799-3a2b-4880-86a3-8488be07954a" providerId="ADAL" clId="{191B24C1-C58E-5744-86FB-DFD5E9474FAC}" dt="2019-11-26T15:26:13.306" v="0"/>
        <pc:sldMasterMkLst>
          <pc:docMk/>
          <pc:sldMasterMk cId="0" sldId="2147483750"/>
        </pc:sldMasterMkLst>
        <pc:spChg chg="mod">
          <ac:chgData name="Kun Suo" userId="41c30799-3a2b-4880-86a3-8488be07954a" providerId="ADAL" clId="{191B24C1-C58E-5744-86FB-DFD5E9474FAC}" dt="2019-11-26T15:26:13.306" v="0"/>
          <ac:spMkLst>
            <pc:docMk/>
            <pc:sldMasterMk cId="0" sldId="2147483750"/>
            <ac:spMk id="23" creationId="{00000000-0000-0000-0000-000000000000}"/>
          </ac:spMkLst>
        </pc:spChg>
        <pc:sldLayoutChg chg="modSp">
          <pc:chgData name="Kun Suo" userId="41c30799-3a2b-4880-86a3-8488be07954a" providerId="ADAL" clId="{191B24C1-C58E-5744-86FB-DFD5E9474FAC}" dt="2019-11-26T15:26:13.306" v="0"/>
          <pc:sldLayoutMkLst>
            <pc:docMk/>
            <pc:sldMasterMk cId="0" sldId="2147483750"/>
            <pc:sldLayoutMk cId="0" sldId="2147483751"/>
          </pc:sldLayoutMkLst>
          <pc:spChg chg="mod">
            <ac:chgData name="Kun Suo" userId="41c30799-3a2b-4880-86a3-8488be07954a" providerId="ADAL" clId="{191B24C1-C58E-5744-86FB-DFD5E9474FAC}" dt="2019-11-26T15:26:13.306" v="0"/>
            <ac:spMkLst>
              <pc:docMk/>
              <pc:sldMasterMk cId="0" sldId="2147483750"/>
              <pc:sldLayoutMk cId="0" sldId="2147483751"/>
              <ac:spMk id="29" creationId="{00000000-0000-0000-0000-000000000000}"/>
            </ac:spMkLst>
          </pc:spChg>
        </pc:sldLayoutChg>
        <pc:sldLayoutChg chg="modSp">
          <pc:chgData name="Kun Suo" userId="41c30799-3a2b-4880-86a3-8488be07954a" providerId="ADAL" clId="{191B24C1-C58E-5744-86FB-DFD5E9474FAC}" dt="2019-11-26T15:26:13.306" v="0"/>
          <pc:sldLayoutMkLst>
            <pc:docMk/>
            <pc:sldMasterMk cId="0" sldId="2147483750"/>
            <pc:sldLayoutMk cId="0" sldId="2147483752"/>
          </pc:sldLayoutMkLst>
          <pc:spChg chg="mod">
            <ac:chgData name="Kun Suo" userId="41c30799-3a2b-4880-86a3-8488be07954a" providerId="ADAL" clId="{191B24C1-C58E-5744-86FB-DFD5E9474FAC}" dt="2019-11-26T15:26:13.306" v="0"/>
            <ac:spMkLst>
              <pc:docMk/>
              <pc:sldMasterMk cId="0" sldId="2147483750"/>
              <pc:sldLayoutMk cId="0" sldId="2147483752"/>
              <ac:spMk id="6"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sz="quarter" idx="1"/>
          </p:nvPr>
        </p:nvSpPr>
        <p:spPr>
          <a:xfrm>
            <a:off x="3848645" y="4"/>
            <a:ext cx="2944284" cy="495935"/>
          </a:xfrm>
          <a:prstGeom prst="rect">
            <a:avLst/>
          </a:prstGeom>
        </p:spPr>
        <p:txBody>
          <a:bodyPr vert="horz" lIns="94698" tIns="47348" rIns="94698" bIns="47348" rtlCol="0"/>
          <a:lstStyle>
            <a:lvl1pPr algn="r">
              <a:defRPr sz="1300"/>
            </a:lvl1pPr>
          </a:lstStyle>
          <a:p>
            <a:fld id="{623508D7-CD65-4285-B828-B369E2351DE2}" type="datetimeFigureOut">
              <a:rPr lang="en-US" smtClean="0"/>
              <a:pPr/>
              <a:t>8/19/26</a:t>
            </a:fld>
            <a:endParaRPr lang="en-US"/>
          </a:p>
        </p:txBody>
      </p:sp>
      <p:sp>
        <p:nvSpPr>
          <p:cNvPr id="4" name="Footer Placeholder 3"/>
          <p:cNvSpPr>
            <a:spLocks noGrp="1"/>
          </p:cNvSpPr>
          <p:nvPr>
            <p:ph type="ftr" sz="quarter" idx="2"/>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5" name="Slide Number Placeholder 4"/>
          <p:cNvSpPr>
            <a:spLocks noGrp="1"/>
          </p:cNvSpPr>
          <p:nvPr>
            <p:ph type="sldNum" sz="quarter" idx="3"/>
          </p:nvPr>
        </p:nvSpPr>
        <p:spPr>
          <a:xfrm>
            <a:off x="3848645" y="9421048"/>
            <a:ext cx="2944284" cy="495935"/>
          </a:xfrm>
          <a:prstGeom prst="rect">
            <a:avLst/>
          </a:prstGeom>
        </p:spPr>
        <p:txBody>
          <a:bodyPr vert="horz" lIns="94698" tIns="47348" rIns="94698" bIns="47348" rtlCol="0" anchor="b"/>
          <a:lstStyle>
            <a:lvl1pPr algn="r">
              <a:defRPr sz="1300"/>
            </a:lvl1pPr>
          </a:lstStyle>
          <a:p>
            <a:fld id="{6A854FC7-2F89-40CE-8D5B-3D90DD628EC1}" type="slidenum">
              <a:rPr lang="en-US" smtClean="0"/>
              <a:pPr/>
              <a:t>‹#›</a:t>
            </a:fld>
            <a:endParaRPr lang="en-US"/>
          </a:p>
        </p:txBody>
      </p:sp>
    </p:spTree>
    <p:extLst>
      <p:ext uri="{BB962C8B-B14F-4D97-AF65-F5344CB8AC3E}">
        <p14:creationId xmlns:p14="http://schemas.microsoft.com/office/powerpoint/2010/main" val="32747734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idx="1"/>
          </p:nvPr>
        </p:nvSpPr>
        <p:spPr>
          <a:xfrm>
            <a:off x="3848645" y="4"/>
            <a:ext cx="2944284" cy="495935"/>
          </a:xfrm>
          <a:prstGeom prst="rect">
            <a:avLst/>
          </a:prstGeom>
        </p:spPr>
        <p:txBody>
          <a:bodyPr vert="horz" lIns="94698" tIns="47348" rIns="94698" bIns="47348" rtlCol="0"/>
          <a:lstStyle>
            <a:lvl1pPr algn="r">
              <a:defRPr sz="1300"/>
            </a:lvl1pPr>
          </a:lstStyle>
          <a:p>
            <a:fld id="{68A3EB84-E0F6-4EF5-A6B6-15B35501A2C4}" type="datetimeFigureOut">
              <a:rPr lang="en-US" smtClean="0"/>
              <a:pPr/>
              <a:t>8/19/26</a:t>
            </a:fld>
            <a:endParaRPr lang="en-US"/>
          </a:p>
        </p:txBody>
      </p:sp>
      <p:sp>
        <p:nvSpPr>
          <p:cNvPr id="4" name="Slide Image Placeholder 3"/>
          <p:cNvSpPr>
            <a:spLocks noGrp="1" noRot="1" noChangeAspect="1"/>
          </p:cNvSpPr>
          <p:nvPr>
            <p:ph type="sldImg" idx="2"/>
          </p:nvPr>
        </p:nvSpPr>
        <p:spPr>
          <a:xfrm>
            <a:off x="917575" y="744538"/>
            <a:ext cx="4959350" cy="3719512"/>
          </a:xfrm>
          <a:prstGeom prst="rect">
            <a:avLst/>
          </a:prstGeom>
          <a:noFill/>
          <a:ln w="12700">
            <a:solidFill>
              <a:prstClr val="black"/>
            </a:solidFill>
          </a:ln>
        </p:spPr>
        <p:txBody>
          <a:bodyPr vert="horz" lIns="94698" tIns="47348" rIns="94698" bIns="47348" rtlCol="0" anchor="ctr"/>
          <a:lstStyle/>
          <a:p>
            <a:endParaRPr lang="en-US"/>
          </a:p>
        </p:txBody>
      </p:sp>
      <p:sp>
        <p:nvSpPr>
          <p:cNvPr id="5" name="Notes Placeholder 4"/>
          <p:cNvSpPr>
            <a:spLocks noGrp="1"/>
          </p:cNvSpPr>
          <p:nvPr>
            <p:ph type="body" sz="quarter" idx="3"/>
          </p:nvPr>
        </p:nvSpPr>
        <p:spPr>
          <a:xfrm>
            <a:off x="679450" y="4711385"/>
            <a:ext cx="5435600" cy="4463415"/>
          </a:xfrm>
          <a:prstGeom prst="rect">
            <a:avLst/>
          </a:prstGeom>
        </p:spPr>
        <p:txBody>
          <a:bodyPr vert="horz" lIns="94698" tIns="47348" rIns="94698" bIns="4734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7" name="Slide Number Placeholder 6"/>
          <p:cNvSpPr>
            <a:spLocks noGrp="1"/>
          </p:cNvSpPr>
          <p:nvPr>
            <p:ph type="sldNum" sz="quarter" idx="5"/>
          </p:nvPr>
        </p:nvSpPr>
        <p:spPr>
          <a:xfrm>
            <a:off x="3848645" y="9421048"/>
            <a:ext cx="2944284" cy="495935"/>
          </a:xfrm>
          <a:prstGeom prst="rect">
            <a:avLst/>
          </a:prstGeom>
        </p:spPr>
        <p:txBody>
          <a:bodyPr vert="horz" lIns="94698" tIns="47348" rIns="94698" bIns="47348" rtlCol="0" anchor="b"/>
          <a:lstStyle>
            <a:lvl1pPr algn="r">
              <a:defRPr sz="1300"/>
            </a:lvl1pPr>
          </a:lstStyle>
          <a:p>
            <a:fld id="{70A64E9A-006E-4595-84A4-B133CBD63029}" type="slidenum">
              <a:rPr lang="en-US" smtClean="0"/>
              <a:pPr/>
              <a:t>‹#›</a:t>
            </a:fld>
            <a:endParaRPr lang="en-US"/>
          </a:p>
        </p:txBody>
      </p:sp>
    </p:spTree>
    <p:extLst>
      <p:ext uri="{BB962C8B-B14F-4D97-AF65-F5344CB8AC3E}">
        <p14:creationId xmlns:p14="http://schemas.microsoft.com/office/powerpoint/2010/main" val="27833221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A64E9A-006E-4595-84A4-B133CBD6302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dirty="0"/>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lgn="ctr">
              <a:defRPr sz="1400"/>
            </a:lvl1pPr>
          </a:lstStyle>
          <a:p>
            <a:r>
              <a:rPr lang="en-US"/>
              <a:t>Parallel and Distributed Computation</a:t>
            </a:r>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lvl1pPr algn="ctr">
              <a:defRPr/>
            </a:lvl1pPr>
          </a:lstStyle>
          <a:p>
            <a:r>
              <a:rPr lang="en-US" dirty="0"/>
              <a:t>CS 4504</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lvl1pPr>
              <a:defRPr sz="4000" b="1" cap="none" spc="0" baseline="0">
                <a:ln w="17780" cmpd="sng">
                  <a:noFill/>
                  <a:prstDash val="solid"/>
                  <a:miter lim="800000"/>
                </a:ln>
                <a:solidFill>
                  <a:schemeClr val="accent2"/>
                </a:solidFill>
                <a:effectLst/>
              </a:defRPr>
            </a:lvl1pPr>
          </a:lstStyle>
          <a:p>
            <a:r>
              <a:rPr kumimoji="0" lang="en-US" dirty="0"/>
              <a:t>Click to edit Master title style</a:t>
            </a:r>
          </a:p>
        </p:txBody>
      </p:sp>
      <p:sp>
        <p:nvSpPr>
          <p:cNvPr id="4" name="Date Placeholder 3"/>
          <p:cNvSpPr>
            <a:spLocks noGrp="1"/>
          </p:cNvSpPr>
          <p:nvPr>
            <p:ph type="dt" sz="half" idx="10"/>
          </p:nvPr>
        </p:nvSpPr>
        <p:spPr>
          <a:xfrm>
            <a:off x="5410200" y="6356350"/>
            <a:ext cx="3279648" cy="365760"/>
          </a:xfrm>
        </p:spPr>
        <p:txBody>
          <a:bodyPr/>
          <a:lstStyle>
            <a:lvl1pPr algn="ctr">
              <a:defRPr/>
            </a:lvl1pPr>
          </a:lstStyle>
          <a:p>
            <a:r>
              <a:rPr lang="en-US"/>
              <a:t>Parallel and Distributed Computation</a:t>
            </a:r>
            <a:endParaRPr lang="en-US" dirty="0"/>
          </a:p>
        </p:txBody>
      </p:sp>
      <p:sp>
        <p:nvSpPr>
          <p:cNvPr id="5" name="Footer Placeholder 4"/>
          <p:cNvSpPr>
            <a:spLocks noGrp="1"/>
          </p:cNvSpPr>
          <p:nvPr>
            <p:ph type="ftr" sz="quarter" idx="11"/>
          </p:nvPr>
        </p:nvSpPr>
        <p:spPr>
          <a:xfrm>
            <a:off x="2438400" y="6356350"/>
            <a:ext cx="3505200" cy="365760"/>
          </a:xfrm>
        </p:spPr>
        <p:txBody>
          <a:bodyPr/>
          <a:lstStyle/>
          <a:p>
            <a:endParaRPr lang="en-US" dirty="0"/>
          </a:p>
        </p:txBody>
      </p:sp>
      <p:sp>
        <p:nvSpPr>
          <p:cNvPr id="6" name="Slide Number Placeholder 5"/>
          <p:cNvSpPr>
            <a:spLocks noGrp="1"/>
          </p:cNvSpPr>
          <p:nvPr>
            <p:ph type="sldNum" sz="quarter" idx="12"/>
          </p:nvPr>
        </p:nvSpPr>
        <p:spPr/>
        <p:txBody>
          <a:bodyPr/>
          <a:lstStyle>
            <a:lvl1pPr algn="ctr">
              <a:defRPr/>
            </a:lvl1pPr>
          </a:lstStyle>
          <a:p>
            <a:r>
              <a:rPr lang="en-US" dirty="0"/>
              <a:t>CS 4504</a:t>
            </a:r>
          </a:p>
        </p:txBody>
      </p:sp>
      <p:sp>
        <p:nvSpPr>
          <p:cNvPr id="8" name="Content Placeholder 7"/>
          <p:cNvSpPr>
            <a:spLocks noGrp="1"/>
          </p:cNvSpPr>
          <p:nvPr>
            <p:ph sz="quarter" idx="1"/>
          </p:nvPr>
        </p:nvSpPr>
        <p:spPr>
          <a:xfrm>
            <a:off x="457200" y="1219200"/>
            <a:ext cx="8229600" cy="4937760"/>
          </a:xfrm>
        </p:spPr>
        <p:txBody>
          <a:bodyPr/>
          <a:lstStyle>
            <a:lvl1pPr>
              <a:lnSpc>
                <a:spcPct val="125000"/>
              </a:lnSpc>
              <a:buSzPct val="100000"/>
              <a:buFont typeface="Arial" pitchFamily="34" charset="0"/>
              <a:buChar char="•"/>
              <a:defRPr sz="3200" baseline="0"/>
            </a:lvl1pPr>
            <a:lvl2pPr>
              <a:lnSpc>
                <a:spcPct val="125000"/>
              </a:lnSpc>
              <a:buSzPct val="65000"/>
              <a:buFont typeface="Courier New" pitchFamily="49" charset="0"/>
              <a:buChar char="o"/>
              <a:defRPr sz="2400" baseline="0"/>
            </a:lvl2pPr>
            <a:lvl3pPr>
              <a:lnSpc>
                <a:spcPct val="125000"/>
              </a:lnSpc>
              <a:defRPr/>
            </a:lvl3pPr>
            <a:lvl4pPr>
              <a:lnSpc>
                <a:spcPct val="125000"/>
              </a:lnSpc>
              <a:defRPr/>
            </a:lvl4pPr>
            <a:lvl5pPr>
              <a:lnSpc>
                <a:spcPct val="125000"/>
              </a:lnSpc>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9"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1"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r>
              <a:rPr lang="en-US"/>
              <a:t>Parallel and Distributed Computation</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dirty="0"/>
              <a:t>Click to edit Master title style</a:t>
            </a:r>
          </a:p>
        </p:txBody>
      </p:sp>
      <p:sp>
        <p:nvSpPr>
          <p:cNvPr id="3" name="Date Placeholder 2"/>
          <p:cNvSpPr>
            <a:spLocks noGrp="1"/>
          </p:cNvSpPr>
          <p:nvPr>
            <p:ph type="dt" sz="half" idx="10"/>
          </p:nvPr>
        </p:nvSpPr>
        <p:spPr/>
        <p:txBody>
          <a:bodyPr/>
          <a:lstStyle/>
          <a:p>
            <a:r>
              <a:rPr lang="en-US"/>
              <a:t>Parallel and Distributed Computation</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Parallel and Distributed Computation</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3" descr="C:\Documents and Settings\Jia Rao\Desktop\wsu.gif"/>
          <p:cNvPicPr>
            <a:picLocks noChangeAspect="1" noChangeArrowheads="1"/>
          </p:cNvPicPr>
          <p:nvPr userDrawn="1"/>
        </p:nvPicPr>
        <p:blipFill>
          <a:blip r:embed="rId2" cstate="print"/>
          <a:stretch>
            <a:fillRect/>
          </a:stretch>
        </p:blipFill>
        <p:spPr bwMode="auto">
          <a:xfrm>
            <a:off x="7924800" y="5181600"/>
            <a:ext cx="1143000" cy="1143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1"/>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a:xfrm>
            <a:off x="6400800" y="6355080"/>
            <a:ext cx="2286000" cy="365760"/>
          </a:xfrm>
        </p:spPr>
        <p:txBody>
          <a:bodyPr/>
          <a:lstStyle>
            <a:lvl1pPr>
              <a:defRPr sz="1400"/>
            </a:lvl1pPr>
          </a:lstStyle>
          <a:p>
            <a:r>
              <a:rPr lang="en-US"/>
              <a:t>Parallel and Distributed Computation</a:t>
            </a:r>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t>Parallel and Distributed Computation</a:t>
            </a:r>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ct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ctr"/>
            <a:r>
              <a:rPr lang="en-US" dirty="0"/>
              <a:t>CS 4504</a:t>
            </a: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p:txStyles>
    <p:titleStyle>
      <a:lvl1pPr algn="l" rtl="0" eaLnBrk="1" latinLnBrk="0" hangingPunct="1">
        <a:spcBef>
          <a:spcPct val="0"/>
        </a:spcBef>
        <a:buNone/>
        <a:defRPr kumimoji="0" sz="3200" b="1" i="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kevinsuo.github.io/"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2.xml"/><Relationship Id="rId4" Type="http://schemas.openxmlformats.org/officeDocument/2006/relationships/image" Target="../media/image8.tiff"/></Relationships>
</file>

<file path=ppt/slides/_rels/slide5.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tiff"/><Relationship Id="rId1" Type="http://schemas.openxmlformats.org/officeDocument/2006/relationships/slideLayout" Target="../slideLayouts/slideLayout2.xml"/><Relationship Id="rId4" Type="http://schemas.openxmlformats.org/officeDocument/2006/relationships/image" Target="../media/image12.tiff"/></Relationships>
</file>

<file path=ppt/slides/_rels/slide7.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hyperlink" Target="https://storm.apache.org/" TargetMode="Externa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tiff"/></Relationships>
</file>

<file path=ppt/slides/_rels/slide16.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7924800" cy="2590800"/>
          </a:xfrm>
        </p:spPr>
        <p:txBody>
          <a:bodyPr>
            <a:noAutofit/>
          </a:bodyPr>
          <a:lstStyle/>
          <a:p>
            <a:pPr algn="ctr"/>
            <a:r>
              <a:rPr lang="en-US" sz="3600" b="1" dirty="0">
                <a:cs typeface="Calibri" pitchFamily="34" charset="0"/>
              </a:rPr>
              <a:t>CS </a:t>
            </a:r>
            <a:r>
              <a:rPr lang="en-US" altLang="zh-CN" sz="3600" b="1" dirty="0">
                <a:cs typeface="Calibri" pitchFamily="34" charset="0"/>
              </a:rPr>
              <a:t>4504</a:t>
            </a:r>
            <a:br>
              <a:rPr lang="en-US" sz="3600" b="1" dirty="0">
                <a:cs typeface="Calibri" pitchFamily="34" charset="0"/>
              </a:rPr>
            </a:br>
            <a:r>
              <a:rPr lang="en-US" dirty="0"/>
              <a:t>Parallel and Distributed Computation</a:t>
            </a:r>
            <a:br>
              <a:rPr lang="en-US" sz="3600" b="1" dirty="0">
                <a:cs typeface="Calibri" pitchFamily="34" charset="0"/>
              </a:rPr>
            </a:br>
            <a:br>
              <a:rPr lang="en-US" sz="3600" b="1" dirty="0">
                <a:solidFill>
                  <a:srgbClr val="C00000"/>
                </a:solidFill>
                <a:cs typeface="Calibri" pitchFamily="34" charset="0"/>
              </a:rPr>
            </a:br>
            <a:r>
              <a:rPr lang="en-US" dirty="0">
                <a:solidFill>
                  <a:srgbClr val="C00000"/>
                </a:solidFill>
                <a:cs typeface="Calibri" pitchFamily="34" charset="0"/>
              </a:rPr>
              <a:t>Spark</a:t>
            </a:r>
            <a:endParaRPr lang="en-US" b="1" dirty="0">
              <a:solidFill>
                <a:srgbClr val="C00000"/>
              </a:solidFill>
              <a:cs typeface="Calibri" pitchFamily="34" charset="0"/>
            </a:endParaRPr>
          </a:p>
        </p:txBody>
      </p:sp>
      <p:sp>
        <p:nvSpPr>
          <p:cNvPr id="3" name="Subtitle 2"/>
          <p:cNvSpPr>
            <a:spLocks noGrp="1"/>
          </p:cNvSpPr>
          <p:nvPr>
            <p:ph type="subTitle" idx="4294967295"/>
          </p:nvPr>
        </p:nvSpPr>
        <p:spPr>
          <a:xfrm>
            <a:off x="990600" y="3886200"/>
            <a:ext cx="7086600" cy="1981200"/>
          </a:xfrm>
        </p:spPr>
        <p:txBody>
          <a:bodyPr>
            <a:noAutofit/>
          </a:bodyPr>
          <a:lstStyle/>
          <a:p>
            <a:pPr algn="ctr">
              <a:buNone/>
            </a:pPr>
            <a:endParaRPr lang="en-US" sz="2400" b="1" dirty="0">
              <a:latin typeface="Calibri" pitchFamily="34" charset="0"/>
              <a:cs typeface="Calibri" pitchFamily="34" charset="0"/>
            </a:endParaRPr>
          </a:p>
          <a:p>
            <a:pPr algn="ctr">
              <a:buNone/>
            </a:pPr>
            <a:r>
              <a:rPr lang="en-US" sz="2400" b="1" dirty="0">
                <a:latin typeface="Calibri" pitchFamily="34" charset="0"/>
                <a:cs typeface="Calibri" pitchFamily="34" charset="0"/>
              </a:rPr>
              <a:t>Kun Suo</a:t>
            </a:r>
          </a:p>
          <a:p>
            <a:pPr algn="ctr">
              <a:buNone/>
            </a:pPr>
            <a:r>
              <a:rPr lang="en-US" sz="2000" dirty="0"/>
              <a:t>Computer Science, Kennesaw State University</a:t>
            </a:r>
          </a:p>
          <a:p>
            <a:pPr algn="ctr">
              <a:buNone/>
            </a:pPr>
            <a:r>
              <a:rPr lang="en-US" sz="2000" dirty="0">
                <a:hlinkClick r:id="rId3"/>
              </a:rPr>
              <a:t>https://kevinsuo.github.io/</a:t>
            </a:r>
            <a:endParaRPr lang="en-US" sz="2000" dirty="0"/>
          </a:p>
        </p:txBody>
      </p:sp>
      <p:sp>
        <p:nvSpPr>
          <p:cNvPr id="6" name="Slide Number Placeholder 5">
            <a:extLst>
              <a:ext uri="{FF2B5EF4-FFF2-40B4-BE49-F238E27FC236}">
                <a16:creationId xmlns:a16="http://schemas.microsoft.com/office/drawing/2014/main" id="{6097F00E-7AD4-9F48-B9AC-514E3157532A}"/>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7" name="Date Placeholder 6">
            <a:extLst>
              <a:ext uri="{FF2B5EF4-FFF2-40B4-BE49-F238E27FC236}">
                <a16:creationId xmlns:a16="http://schemas.microsoft.com/office/drawing/2014/main" id="{4CF56BA7-5B0F-7943-8D6B-FE6D7FC64CB8}"/>
              </a:ext>
            </a:extLst>
          </p:cNvPr>
          <p:cNvSpPr>
            <a:spLocks noGrp="1"/>
          </p:cNvSpPr>
          <p:nvPr>
            <p:ph type="dt" sz="half" idx="10"/>
          </p:nvPr>
        </p:nvSpPr>
        <p:spPr>
          <a:xfrm>
            <a:off x="5715000" y="6355080"/>
            <a:ext cx="2971800" cy="365760"/>
          </a:xfrm>
        </p:spPr>
        <p:txBody>
          <a:bodyPr/>
          <a:lstStyle/>
          <a:p>
            <a:r>
              <a:rPr lang="en-US" dirty="0"/>
              <a:t>Parallel and Distributed Computation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855A-DEE2-0D40-A6B6-D55DE7EB2980}"/>
              </a:ext>
            </a:extLst>
          </p:cNvPr>
          <p:cNvSpPr>
            <a:spLocks noGrp="1"/>
          </p:cNvSpPr>
          <p:nvPr>
            <p:ph type="title"/>
          </p:nvPr>
        </p:nvSpPr>
        <p:spPr/>
        <p:txBody>
          <a:bodyPr/>
          <a:lstStyle/>
          <a:p>
            <a:r>
              <a:rPr lang="en-US" dirty="0"/>
              <a:t>MapReduce</a:t>
            </a:r>
          </a:p>
        </p:txBody>
      </p:sp>
      <p:sp>
        <p:nvSpPr>
          <p:cNvPr id="3" name="Date Placeholder 2">
            <a:extLst>
              <a:ext uri="{FF2B5EF4-FFF2-40B4-BE49-F238E27FC236}">
                <a16:creationId xmlns:a16="http://schemas.microsoft.com/office/drawing/2014/main" id="{984CD552-32CB-0842-BC5A-C417A9D91E7D}"/>
              </a:ext>
            </a:extLst>
          </p:cNvPr>
          <p:cNvSpPr>
            <a:spLocks noGrp="1"/>
          </p:cNvSpPr>
          <p:nvPr>
            <p:ph type="dt" sz="half" idx="10"/>
          </p:nvPr>
        </p:nvSpPr>
        <p:spPr/>
        <p:txBody>
          <a:bodyPr/>
          <a:lstStyle/>
          <a:p>
            <a:r>
              <a:rPr lang="en-US"/>
              <a:t>Parallel and Distributed Computation</a:t>
            </a:r>
            <a:endParaRPr lang="en-US" dirty="0"/>
          </a:p>
        </p:txBody>
      </p:sp>
      <p:sp>
        <p:nvSpPr>
          <p:cNvPr id="5" name="Slide Number Placeholder 4">
            <a:extLst>
              <a:ext uri="{FF2B5EF4-FFF2-40B4-BE49-F238E27FC236}">
                <a16:creationId xmlns:a16="http://schemas.microsoft.com/office/drawing/2014/main" id="{935F4400-BB90-C94A-8A70-8CAFB251A87C}"/>
              </a:ext>
            </a:extLst>
          </p:cNvPr>
          <p:cNvSpPr>
            <a:spLocks noGrp="1"/>
          </p:cNvSpPr>
          <p:nvPr>
            <p:ph type="sldNum" sz="quarter" idx="12"/>
          </p:nvPr>
        </p:nvSpPr>
        <p:spPr/>
        <p:txBody>
          <a:bodyPr/>
          <a:lstStyle/>
          <a:p>
            <a:r>
              <a:rPr lang="en-US" dirty="0"/>
              <a:t>CS 4504</a:t>
            </a:r>
          </a:p>
        </p:txBody>
      </p:sp>
      <p:sp>
        <p:nvSpPr>
          <p:cNvPr id="6" name="Content Placeholder 5">
            <a:extLst>
              <a:ext uri="{FF2B5EF4-FFF2-40B4-BE49-F238E27FC236}">
                <a16:creationId xmlns:a16="http://schemas.microsoft.com/office/drawing/2014/main" id="{84ACBAF7-8B38-FB46-A0A9-659634E70926}"/>
              </a:ext>
            </a:extLst>
          </p:cNvPr>
          <p:cNvSpPr>
            <a:spLocks noGrp="1"/>
          </p:cNvSpPr>
          <p:nvPr>
            <p:ph sz="quarter" idx="1"/>
          </p:nvPr>
        </p:nvSpPr>
        <p:spPr>
          <a:xfrm>
            <a:off x="457200" y="1219200"/>
            <a:ext cx="8229600" cy="1862488"/>
          </a:xfrm>
        </p:spPr>
        <p:txBody>
          <a:bodyPr>
            <a:normAutofit fontScale="85000" lnSpcReduction="20000"/>
          </a:bodyPr>
          <a:lstStyle/>
          <a:p>
            <a:r>
              <a:rPr lang="en-US" dirty="0"/>
              <a:t>MapReduce: Divide the large task into multiple small tasks, and calculate separately for these small tasks, and then combine the results of each small task to get the calculation result of the large task</a:t>
            </a:r>
          </a:p>
        </p:txBody>
      </p:sp>
      <p:grpSp>
        <p:nvGrpSpPr>
          <p:cNvPr id="7" name="Group 6">
            <a:extLst>
              <a:ext uri="{FF2B5EF4-FFF2-40B4-BE49-F238E27FC236}">
                <a16:creationId xmlns:a16="http://schemas.microsoft.com/office/drawing/2014/main" id="{17C2FF42-A4B8-8D43-A3EE-4D0CD00A28C7}"/>
              </a:ext>
            </a:extLst>
          </p:cNvPr>
          <p:cNvGrpSpPr/>
          <p:nvPr/>
        </p:nvGrpSpPr>
        <p:grpSpPr>
          <a:xfrm>
            <a:off x="1175062" y="3224730"/>
            <a:ext cx="6793875" cy="3131620"/>
            <a:chOff x="1283324" y="3175000"/>
            <a:chExt cx="6793875" cy="3131620"/>
          </a:xfrm>
        </p:grpSpPr>
        <p:pic>
          <p:nvPicPr>
            <p:cNvPr id="8" name="Picture 7">
              <a:extLst>
                <a:ext uri="{FF2B5EF4-FFF2-40B4-BE49-F238E27FC236}">
                  <a16:creationId xmlns:a16="http://schemas.microsoft.com/office/drawing/2014/main" id="{D6536B69-C05D-F34E-998C-E17FB68A8DB3}"/>
                </a:ext>
              </a:extLst>
            </p:cNvPr>
            <p:cNvPicPr>
              <a:picLocks noChangeAspect="1"/>
            </p:cNvPicPr>
            <p:nvPr/>
          </p:nvPicPr>
          <p:blipFill>
            <a:blip r:embed="rId2"/>
            <a:stretch>
              <a:fillRect/>
            </a:stretch>
          </p:blipFill>
          <p:spPr>
            <a:xfrm>
              <a:off x="1283324" y="3397718"/>
              <a:ext cx="6577351" cy="2908902"/>
            </a:xfrm>
            <a:prstGeom prst="rect">
              <a:avLst/>
            </a:prstGeom>
          </p:spPr>
        </p:pic>
        <p:pic>
          <p:nvPicPr>
            <p:cNvPr id="9" name="Picture 8">
              <a:extLst>
                <a:ext uri="{FF2B5EF4-FFF2-40B4-BE49-F238E27FC236}">
                  <a16:creationId xmlns:a16="http://schemas.microsoft.com/office/drawing/2014/main" id="{74481115-62BA-894E-9B8B-D5B9413BAEFA}"/>
                </a:ext>
              </a:extLst>
            </p:cNvPr>
            <p:cNvPicPr>
              <a:picLocks noChangeAspect="1"/>
            </p:cNvPicPr>
            <p:nvPr/>
          </p:nvPicPr>
          <p:blipFill>
            <a:blip r:embed="rId3"/>
            <a:stretch>
              <a:fillRect/>
            </a:stretch>
          </p:blipFill>
          <p:spPr>
            <a:xfrm>
              <a:off x="7029168" y="3175000"/>
              <a:ext cx="1048031" cy="508000"/>
            </a:xfrm>
            <a:prstGeom prst="rect">
              <a:avLst/>
            </a:prstGeom>
          </p:spPr>
        </p:pic>
      </p:grpSp>
    </p:spTree>
    <p:extLst>
      <p:ext uri="{BB962C8B-B14F-4D97-AF65-F5344CB8AC3E}">
        <p14:creationId xmlns:p14="http://schemas.microsoft.com/office/powerpoint/2010/main" val="212436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C85C3-6B86-F94B-A4BB-1FE739640B9A}"/>
              </a:ext>
            </a:extLst>
          </p:cNvPr>
          <p:cNvSpPr>
            <a:spLocks noGrp="1"/>
          </p:cNvSpPr>
          <p:nvPr>
            <p:ph type="title"/>
          </p:nvPr>
        </p:nvSpPr>
        <p:spPr/>
        <p:txBody>
          <a:bodyPr/>
          <a:lstStyle/>
          <a:p>
            <a:r>
              <a:rPr lang="en-US" dirty="0"/>
              <a:t>MapReduce Limitations</a:t>
            </a:r>
          </a:p>
        </p:txBody>
      </p:sp>
      <p:sp>
        <p:nvSpPr>
          <p:cNvPr id="3" name="Date Placeholder 2">
            <a:extLst>
              <a:ext uri="{FF2B5EF4-FFF2-40B4-BE49-F238E27FC236}">
                <a16:creationId xmlns:a16="http://schemas.microsoft.com/office/drawing/2014/main" id="{27147D20-9E45-0745-B39D-6F412617130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49FFC9EB-223A-5545-ADA1-CA703BCBB38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DC6A654-5708-194F-B071-0409CC10CA43}"/>
              </a:ext>
            </a:extLst>
          </p:cNvPr>
          <p:cNvSpPr>
            <a:spLocks noGrp="1"/>
          </p:cNvSpPr>
          <p:nvPr>
            <p:ph sz="quarter" idx="1"/>
          </p:nvPr>
        </p:nvSpPr>
        <p:spPr/>
        <p:txBody>
          <a:bodyPr>
            <a:noAutofit/>
          </a:bodyPr>
          <a:lstStyle/>
          <a:p>
            <a:r>
              <a:rPr lang="en-US" sz="2800" dirty="0"/>
              <a:t>Static data </a:t>
            </a:r>
          </a:p>
          <a:p>
            <a:pPr lvl="1"/>
            <a:r>
              <a:rPr lang="en-US" sz="2000" dirty="0"/>
              <a:t>Restrictive programming model </a:t>
            </a:r>
          </a:p>
          <a:p>
            <a:pPr lvl="1"/>
            <a:r>
              <a:rPr lang="en-US" sz="2000" dirty="0"/>
              <a:t>No support for dataflows (not dynamic)</a:t>
            </a:r>
          </a:p>
          <a:p>
            <a:pPr lvl="1"/>
            <a:r>
              <a:rPr lang="en-US" sz="2000" dirty="0"/>
              <a:t>Purely batch processing (not flow)</a:t>
            </a:r>
          </a:p>
          <a:p>
            <a:pPr lvl="1"/>
            <a:r>
              <a:rPr lang="en-US" sz="2000" dirty="0"/>
              <a:t>Jobs can take hours to complete </a:t>
            </a:r>
          </a:p>
          <a:p>
            <a:pPr lvl="1"/>
            <a:r>
              <a:rPr lang="en-US" sz="2000" dirty="0"/>
              <a:t>No streaming, interactive analytics, real time requirement</a:t>
            </a:r>
          </a:p>
          <a:p>
            <a:pPr marL="0" indent="0">
              <a:buNone/>
            </a:pPr>
            <a:endParaRPr lang="en-US" sz="2800" dirty="0"/>
          </a:p>
        </p:txBody>
      </p:sp>
      <p:pic>
        <p:nvPicPr>
          <p:cNvPr id="6" name="Picture 5">
            <a:extLst>
              <a:ext uri="{FF2B5EF4-FFF2-40B4-BE49-F238E27FC236}">
                <a16:creationId xmlns:a16="http://schemas.microsoft.com/office/drawing/2014/main" id="{48BA36FE-4F96-704C-AE5E-209553000AEE}"/>
              </a:ext>
            </a:extLst>
          </p:cNvPr>
          <p:cNvPicPr>
            <a:picLocks noChangeAspect="1"/>
          </p:cNvPicPr>
          <p:nvPr/>
        </p:nvPicPr>
        <p:blipFill>
          <a:blip r:embed="rId2"/>
          <a:stretch>
            <a:fillRect/>
          </a:stretch>
        </p:blipFill>
        <p:spPr>
          <a:xfrm>
            <a:off x="5600700" y="1752600"/>
            <a:ext cx="3543300" cy="1841500"/>
          </a:xfrm>
          <a:prstGeom prst="rect">
            <a:avLst/>
          </a:prstGeom>
        </p:spPr>
      </p:pic>
    </p:spTree>
    <p:extLst>
      <p:ext uri="{BB962C8B-B14F-4D97-AF65-F5344CB8AC3E}">
        <p14:creationId xmlns:p14="http://schemas.microsoft.com/office/powerpoint/2010/main" val="1622086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17CC-C480-7D4E-B8FA-23F78DFA8D41}"/>
              </a:ext>
            </a:extLst>
          </p:cNvPr>
          <p:cNvSpPr>
            <a:spLocks noGrp="1"/>
          </p:cNvSpPr>
          <p:nvPr>
            <p:ph type="title"/>
          </p:nvPr>
        </p:nvSpPr>
        <p:spPr/>
        <p:txBody>
          <a:bodyPr/>
          <a:lstStyle/>
          <a:p>
            <a:r>
              <a:rPr lang="en-US" dirty="0"/>
              <a:t>Streaming Applications</a:t>
            </a:r>
          </a:p>
        </p:txBody>
      </p:sp>
      <p:sp>
        <p:nvSpPr>
          <p:cNvPr id="3" name="Date Placeholder 2">
            <a:extLst>
              <a:ext uri="{FF2B5EF4-FFF2-40B4-BE49-F238E27FC236}">
                <a16:creationId xmlns:a16="http://schemas.microsoft.com/office/drawing/2014/main" id="{2CC304EF-4DA3-8F40-84F4-B04FB16AC19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502B2121-E420-8643-A6DF-B85C011CE670}"/>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6134FB10-9353-8D42-B7CD-60AEFFA6E2EF}"/>
              </a:ext>
            </a:extLst>
          </p:cNvPr>
          <p:cNvSpPr>
            <a:spLocks noGrp="1"/>
          </p:cNvSpPr>
          <p:nvPr>
            <p:ph sz="quarter" idx="1"/>
          </p:nvPr>
        </p:nvSpPr>
        <p:spPr>
          <a:xfrm>
            <a:off x="457200" y="1219200"/>
            <a:ext cx="8229600" cy="2362200"/>
          </a:xfrm>
        </p:spPr>
        <p:txBody>
          <a:bodyPr>
            <a:normAutofit fontScale="77500" lnSpcReduction="20000"/>
          </a:bodyPr>
          <a:lstStyle/>
          <a:p>
            <a:r>
              <a:rPr lang="en-US" dirty="0"/>
              <a:t>Rise of real-time applications, such as network monitoring, sensor monitoring, AR / VR, audio and video data stream from live broadcast</a:t>
            </a:r>
          </a:p>
          <a:p>
            <a:endParaRPr lang="en-US" dirty="0"/>
          </a:p>
          <a:p>
            <a:r>
              <a:rPr lang="en-US" dirty="0"/>
              <a:t>Keywords: stream, real-time</a:t>
            </a:r>
          </a:p>
        </p:txBody>
      </p:sp>
      <p:pic>
        <p:nvPicPr>
          <p:cNvPr id="6" name="Picture 5">
            <a:extLst>
              <a:ext uri="{FF2B5EF4-FFF2-40B4-BE49-F238E27FC236}">
                <a16:creationId xmlns:a16="http://schemas.microsoft.com/office/drawing/2014/main" id="{2310A6A3-31CC-D54B-B42F-EEE948E4819B}"/>
              </a:ext>
            </a:extLst>
          </p:cNvPr>
          <p:cNvPicPr>
            <a:picLocks noChangeAspect="1"/>
          </p:cNvPicPr>
          <p:nvPr/>
        </p:nvPicPr>
        <p:blipFill>
          <a:blip r:embed="rId2"/>
          <a:stretch>
            <a:fillRect/>
          </a:stretch>
        </p:blipFill>
        <p:spPr>
          <a:xfrm>
            <a:off x="443003" y="3968751"/>
            <a:ext cx="2320489" cy="1670049"/>
          </a:xfrm>
          <a:prstGeom prst="rect">
            <a:avLst/>
          </a:prstGeom>
        </p:spPr>
      </p:pic>
      <p:pic>
        <p:nvPicPr>
          <p:cNvPr id="7" name="Picture 6">
            <a:extLst>
              <a:ext uri="{FF2B5EF4-FFF2-40B4-BE49-F238E27FC236}">
                <a16:creationId xmlns:a16="http://schemas.microsoft.com/office/drawing/2014/main" id="{8F2678C2-79C0-684F-8161-2D3A583D74C5}"/>
              </a:ext>
            </a:extLst>
          </p:cNvPr>
          <p:cNvPicPr>
            <a:picLocks noChangeAspect="1"/>
          </p:cNvPicPr>
          <p:nvPr/>
        </p:nvPicPr>
        <p:blipFill>
          <a:blip r:embed="rId3"/>
          <a:stretch>
            <a:fillRect/>
          </a:stretch>
        </p:blipFill>
        <p:spPr>
          <a:xfrm>
            <a:off x="3200400" y="4114799"/>
            <a:ext cx="2522413" cy="1375023"/>
          </a:xfrm>
          <a:prstGeom prst="rect">
            <a:avLst/>
          </a:prstGeom>
        </p:spPr>
      </p:pic>
      <p:pic>
        <p:nvPicPr>
          <p:cNvPr id="8" name="Picture 7">
            <a:extLst>
              <a:ext uri="{FF2B5EF4-FFF2-40B4-BE49-F238E27FC236}">
                <a16:creationId xmlns:a16="http://schemas.microsoft.com/office/drawing/2014/main" id="{84346C5A-FC1C-BD49-97B6-7DEBDA088F87}"/>
              </a:ext>
            </a:extLst>
          </p:cNvPr>
          <p:cNvPicPr>
            <a:picLocks noChangeAspect="1"/>
          </p:cNvPicPr>
          <p:nvPr/>
        </p:nvPicPr>
        <p:blipFill>
          <a:blip r:embed="rId4"/>
          <a:stretch>
            <a:fillRect/>
          </a:stretch>
        </p:blipFill>
        <p:spPr>
          <a:xfrm>
            <a:off x="6043749" y="3910136"/>
            <a:ext cx="2826892" cy="1784350"/>
          </a:xfrm>
          <a:prstGeom prst="rect">
            <a:avLst/>
          </a:prstGeom>
        </p:spPr>
      </p:pic>
    </p:spTree>
    <p:extLst>
      <p:ext uri="{BB962C8B-B14F-4D97-AF65-F5344CB8AC3E}">
        <p14:creationId xmlns:p14="http://schemas.microsoft.com/office/powerpoint/2010/main" val="2414047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1CE74-7196-8543-AA38-E9A7EA191ABF}"/>
              </a:ext>
            </a:extLst>
          </p:cNvPr>
          <p:cNvSpPr>
            <a:spLocks noGrp="1"/>
          </p:cNvSpPr>
          <p:nvPr>
            <p:ph type="title"/>
          </p:nvPr>
        </p:nvSpPr>
        <p:spPr/>
        <p:txBody>
          <a:bodyPr/>
          <a:lstStyle/>
          <a:p>
            <a:r>
              <a:rPr lang="en-US" dirty="0"/>
              <a:t>Streaming Data</a:t>
            </a:r>
          </a:p>
        </p:txBody>
      </p:sp>
      <p:sp>
        <p:nvSpPr>
          <p:cNvPr id="3" name="Date Placeholder 2">
            <a:extLst>
              <a:ext uri="{FF2B5EF4-FFF2-40B4-BE49-F238E27FC236}">
                <a16:creationId xmlns:a16="http://schemas.microsoft.com/office/drawing/2014/main" id="{4F30D0FC-9A93-9C4D-8AB8-9B25BA6EFBF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715AA434-C881-BB41-BADC-81D3C8DCD7CB}"/>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571AF1DE-26FF-084A-B852-4C1A7B94C2F6}"/>
              </a:ext>
            </a:extLst>
          </p:cNvPr>
          <p:cNvSpPr>
            <a:spLocks noGrp="1"/>
          </p:cNvSpPr>
          <p:nvPr>
            <p:ph sz="quarter" idx="1"/>
          </p:nvPr>
        </p:nvSpPr>
        <p:spPr>
          <a:xfrm>
            <a:off x="457200" y="1219200"/>
            <a:ext cx="8229600" cy="1981200"/>
          </a:xfrm>
        </p:spPr>
        <p:txBody>
          <a:bodyPr>
            <a:normAutofit fontScale="85000" lnSpcReduction="10000"/>
          </a:bodyPr>
          <a:lstStyle/>
          <a:p>
            <a:r>
              <a:rPr lang="en-US" dirty="0"/>
              <a:t>Streaming Data is data that is generated continuously by thousands of data sources, which typically send in the data records simultaneously, and in small sizes </a:t>
            </a:r>
          </a:p>
          <a:p>
            <a:endParaRPr lang="en-US" dirty="0"/>
          </a:p>
        </p:txBody>
      </p:sp>
      <p:pic>
        <p:nvPicPr>
          <p:cNvPr id="6" name="Picture 5">
            <a:extLst>
              <a:ext uri="{FF2B5EF4-FFF2-40B4-BE49-F238E27FC236}">
                <a16:creationId xmlns:a16="http://schemas.microsoft.com/office/drawing/2014/main" id="{FBB20CE9-6CB1-024A-AE0A-7EDD38FBF7E6}"/>
              </a:ext>
            </a:extLst>
          </p:cNvPr>
          <p:cNvPicPr>
            <a:picLocks noChangeAspect="1"/>
          </p:cNvPicPr>
          <p:nvPr/>
        </p:nvPicPr>
        <p:blipFill>
          <a:blip r:embed="rId2"/>
          <a:stretch>
            <a:fillRect/>
          </a:stretch>
        </p:blipFill>
        <p:spPr>
          <a:xfrm>
            <a:off x="1447800" y="3124200"/>
            <a:ext cx="6021433" cy="2819400"/>
          </a:xfrm>
          <a:prstGeom prst="rect">
            <a:avLst/>
          </a:prstGeom>
        </p:spPr>
      </p:pic>
    </p:spTree>
    <p:extLst>
      <p:ext uri="{BB962C8B-B14F-4D97-AF65-F5344CB8AC3E}">
        <p14:creationId xmlns:p14="http://schemas.microsoft.com/office/powerpoint/2010/main" val="2907298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CC5C2-7B2B-6349-82F5-960E8C5D8934}"/>
              </a:ext>
            </a:extLst>
          </p:cNvPr>
          <p:cNvSpPr>
            <a:spLocks noGrp="1"/>
          </p:cNvSpPr>
          <p:nvPr>
            <p:ph type="title"/>
          </p:nvPr>
        </p:nvSpPr>
        <p:spPr/>
        <p:txBody>
          <a:bodyPr/>
          <a:lstStyle/>
          <a:p>
            <a:r>
              <a:rPr lang="en-US" dirty="0"/>
              <a:t>Streaming Data Examples</a:t>
            </a:r>
          </a:p>
        </p:txBody>
      </p:sp>
      <p:sp>
        <p:nvSpPr>
          <p:cNvPr id="3" name="Date Placeholder 2">
            <a:extLst>
              <a:ext uri="{FF2B5EF4-FFF2-40B4-BE49-F238E27FC236}">
                <a16:creationId xmlns:a16="http://schemas.microsoft.com/office/drawing/2014/main" id="{D35DF33C-86FF-2247-94FB-27019758E3CC}"/>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2C3C48E-7381-9147-811E-75D4FBFCED33}"/>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E4637A8-4A8A-084D-870C-A743281F8E25}"/>
              </a:ext>
            </a:extLst>
          </p:cNvPr>
          <p:cNvSpPr>
            <a:spLocks noGrp="1"/>
          </p:cNvSpPr>
          <p:nvPr>
            <p:ph sz="quarter" idx="1"/>
          </p:nvPr>
        </p:nvSpPr>
        <p:spPr>
          <a:xfrm>
            <a:off x="457200" y="1219200"/>
            <a:ext cx="6092954" cy="5137150"/>
          </a:xfrm>
        </p:spPr>
        <p:txBody>
          <a:bodyPr>
            <a:normAutofit fontScale="62500" lnSpcReduction="20000"/>
          </a:bodyPr>
          <a:lstStyle/>
          <a:p>
            <a:r>
              <a:rPr lang="en-US" dirty="0"/>
              <a:t>Sensors in transportation vehicles, industrial equipment, and farm machinery send data to a streaming application. The application monitors performance, detects any potential defects in advance, and places a spare part order automatically preventing equipment down time.</a:t>
            </a:r>
          </a:p>
          <a:p>
            <a:r>
              <a:rPr lang="en-US" dirty="0"/>
              <a:t>A financial institution tracks changes in the stock market in real time, computes value-at-risk, and automatically rebalances portfolios based on stock price movements.</a:t>
            </a:r>
          </a:p>
          <a:p>
            <a:r>
              <a:rPr lang="en-US" dirty="0"/>
              <a:t>A real-estate website tracks a subset of data from consumers’ mobile devices and makes real-time property recommendations of properties to visit based on their geo-location.</a:t>
            </a:r>
          </a:p>
          <a:p>
            <a:endParaRPr lang="en-US" dirty="0"/>
          </a:p>
        </p:txBody>
      </p:sp>
      <p:pic>
        <p:nvPicPr>
          <p:cNvPr id="6" name="Picture 5">
            <a:extLst>
              <a:ext uri="{FF2B5EF4-FFF2-40B4-BE49-F238E27FC236}">
                <a16:creationId xmlns:a16="http://schemas.microsoft.com/office/drawing/2014/main" id="{D859C029-E0D2-A742-B671-E343523F717C}"/>
              </a:ext>
            </a:extLst>
          </p:cNvPr>
          <p:cNvPicPr>
            <a:picLocks noChangeAspect="1"/>
          </p:cNvPicPr>
          <p:nvPr/>
        </p:nvPicPr>
        <p:blipFill>
          <a:blip r:embed="rId2"/>
          <a:stretch>
            <a:fillRect/>
          </a:stretch>
        </p:blipFill>
        <p:spPr>
          <a:xfrm>
            <a:off x="6705600" y="1371600"/>
            <a:ext cx="2167928" cy="1368408"/>
          </a:xfrm>
          <a:prstGeom prst="rect">
            <a:avLst/>
          </a:prstGeom>
        </p:spPr>
      </p:pic>
      <p:pic>
        <p:nvPicPr>
          <p:cNvPr id="7" name="Picture 6">
            <a:extLst>
              <a:ext uri="{FF2B5EF4-FFF2-40B4-BE49-F238E27FC236}">
                <a16:creationId xmlns:a16="http://schemas.microsoft.com/office/drawing/2014/main" id="{55A4A186-CA7F-3D49-AE80-573006506A3C}"/>
              </a:ext>
            </a:extLst>
          </p:cNvPr>
          <p:cNvPicPr>
            <a:picLocks noChangeAspect="1"/>
          </p:cNvPicPr>
          <p:nvPr/>
        </p:nvPicPr>
        <p:blipFill>
          <a:blip r:embed="rId3"/>
          <a:stretch>
            <a:fillRect/>
          </a:stretch>
        </p:blipFill>
        <p:spPr>
          <a:xfrm>
            <a:off x="6705599" y="3063255"/>
            <a:ext cx="2167927" cy="1309789"/>
          </a:xfrm>
          <a:prstGeom prst="rect">
            <a:avLst/>
          </a:prstGeom>
        </p:spPr>
      </p:pic>
      <p:pic>
        <p:nvPicPr>
          <p:cNvPr id="8" name="Picture 7">
            <a:extLst>
              <a:ext uri="{FF2B5EF4-FFF2-40B4-BE49-F238E27FC236}">
                <a16:creationId xmlns:a16="http://schemas.microsoft.com/office/drawing/2014/main" id="{EF55F798-3CB4-CE41-8BD8-34CA14C06860}"/>
              </a:ext>
            </a:extLst>
          </p:cNvPr>
          <p:cNvPicPr>
            <a:picLocks noChangeAspect="1"/>
          </p:cNvPicPr>
          <p:nvPr/>
        </p:nvPicPr>
        <p:blipFill>
          <a:blip r:embed="rId4"/>
          <a:stretch>
            <a:fillRect/>
          </a:stretch>
        </p:blipFill>
        <p:spPr>
          <a:xfrm>
            <a:off x="6477000" y="4683142"/>
            <a:ext cx="2540000" cy="1568450"/>
          </a:xfrm>
          <a:prstGeom prst="rect">
            <a:avLst/>
          </a:prstGeom>
        </p:spPr>
      </p:pic>
    </p:spTree>
    <p:extLst>
      <p:ext uri="{BB962C8B-B14F-4D97-AF65-F5344CB8AC3E}">
        <p14:creationId xmlns:p14="http://schemas.microsoft.com/office/powerpoint/2010/main" val="3786138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CC5C2-7B2B-6349-82F5-960E8C5D8934}"/>
              </a:ext>
            </a:extLst>
          </p:cNvPr>
          <p:cNvSpPr>
            <a:spLocks noGrp="1"/>
          </p:cNvSpPr>
          <p:nvPr>
            <p:ph type="title"/>
          </p:nvPr>
        </p:nvSpPr>
        <p:spPr/>
        <p:txBody>
          <a:bodyPr/>
          <a:lstStyle/>
          <a:p>
            <a:r>
              <a:rPr lang="en-US" dirty="0"/>
              <a:t>Streaming Data Examples</a:t>
            </a:r>
          </a:p>
        </p:txBody>
      </p:sp>
      <p:sp>
        <p:nvSpPr>
          <p:cNvPr id="3" name="Date Placeholder 2">
            <a:extLst>
              <a:ext uri="{FF2B5EF4-FFF2-40B4-BE49-F238E27FC236}">
                <a16:creationId xmlns:a16="http://schemas.microsoft.com/office/drawing/2014/main" id="{D35DF33C-86FF-2247-94FB-27019758E3CC}"/>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2C3C48E-7381-9147-811E-75D4FBFCED33}"/>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E4637A8-4A8A-084D-870C-A743281F8E25}"/>
              </a:ext>
            </a:extLst>
          </p:cNvPr>
          <p:cNvSpPr>
            <a:spLocks noGrp="1"/>
          </p:cNvSpPr>
          <p:nvPr>
            <p:ph sz="quarter" idx="1"/>
          </p:nvPr>
        </p:nvSpPr>
        <p:spPr>
          <a:xfrm>
            <a:off x="457200" y="1219200"/>
            <a:ext cx="6092954" cy="5137150"/>
          </a:xfrm>
        </p:spPr>
        <p:txBody>
          <a:bodyPr>
            <a:normAutofit fontScale="55000" lnSpcReduction="20000"/>
          </a:bodyPr>
          <a:lstStyle/>
          <a:p>
            <a:r>
              <a:rPr lang="en-US" dirty="0"/>
              <a:t>A solar power company has to maintain power throughput for its customers, or pay penalties. It implemented a streaming data application that monitors of all of panels in the field, and schedules service in real time, thereby minimizing the periods of low throughput from each panel and the associated penalty payouts.</a:t>
            </a:r>
          </a:p>
          <a:p>
            <a:r>
              <a:rPr lang="en-US" dirty="0"/>
              <a:t>A media publisher streams billions of clickstream records from its online properties, aggregates and enriches the data with demographic information about users, and optimizes content placement on its site, delivering relevancy and better experience to its audience.</a:t>
            </a:r>
          </a:p>
          <a:p>
            <a:r>
              <a:rPr lang="en-US" dirty="0"/>
              <a:t>An online gaming company collects streaming data about player-game interactions, and feeds the data into its gaming platform. It then analyzes the data in real-time, offers incentives and dynamic experiences to engage its players.</a:t>
            </a:r>
          </a:p>
          <a:p>
            <a:endParaRPr lang="en-US" dirty="0"/>
          </a:p>
        </p:txBody>
      </p:sp>
      <p:pic>
        <p:nvPicPr>
          <p:cNvPr id="6" name="Picture 5">
            <a:extLst>
              <a:ext uri="{FF2B5EF4-FFF2-40B4-BE49-F238E27FC236}">
                <a16:creationId xmlns:a16="http://schemas.microsoft.com/office/drawing/2014/main" id="{F34EAD66-052E-574B-B68E-D75E4D242D0B}"/>
              </a:ext>
            </a:extLst>
          </p:cNvPr>
          <p:cNvPicPr>
            <a:picLocks noChangeAspect="1"/>
          </p:cNvPicPr>
          <p:nvPr/>
        </p:nvPicPr>
        <p:blipFill>
          <a:blip r:embed="rId2"/>
          <a:stretch>
            <a:fillRect/>
          </a:stretch>
        </p:blipFill>
        <p:spPr>
          <a:xfrm>
            <a:off x="6629400" y="1219200"/>
            <a:ext cx="2321575" cy="1511300"/>
          </a:xfrm>
          <a:prstGeom prst="rect">
            <a:avLst/>
          </a:prstGeom>
        </p:spPr>
      </p:pic>
      <p:pic>
        <p:nvPicPr>
          <p:cNvPr id="7" name="Picture 6">
            <a:extLst>
              <a:ext uri="{FF2B5EF4-FFF2-40B4-BE49-F238E27FC236}">
                <a16:creationId xmlns:a16="http://schemas.microsoft.com/office/drawing/2014/main" id="{3FBCCC73-6626-744D-9EF6-954CE9307905}"/>
              </a:ext>
            </a:extLst>
          </p:cNvPr>
          <p:cNvPicPr>
            <a:picLocks noChangeAspect="1"/>
          </p:cNvPicPr>
          <p:nvPr/>
        </p:nvPicPr>
        <p:blipFill>
          <a:blip r:embed="rId3"/>
          <a:stretch>
            <a:fillRect/>
          </a:stretch>
        </p:blipFill>
        <p:spPr>
          <a:xfrm>
            <a:off x="6612422" y="2908299"/>
            <a:ext cx="2289719" cy="1219201"/>
          </a:xfrm>
          <a:prstGeom prst="rect">
            <a:avLst/>
          </a:prstGeom>
        </p:spPr>
      </p:pic>
      <p:pic>
        <p:nvPicPr>
          <p:cNvPr id="8" name="Picture 7">
            <a:extLst>
              <a:ext uri="{FF2B5EF4-FFF2-40B4-BE49-F238E27FC236}">
                <a16:creationId xmlns:a16="http://schemas.microsoft.com/office/drawing/2014/main" id="{CA34AB46-611E-914A-9B9E-D474BEF1AB9F}"/>
              </a:ext>
            </a:extLst>
          </p:cNvPr>
          <p:cNvPicPr>
            <a:picLocks noChangeAspect="1"/>
          </p:cNvPicPr>
          <p:nvPr/>
        </p:nvPicPr>
        <p:blipFill>
          <a:blip r:embed="rId4"/>
          <a:stretch>
            <a:fillRect/>
          </a:stretch>
        </p:blipFill>
        <p:spPr>
          <a:xfrm>
            <a:off x="6629400" y="4419600"/>
            <a:ext cx="2244003" cy="1390650"/>
          </a:xfrm>
          <a:prstGeom prst="rect">
            <a:avLst/>
          </a:prstGeom>
        </p:spPr>
      </p:pic>
    </p:spTree>
    <p:extLst>
      <p:ext uri="{BB962C8B-B14F-4D97-AF65-F5344CB8AC3E}">
        <p14:creationId xmlns:p14="http://schemas.microsoft.com/office/powerpoint/2010/main" val="518389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3A28-7448-F446-A33E-69E317A00154}"/>
              </a:ext>
            </a:extLst>
          </p:cNvPr>
          <p:cNvSpPr>
            <a:spLocks noGrp="1"/>
          </p:cNvSpPr>
          <p:nvPr>
            <p:ph type="title"/>
          </p:nvPr>
        </p:nvSpPr>
        <p:spPr/>
        <p:txBody>
          <a:bodyPr/>
          <a:lstStyle/>
          <a:p>
            <a:r>
              <a:rPr lang="en-US" dirty="0"/>
              <a:t>The Characteristics of Streaming Data</a:t>
            </a:r>
          </a:p>
        </p:txBody>
      </p:sp>
      <p:sp>
        <p:nvSpPr>
          <p:cNvPr id="3" name="Date Placeholder 2">
            <a:extLst>
              <a:ext uri="{FF2B5EF4-FFF2-40B4-BE49-F238E27FC236}">
                <a16:creationId xmlns:a16="http://schemas.microsoft.com/office/drawing/2014/main" id="{92F833CD-F1D9-D54D-8A33-5570FC1CB355}"/>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4D436C58-A23E-2343-A309-49D1D0EA7965}"/>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11D598C-AF3F-534D-8711-9DAB6A09664B}"/>
              </a:ext>
            </a:extLst>
          </p:cNvPr>
          <p:cNvSpPr>
            <a:spLocks noGrp="1"/>
          </p:cNvSpPr>
          <p:nvPr>
            <p:ph sz="quarter" idx="1"/>
          </p:nvPr>
        </p:nvSpPr>
        <p:spPr/>
        <p:txBody>
          <a:bodyPr>
            <a:normAutofit fontScale="85000" lnSpcReduction="20000"/>
          </a:bodyPr>
          <a:lstStyle/>
          <a:p>
            <a:r>
              <a:rPr lang="en-US" dirty="0"/>
              <a:t>Data arrives continuously and quickly as flowing water</a:t>
            </a:r>
          </a:p>
          <a:p>
            <a:endParaRPr lang="en-US" dirty="0"/>
          </a:p>
          <a:p>
            <a:r>
              <a:rPr lang="en-US" dirty="0"/>
              <a:t>Massive data scale, data volume can reach TB level or even PB level</a:t>
            </a:r>
          </a:p>
          <a:p>
            <a:endParaRPr lang="en-US" dirty="0"/>
          </a:p>
          <a:p>
            <a:r>
              <a:rPr lang="en-US" dirty="0"/>
              <a:t>High real-time requirements, the value of data will be greatly reduced over time</a:t>
            </a:r>
          </a:p>
          <a:p>
            <a:endParaRPr lang="en-US" dirty="0"/>
          </a:p>
          <a:p>
            <a:r>
              <a:rPr lang="en-US" dirty="0"/>
              <a:t>Data order cannot be guaranteed. The system cannot control the order of the data elements to be processed</a:t>
            </a:r>
          </a:p>
        </p:txBody>
      </p:sp>
    </p:spTree>
    <p:extLst>
      <p:ext uri="{BB962C8B-B14F-4D97-AF65-F5344CB8AC3E}">
        <p14:creationId xmlns:p14="http://schemas.microsoft.com/office/powerpoint/2010/main" val="3884806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116F8-C6A6-254C-B388-EF68E3735F88}"/>
              </a:ext>
            </a:extLst>
          </p:cNvPr>
          <p:cNvSpPr>
            <a:spLocks noGrp="1"/>
          </p:cNvSpPr>
          <p:nvPr>
            <p:ph type="title"/>
          </p:nvPr>
        </p:nvSpPr>
        <p:spPr/>
        <p:txBody>
          <a:bodyPr>
            <a:normAutofit fontScale="90000"/>
          </a:bodyPr>
          <a:lstStyle/>
          <a:p>
            <a:r>
              <a:rPr lang="en-US" dirty="0"/>
              <a:t>Comparison between Batch Processing and Stream Processing</a:t>
            </a:r>
          </a:p>
        </p:txBody>
      </p:sp>
      <p:sp>
        <p:nvSpPr>
          <p:cNvPr id="3" name="Date Placeholder 2">
            <a:extLst>
              <a:ext uri="{FF2B5EF4-FFF2-40B4-BE49-F238E27FC236}">
                <a16:creationId xmlns:a16="http://schemas.microsoft.com/office/drawing/2014/main" id="{457C3D30-60C6-2F45-B35E-87E765482550}"/>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F5F09AB-C9C2-174F-B0B2-669F67D2EF69}"/>
              </a:ext>
            </a:extLst>
          </p:cNvPr>
          <p:cNvSpPr>
            <a:spLocks noGrp="1"/>
          </p:cNvSpPr>
          <p:nvPr>
            <p:ph type="sldNum" sz="quarter" idx="12"/>
          </p:nvPr>
        </p:nvSpPr>
        <p:spPr/>
        <p:txBody>
          <a:bodyPr/>
          <a:lstStyle/>
          <a:p>
            <a:r>
              <a:rPr lang="en-US" dirty="0"/>
              <a:t>CS 4504</a:t>
            </a:r>
          </a:p>
        </p:txBody>
      </p:sp>
      <p:graphicFrame>
        <p:nvGraphicFramePr>
          <p:cNvPr id="6" name="Table 5">
            <a:extLst>
              <a:ext uri="{FF2B5EF4-FFF2-40B4-BE49-F238E27FC236}">
                <a16:creationId xmlns:a16="http://schemas.microsoft.com/office/drawing/2014/main" id="{A354D542-5394-FE49-A0A4-5F9C8189BB67}"/>
              </a:ext>
            </a:extLst>
          </p:cNvPr>
          <p:cNvGraphicFramePr>
            <a:graphicFrameLocks noGrp="1"/>
          </p:cNvGraphicFramePr>
          <p:nvPr>
            <p:extLst>
              <p:ext uri="{D42A27DB-BD31-4B8C-83A1-F6EECF244321}">
                <p14:modId xmlns:p14="http://schemas.microsoft.com/office/powerpoint/2010/main" val="2638455228"/>
              </p:ext>
            </p:extLst>
          </p:nvPr>
        </p:nvGraphicFramePr>
        <p:xfrm>
          <a:off x="454152" y="1285765"/>
          <a:ext cx="8229600" cy="4886437"/>
        </p:xfrm>
        <a:graphic>
          <a:graphicData uri="http://schemas.openxmlformats.org/drawingml/2006/table">
            <a:tbl>
              <a:tblPr>
                <a:tableStyleId>{3C2FFA5D-87B4-456A-9821-1D502468CF0F}</a:tableStyleId>
              </a:tblPr>
              <a:tblGrid>
                <a:gridCol w="1219200">
                  <a:extLst>
                    <a:ext uri="{9D8B030D-6E8A-4147-A177-3AD203B41FA5}">
                      <a16:colId xmlns:a16="http://schemas.microsoft.com/office/drawing/2014/main" val="2452677505"/>
                    </a:ext>
                  </a:extLst>
                </a:gridCol>
                <a:gridCol w="3200400">
                  <a:extLst>
                    <a:ext uri="{9D8B030D-6E8A-4147-A177-3AD203B41FA5}">
                      <a16:colId xmlns:a16="http://schemas.microsoft.com/office/drawing/2014/main" val="3108271599"/>
                    </a:ext>
                  </a:extLst>
                </a:gridCol>
                <a:gridCol w="3810000">
                  <a:extLst>
                    <a:ext uri="{9D8B030D-6E8A-4147-A177-3AD203B41FA5}">
                      <a16:colId xmlns:a16="http://schemas.microsoft.com/office/drawing/2014/main" val="219852929"/>
                    </a:ext>
                  </a:extLst>
                </a:gridCol>
              </a:tblGrid>
              <a:tr h="535181">
                <a:tc>
                  <a:txBody>
                    <a:bodyPr/>
                    <a:lstStyle/>
                    <a:p>
                      <a:pPr algn="ctr"/>
                      <a:endParaRPr lang="en-US" sz="1600" dirty="0">
                        <a:effectLst/>
                      </a:endParaRPr>
                    </a:p>
                  </a:txBody>
                  <a:tcPr marL="68963" marR="68963" marT="68963" marB="68963"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ffectLst/>
                        </a:rPr>
                        <a:t>Batch processing</a:t>
                      </a:r>
                    </a:p>
                  </a:txBody>
                  <a:tcPr marL="68963" marR="68963" marT="68963" marB="68963"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ffectLst/>
                        </a:rPr>
                        <a:t>Stream processing</a:t>
                      </a:r>
                    </a:p>
                  </a:txBody>
                  <a:tcPr marL="82755" marR="82755" marT="41378" marB="41378" anchor="ctr"/>
                </a:tc>
                <a:extLst>
                  <a:ext uri="{0D108BD9-81ED-4DB2-BD59-A6C34878D82A}">
                    <a16:rowId xmlns:a16="http://schemas.microsoft.com/office/drawing/2014/main" val="544834811"/>
                  </a:ext>
                </a:extLst>
              </a:tr>
              <a:tr h="1163437">
                <a:tc>
                  <a:txBody>
                    <a:bodyPr/>
                    <a:lstStyle/>
                    <a:p>
                      <a:pPr algn="ctr"/>
                      <a:r>
                        <a:rPr lang="en-US" sz="1600" dirty="0">
                          <a:effectLst/>
                        </a:rPr>
                        <a:t>Data scope</a:t>
                      </a:r>
                    </a:p>
                  </a:txBody>
                  <a:tcPr marL="68963" marR="68963" marT="68963" marB="68963" anchor="ctr"/>
                </a:tc>
                <a:tc>
                  <a:txBody>
                    <a:bodyPr/>
                    <a:lstStyle/>
                    <a:p>
                      <a:pPr algn="ctr"/>
                      <a:r>
                        <a:rPr lang="en-US" sz="1600" dirty="0">
                          <a:effectLst/>
                        </a:rPr>
                        <a:t>Queries or processing over all or most of the data in the dataset.</a:t>
                      </a:r>
                    </a:p>
                  </a:txBody>
                  <a:tcPr marL="68963" marR="68963" marT="68963" marB="68963" anchor="ctr"/>
                </a:tc>
                <a:tc>
                  <a:txBody>
                    <a:bodyPr/>
                    <a:lstStyle/>
                    <a:p>
                      <a:pPr algn="ctr"/>
                      <a:r>
                        <a:rPr lang="en-US" sz="1600" dirty="0">
                          <a:effectLst/>
                        </a:rPr>
                        <a:t>Queries or processing over data within a rolling time window, or on just the most recent data record.</a:t>
                      </a:r>
                    </a:p>
                  </a:txBody>
                  <a:tcPr marL="68963" marR="68963" marT="68963" marB="68963" anchor="ctr"/>
                </a:tc>
                <a:extLst>
                  <a:ext uri="{0D108BD9-81ED-4DB2-BD59-A6C34878D82A}">
                    <a16:rowId xmlns:a16="http://schemas.microsoft.com/office/drawing/2014/main" val="2625529822"/>
                  </a:ext>
                </a:extLst>
              </a:tr>
              <a:tr h="954019">
                <a:tc>
                  <a:txBody>
                    <a:bodyPr/>
                    <a:lstStyle/>
                    <a:p>
                      <a:pPr algn="ctr"/>
                      <a:r>
                        <a:rPr lang="en-US" sz="1600" dirty="0">
                          <a:effectLst/>
                        </a:rPr>
                        <a:t>Data size</a:t>
                      </a:r>
                    </a:p>
                  </a:txBody>
                  <a:tcPr marL="68963" marR="68963" marT="68963" marB="68963" anchor="ctr"/>
                </a:tc>
                <a:tc>
                  <a:txBody>
                    <a:bodyPr/>
                    <a:lstStyle/>
                    <a:p>
                      <a:pPr algn="ctr"/>
                      <a:r>
                        <a:rPr lang="en-US" sz="1600" dirty="0">
                          <a:effectLst/>
                        </a:rPr>
                        <a:t>Large batches of data.</a:t>
                      </a:r>
                    </a:p>
                  </a:txBody>
                  <a:tcPr marL="68963" marR="68963" marT="68963" marB="68963" anchor="ctr"/>
                </a:tc>
                <a:tc>
                  <a:txBody>
                    <a:bodyPr/>
                    <a:lstStyle/>
                    <a:p>
                      <a:pPr algn="ctr"/>
                      <a:r>
                        <a:rPr lang="en-US" sz="1600">
                          <a:effectLst/>
                        </a:rPr>
                        <a:t>Individual records or micro batches consisting of a few records.</a:t>
                      </a:r>
                    </a:p>
                  </a:txBody>
                  <a:tcPr marL="68963" marR="68963" marT="68963" marB="68963" anchor="ctr"/>
                </a:tc>
                <a:extLst>
                  <a:ext uri="{0D108BD9-81ED-4DB2-BD59-A6C34878D82A}">
                    <a16:rowId xmlns:a16="http://schemas.microsoft.com/office/drawing/2014/main" val="2219782049"/>
                  </a:ext>
                </a:extLst>
              </a:tr>
              <a:tr h="744600">
                <a:tc>
                  <a:txBody>
                    <a:bodyPr/>
                    <a:lstStyle/>
                    <a:p>
                      <a:pPr algn="ctr"/>
                      <a:r>
                        <a:rPr lang="en-US" sz="1600">
                          <a:effectLst/>
                        </a:rPr>
                        <a:t>Performance</a:t>
                      </a:r>
                    </a:p>
                  </a:txBody>
                  <a:tcPr marL="68963" marR="68963" marT="68963" marB="68963" anchor="ctr"/>
                </a:tc>
                <a:tc>
                  <a:txBody>
                    <a:bodyPr/>
                    <a:lstStyle/>
                    <a:p>
                      <a:pPr algn="ctr"/>
                      <a:r>
                        <a:rPr lang="en-US" sz="1600">
                          <a:effectLst/>
                        </a:rPr>
                        <a:t>Latencies in minutes to hours.</a:t>
                      </a:r>
                    </a:p>
                  </a:txBody>
                  <a:tcPr marL="68963" marR="68963" marT="68963" marB="68963" anchor="ctr"/>
                </a:tc>
                <a:tc>
                  <a:txBody>
                    <a:bodyPr/>
                    <a:lstStyle/>
                    <a:p>
                      <a:pPr algn="ctr"/>
                      <a:r>
                        <a:rPr lang="en-US" sz="1600" dirty="0">
                          <a:effectLst/>
                        </a:rPr>
                        <a:t>Requires latency in the order of seconds or milliseconds.</a:t>
                      </a:r>
                    </a:p>
                  </a:txBody>
                  <a:tcPr marL="68963" marR="68963" marT="68963" marB="68963" anchor="ctr"/>
                </a:tc>
                <a:extLst>
                  <a:ext uri="{0D108BD9-81ED-4DB2-BD59-A6C34878D82A}">
                    <a16:rowId xmlns:a16="http://schemas.microsoft.com/office/drawing/2014/main" val="2268980685"/>
                  </a:ext>
                </a:extLst>
              </a:tr>
              <a:tr h="744600">
                <a:tc>
                  <a:txBody>
                    <a:bodyPr/>
                    <a:lstStyle/>
                    <a:p>
                      <a:pPr algn="ctr"/>
                      <a:r>
                        <a:rPr lang="en-US" sz="1600">
                          <a:effectLst/>
                        </a:rPr>
                        <a:t>Analyses</a:t>
                      </a:r>
                    </a:p>
                  </a:txBody>
                  <a:tcPr marL="68963" marR="68963" marT="68963" marB="68963" anchor="ctr"/>
                </a:tc>
                <a:tc>
                  <a:txBody>
                    <a:bodyPr/>
                    <a:lstStyle/>
                    <a:p>
                      <a:pPr algn="ctr"/>
                      <a:r>
                        <a:rPr lang="en-US" sz="1600" dirty="0">
                          <a:effectLst/>
                        </a:rPr>
                        <a:t>Complex analytics.</a:t>
                      </a:r>
                    </a:p>
                  </a:txBody>
                  <a:tcPr marL="68963" marR="68963" marT="68963" marB="68963" anchor="ctr"/>
                </a:tc>
                <a:tc>
                  <a:txBody>
                    <a:bodyPr/>
                    <a:lstStyle/>
                    <a:p>
                      <a:pPr algn="ctr"/>
                      <a:r>
                        <a:rPr lang="en-US" sz="1600" dirty="0">
                          <a:effectLst/>
                        </a:rPr>
                        <a:t>Simple response functions, aggregates, and rolling metrics.</a:t>
                      </a:r>
                    </a:p>
                  </a:txBody>
                  <a:tcPr marL="68963" marR="68963" marT="68963" marB="68963" anchor="ctr"/>
                </a:tc>
                <a:extLst>
                  <a:ext uri="{0D108BD9-81ED-4DB2-BD59-A6C34878D82A}">
                    <a16:rowId xmlns:a16="http://schemas.microsoft.com/office/drawing/2014/main" val="4191467907"/>
                  </a:ext>
                </a:extLst>
              </a:tr>
              <a:tr h="744600">
                <a:tc>
                  <a:txBody>
                    <a:bodyPr/>
                    <a:lstStyle/>
                    <a:p>
                      <a:pPr algn="ctr"/>
                      <a:r>
                        <a:rPr lang="en-US" sz="1600" dirty="0">
                          <a:effectLst/>
                        </a:rPr>
                        <a:t>Architecture</a:t>
                      </a:r>
                    </a:p>
                  </a:txBody>
                  <a:tcPr marL="68963" marR="68963" marT="68963" marB="68963" anchor="ctr"/>
                </a:tc>
                <a:tc>
                  <a:txBody>
                    <a:bodyPr/>
                    <a:lstStyle/>
                    <a:p>
                      <a:pPr algn="ctr"/>
                      <a:r>
                        <a:rPr lang="en-US" sz="1600" dirty="0">
                          <a:effectLst/>
                        </a:rPr>
                        <a:t>MapReduce</a:t>
                      </a:r>
                    </a:p>
                  </a:txBody>
                  <a:tcPr marL="68963" marR="68963" marT="68963" marB="68963" anchor="ctr"/>
                </a:tc>
                <a:tc>
                  <a:txBody>
                    <a:bodyPr/>
                    <a:lstStyle/>
                    <a:p>
                      <a:pPr algn="ctr"/>
                      <a:r>
                        <a:rPr lang="en-US" sz="1600" dirty="0">
                          <a:effectLst/>
                        </a:rPr>
                        <a:t>Storm, Kafka, etc.</a:t>
                      </a:r>
                    </a:p>
                  </a:txBody>
                  <a:tcPr marL="68963" marR="68963" marT="68963" marB="68963" anchor="ctr"/>
                </a:tc>
                <a:extLst>
                  <a:ext uri="{0D108BD9-81ED-4DB2-BD59-A6C34878D82A}">
                    <a16:rowId xmlns:a16="http://schemas.microsoft.com/office/drawing/2014/main" val="4091649088"/>
                  </a:ext>
                </a:extLst>
              </a:tr>
            </a:tbl>
          </a:graphicData>
        </a:graphic>
      </p:graphicFrame>
    </p:spTree>
    <p:extLst>
      <p:ext uri="{BB962C8B-B14F-4D97-AF65-F5344CB8AC3E}">
        <p14:creationId xmlns:p14="http://schemas.microsoft.com/office/powerpoint/2010/main" val="2063359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F4A7D-DF95-9D41-9ABC-ADE13666C2AB}"/>
              </a:ext>
            </a:extLst>
          </p:cNvPr>
          <p:cNvSpPr>
            <a:spLocks noGrp="1"/>
          </p:cNvSpPr>
          <p:nvPr>
            <p:ph type="title"/>
          </p:nvPr>
        </p:nvSpPr>
        <p:spPr/>
        <p:txBody>
          <a:bodyPr/>
          <a:lstStyle/>
          <a:p>
            <a:r>
              <a:rPr lang="en-US" dirty="0"/>
              <a:t>How Stream Computing Works</a:t>
            </a:r>
          </a:p>
        </p:txBody>
      </p:sp>
      <p:sp>
        <p:nvSpPr>
          <p:cNvPr id="3" name="Date Placeholder 2">
            <a:extLst>
              <a:ext uri="{FF2B5EF4-FFF2-40B4-BE49-F238E27FC236}">
                <a16:creationId xmlns:a16="http://schemas.microsoft.com/office/drawing/2014/main" id="{BBCAB083-C87F-2D45-9F95-83FBA947DE20}"/>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707A67C9-B06B-D641-8600-F84E1BCD9E7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2F8B5D9B-6F4E-CE47-B8CC-DCEB3FD13051}"/>
              </a:ext>
            </a:extLst>
          </p:cNvPr>
          <p:cNvSpPr>
            <a:spLocks noGrp="1"/>
          </p:cNvSpPr>
          <p:nvPr>
            <p:ph sz="quarter" idx="1"/>
          </p:nvPr>
        </p:nvSpPr>
        <p:spPr>
          <a:xfrm>
            <a:off x="457200" y="1219200"/>
            <a:ext cx="8229600" cy="2467610"/>
          </a:xfrm>
        </p:spPr>
        <p:txBody>
          <a:bodyPr>
            <a:normAutofit fontScale="77500" lnSpcReduction="20000"/>
          </a:bodyPr>
          <a:lstStyle/>
          <a:p>
            <a:r>
              <a:rPr lang="en-US" dirty="0"/>
              <a:t>Stream computing focuses on real-time. Once the data is generated, it will be processed immediately. When the data is processed, it will be serialized and stored in the cache, and then immediately transmitted to the next node through the network, and the next node will continue processing.</a:t>
            </a:r>
          </a:p>
        </p:txBody>
      </p:sp>
      <p:pic>
        <p:nvPicPr>
          <p:cNvPr id="6" name="Picture 5">
            <a:extLst>
              <a:ext uri="{FF2B5EF4-FFF2-40B4-BE49-F238E27FC236}">
                <a16:creationId xmlns:a16="http://schemas.microsoft.com/office/drawing/2014/main" id="{18FB0F87-323B-4142-8BC2-3B05AA130768}"/>
              </a:ext>
            </a:extLst>
          </p:cNvPr>
          <p:cNvPicPr>
            <a:picLocks noChangeAspect="1"/>
          </p:cNvPicPr>
          <p:nvPr/>
        </p:nvPicPr>
        <p:blipFill>
          <a:blip r:embed="rId2"/>
          <a:stretch>
            <a:fillRect/>
          </a:stretch>
        </p:blipFill>
        <p:spPr>
          <a:xfrm>
            <a:off x="2321815" y="3544971"/>
            <a:ext cx="4373370" cy="3276600"/>
          </a:xfrm>
          <a:prstGeom prst="rect">
            <a:avLst/>
          </a:prstGeom>
        </p:spPr>
      </p:pic>
    </p:spTree>
    <p:extLst>
      <p:ext uri="{BB962C8B-B14F-4D97-AF65-F5344CB8AC3E}">
        <p14:creationId xmlns:p14="http://schemas.microsoft.com/office/powerpoint/2010/main" val="3075403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F4B9-3F21-BA4E-B6BB-6EBFBF67F3B6}"/>
              </a:ext>
            </a:extLst>
          </p:cNvPr>
          <p:cNvSpPr>
            <a:spLocks noGrp="1"/>
          </p:cNvSpPr>
          <p:nvPr>
            <p:ph type="title"/>
          </p:nvPr>
        </p:nvSpPr>
        <p:spPr/>
        <p:txBody>
          <a:bodyPr/>
          <a:lstStyle/>
          <a:p>
            <a:r>
              <a:rPr lang="en-US" dirty="0"/>
              <a:t>How Stream Computing Works</a:t>
            </a:r>
          </a:p>
        </p:txBody>
      </p:sp>
      <p:sp>
        <p:nvSpPr>
          <p:cNvPr id="3" name="Date Placeholder 2">
            <a:extLst>
              <a:ext uri="{FF2B5EF4-FFF2-40B4-BE49-F238E27FC236}">
                <a16:creationId xmlns:a16="http://schemas.microsoft.com/office/drawing/2014/main" id="{723AF9A0-0AFE-C14B-A615-9FA96E406992}"/>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D8A273D3-67A9-2148-ADC1-FF7F781DBA8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9AABF40-5058-AB4A-979D-F037BF40ECB6}"/>
              </a:ext>
            </a:extLst>
          </p:cNvPr>
          <p:cNvSpPr>
            <a:spLocks noGrp="1"/>
          </p:cNvSpPr>
          <p:nvPr>
            <p:ph sz="quarter" idx="1"/>
          </p:nvPr>
        </p:nvSpPr>
        <p:spPr>
          <a:xfrm>
            <a:off x="457200" y="1219200"/>
            <a:ext cx="8229600" cy="2438400"/>
          </a:xfrm>
        </p:spPr>
        <p:txBody>
          <a:bodyPr>
            <a:normAutofit fontScale="92500" lnSpcReduction="20000"/>
          </a:bodyPr>
          <a:lstStyle/>
          <a:p>
            <a:r>
              <a:rPr lang="en-US" dirty="0"/>
              <a:t>Stream computing for data processing, generally includes 3 steps:</a:t>
            </a:r>
          </a:p>
          <a:p>
            <a:pPr marL="731520" lvl="1" indent="-457200">
              <a:buFont typeface="+mj-lt"/>
              <a:buAutoNum type="arabicPeriod"/>
            </a:pPr>
            <a:r>
              <a:rPr lang="en-US" dirty="0"/>
              <a:t>Submit a streaming computing job</a:t>
            </a:r>
          </a:p>
          <a:p>
            <a:pPr marL="731520" lvl="1" indent="-457200">
              <a:buFont typeface="+mj-lt"/>
              <a:buAutoNum type="arabicPeriod"/>
            </a:pPr>
            <a:r>
              <a:rPr lang="en-US" dirty="0"/>
              <a:t>Load streaming data for stream computing</a:t>
            </a:r>
          </a:p>
          <a:p>
            <a:pPr marL="731520" lvl="1" indent="-457200">
              <a:buFont typeface="+mj-lt"/>
              <a:buAutoNum type="arabicPeriod"/>
            </a:pPr>
            <a:r>
              <a:rPr lang="en-US" dirty="0"/>
              <a:t>Continuously output the processed results</a:t>
            </a:r>
          </a:p>
        </p:txBody>
      </p:sp>
      <p:sp>
        <p:nvSpPr>
          <p:cNvPr id="6" name="Rectangle 5">
            <a:extLst>
              <a:ext uri="{FF2B5EF4-FFF2-40B4-BE49-F238E27FC236}">
                <a16:creationId xmlns:a16="http://schemas.microsoft.com/office/drawing/2014/main" id="{7FF20D4C-EB7B-A24B-91ED-84CFEE0E2B5A}"/>
              </a:ext>
            </a:extLst>
          </p:cNvPr>
          <p:cNvSpPr/>
          <p:nvPr/>
        </p:nvSpPr>
        <p:spPr>
          <a:xfrm>
            <a:off x="1763705" y="4572000"/>
            <a:ext cx="5485205"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71749CA2-C074-7A49-9F21-4A71581DAA65}"/>
              </a:ext>
            </a:extLst>
          </p:cNvPr>
          <p:cNvSpPr/>
          <p:nvPr/>
        </p:nvSpPr>
        <p:spPr>
          <a:xfrm>
            <a:off x="228494" y="5470267"/>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FC3910DE-3E95-7C49-A72E-2E12E3FDBC70}"/>
              </a:ext>
            </a:extLst>
          </p:cNvPr>
          <p:cNvSpPr/>
          <p:nvPr/>
        </p:nvSpPr>
        <p:spPr>
          <a:xfrm>
            <a:off x="7252921" y="5504061"/>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02C10485-B203-F14F-8E2D-667A5FDAA067}"/>
              </a:ext>
            </a:extLst>
          </p:cNvPr>
          <p:cNvSpPr/>
          <p:nvPr/>
        </p:nvSpPr>
        <p:spPr>
          <a:xfrm rot="5400000">
            <a:off x="4154860" y="4050250"/>
            <a:ext cx="723900" cy="242637"/>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8C0230-5A71-E643-93D6-29D308BAAC44}"/>
              </a:ext>
            </a:extLst>
          </p:cNvPr>
          <p:cNvSpPr txBox="1"/>
          <p:nvPr/>
        </p:nvSpPr>
        <p:spPr>
          <a:xfrm>
            <a:off x="4638129" y="3986902"/>
            <a:ext cx="772071" cy="369332"/>
          </a:xfrm>
          <a:prstGeom prst="rect">
            <a:avLst/>
          </a:prstGeom>
          <a:noFill/>
        </p:spPr>
        <p:txBody>
          <a:bodyPr wrap="none" rtlCol="0">
            <a:spAutoFit/>
          </a:bodyPr>
          <a:lstStyle/>
          <a:p>
            <a:r>
              <a:rPr lang="en-US" dirty="0"/>
              <a:t>Step 1</a:t>
            </a:r>
          </a:p>
        </p:txBody>
      </p:sp>
      <p:sp>
        <p:nvSpPr>
          <p:cNvPr id="11" name="TextBox 10">
            <a:extLst>
              <a:ext uri="{FF2B5EF4-FFF2-40B4-BE49-F238E27FC236}">
                <a16:creationId xmlns:a16="http://schemas.microsoft.com/office/drawing/2014/main" id="{7C676F99-A5F0-1345-BD3A-1B5A2F52F839}"/>
              </a:ext>
            </a:extLst>
          </p:cNvPr>
          <p:cNvSpPr txBox="1"/>
          <p:nvPr/>
        </p:nvSpPr>
        <p:spPr>
          <a:xfrm>
            <a:off x="586091" y="5141948"/>
            <a:ext cx="772071" cy="369332"/>
          </a:xfrm>
          <a:prstGeom prst="rect">
            <a:avLst/>
          </a:prstGeom>
          <a:noFill/>
        </p:spPr>
        <p:txBody>
          <a:bodyPr wrap="none" rtlCol="0">
            <a:spAutoFit/>
          </a:bodyPr>
          <a:lstStyle/>
          <a:p>
            <a:r>
              <a:rPr lang="en-US" dirty="0"/>
              <a:t>Step 2</a:t>
            </a:r>
          </a:p>
        </p:txBody>
      </p:sp>
      <p:sp>
        <p:nvSpPr>
          <p:cNvPr id="12" name="TextBox 11">
            <a:extLst>
              <a:ext uri="{FF2B5EF4-FFF2-40B4-BE49-F238E27FC236}">
                <a16:creationId xmlns:a16="http://schemas.microsoft.com/office/drawing/2014/main" id="{745FC102-B5C7-9245-B08C-F7F1219C35D2}"/>
              </a:ext>
            </a:extLst>
          </p:cNvPr>
          <p:cNvSpPr txBox="1"/>
          <p:nvPr/>
        </p:nvSpPr>
        <p:spPr>
          <a:xfrm>
            <a:off x="7659909" y="5134729"/>
            <a:ext cx="772071" cy="369332"/>
          </a:xfrm>
          <a:prstGeom prst="rect">
            <a:avLst/>
          </a:prstGeom>
          <a:noFill/>
        </p:spPr>
        <p:txBody>
          <a:bodyPr wrap="none" rtlCol="0">
            <a:spAutoFit/>
          </a:bodyPr>
          <a:lstStyle/>
          <a:p>
            <a:r>
              <a:rPr lang="en-US" dirty="0"/>
              <a:t>Step 3</a:t>
            </a:r>
          </a:p>
        </p:txBody>
      </p:sp>
      <p:sp>
        <p:nvSpPr>
          <p:cNvPr id="13" name="Rounded Rectangle 12">
            <a:extLst>
              <a:ext uri="{FF2B5EF4-FFF2-40B4-BE49-F238E27FC236}">
                <a16:creationId xmlns:a16="http://schemas.microsoft.com/office/drawing/2014/main" id="{8FACD4ED-DDA6-3847-87CE-88835F10C870}"/>
              </a:ext>
            </a:extLst>
          </p:cNvPr>
          <p:cNvSpPr/>
          <p:nvPr/>
        </p:nvSpPr>
        <p:spPr>
          <a:xfrm>
            <a:off x="1895090" y="4637643"/>
            <a:ext cx="990600" cy="3693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dirty="0"/>
              <a:t>Management node</a:t>
            </a:r>
          </a:p>
        </p:txBody>
      </p:sp>
      <p:sp>
        <p:nvSpPr>
          <p:cNvPr id="14" name="Rounded Rectangle 13">
            <a:extLst>
              <a:ext uri="{FF2B5EF4-FFF2-40B4-BE49-F238E27FC236}">
                <a16:creationId xmlns:a16="http://schemas.microsoft.com/office/drawing/2014/main" id="{84F0FA0E-7E8D-F140-B3F1-4A396E651F76}"/>
              </a:ext>
            </a:extLst>
          </p:cNvPr>
          <p:cNvSpPr/>
          <p:nvPr/>
        </p:nvSpPr>
        <p:spPr>
          <a:xfrm>
            <a:off x="2840192" y="5193268"/>
            <a:ext cx="1144408" cy="36933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Stream processing node</a:t>
            </a:r>
          </a:p>
        </p:txBody>
      </p:sp>
      <p:sp>
        <p:nvSpPr>
          <p:cNvPr id="15" name="Rounded Rectangle 14">
            <a:extLst>
              <a:ext uri="{FF2B5EF4-FFF2-40B4-BE49-F238E27FC236}">
                <a16:creationId xmlns:a16="http://schemas.microsoft.com/office/drawing/2014/main" id="{28ACA7CA-BDE5-FD4E-90F0-0F8701D66C9A}"/>
              </a:ext>
            </a:extLst>
          </p:cNvPr>
          <p:cNvSpPr/>
          <p:nvPr/>
        </p:nvSpPr>
        <p:spPr>
          <a:xfrm>
            <a:off x="4853334" y="5181600"/>
            <a:ext cx="1144408" cy="36933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Stream processing node</a:t>
            </a:r>
          </a:p>
        </p:txBody>
      </p:sp>
      <p:sp>
        <p:nvSpPr>
          <p:cNvPr id="16" name="Rounded Rectangle 15">
            <a:extLst>
              <a:ext uri="{FF2B5EF4-FFF2-40B4-BE49-F238E27FC236}">
                <a16:creationId xmlns:a16="http://schemas.microsoft.com/office/drawing/2014/main" id="{DC56732C-00E5-664C-A698-9D4BE8278FB8}"/>
              </a:ext>
            </a:extLst>
          </p:cNvPr>
          <p:cNvSpPr/>
          <p:nvPr/>
        </p:nvSpPr>
        <p:spPr>
          <a:xfrm>
            <a:off x="2840192" y="5921375"/>
            <a:ext cx="1144408" cy="3693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100" dirty="0"/>
              <a:t>Stream processing node</a:t>
            </a:r>
          </a:p>
        </p:txBody>
      </p:sp>
      <p:sp>
        <p:nvSpPr>
          <p:cNvPr id="17" name="Rounded Rectangle 16">
            <a:extLst>
              <a:ext uri="{FF2B5EF4-FFF2-40B4-BE49-F238E27FC236}">
                <a16:creationId xmlns:a16="http://schemas.microsoft.com/office/drawing/2014/main" id="{94EDED60-3C75-1A45-B9A1-51DE177986E6}"/>
              </a:ext>
            </a:extLst>
          </p:cNvPr>
          <p:cNvSpPr/>
          <p:nvPr/>
        </p:nvSpPr>
        <p:spPr>
          <a:xfrm>
            <a:off x="4853334" y="5921375"/>
            <a:ext cx="1144408" cy="36933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dirty="0"/>
              <a:t>Stream processing node</a:t>
            </a:r>
          </a:p>
        </p:txBody>
      </p:sp>
      <p:cxnSp>
        <p:nvCxnSpPr>
          <p:cNvPr id="19" name="Straight Arrow Connector 18">
            <a:extLst>
              <a:ext uri="{FF2B5EF4-FFF2-40B4-BE49-F238E27FC236}">
                <a16:creationId xmlns:a16="http://schemas.microsoft.com/office/drawing/2014/main" id="{81D05315-406E-1447-86C7-780D332064DF}"/>
              </a:ext>
            </a:extLst>
          </p:cNvPr>
          <p:cNvCxnSpPr>
            <a:cxnSpLocks/>
            <a:stCxn id="6" idx="1"/>
            <a:endCxn id="14" idx="1"/>
          </p:cNvCxnSpPr>
          <p:nvPr/>
        </p:nvCxnSpPr>
        <p:spPr>
          <a:xfrm flipV="1">
            <a:off x="1763705" y="5377934"/>
            <a:ext cx="1076487" cy="18466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6E1D331-19EB-D94B-A7A8-773BEDFB3BA7}"/>
              </a:ext>
            </a:extLst>
          </p:cNvPr>
          <p:cNvCxnSpPr>
            <a:cxnSpLocks/>
            <a:endCxn id="15" idx="1"/>
          </p:cNvCxnSpPr>
          <p:nvPr/>
        </p:nvCxnSpPr>
        <p:spPr>
          <a:xfrm flipV="1">
            <a:off x="3978566" y="5366266"/>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E3CADB8-75D7-0E44-B6C6-0DCF60BEDCA5}"/>
              </a:ext>
            </a:extLst>
          </p:cNvPr>
          <p:cNvCxnSpPr>
            <a:cxnSpLocks/>
          </p:cNvCxnSpPr>
          <p:nvPr/>
        </p:nvCxnSpPr>
        <p:spPr>
          <a:xfrm flipV="1">
            <a:off x="3976802" y="6103749"/>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EE0E719-F2FF-874E-B8AB-F3D9DB7E59BA}"/>
              </a:ext>
            </a:extLst>
          </p:cNvPr>
          <p:cNvCxnSpPr>
            <a:cxnSpLocks/>
            <a:endCxn id="15" idx="1"/>
          </p:cNvCxnSpPr>
          <p:nvPr/>
        </p:nvCxnSpPr>
        <p:spPr>
          <a:xfrm flipV="1">
            <a:off x="3984600" y="5366266"/>
            <a:ext cx="868734" cy="74915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18C9D8D-F60E-034C-95DE-CCAE4C02AF37}"/>
              </a:ext>
            </a:extLst>
          </p:cNvPr>
          <p:cNvCxnSpPr>
            <a:cxnSpLocks/>
            <a:endCxn id="17" idx="1"/>
          </p:cNvCxnSpPr>
          <p:nvPr/>
        </p:nvCxnSpPr>
        <p:spPr>
          <a:xfrm>
            <a:off x="3962177" y="5392555"/>
            <a:ext cx="891157" cy="71348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C924BE7-78B0-2B44-BA19-1910968EAE23}"/>
              </a:ext>
            </a:extLst>
          </p:cNvPr>
          <p:cNvCxnSpPr>
            <a:cxnSpLocks/>
            <a:endCxn id="8" idx="1"/>
          </p:cNvCxnSpPr>
          <p:nvPr/>
        </p:nvCxnSpPr>
        <p:spPr>
          <a:xfrm>
            <a:off x="6006280" y="5366266"/>
            <a:ext cx="1246641" cy="252095"/>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13AF253-BA12-A94E-8A73-A4B4A5089169}"/>
              </a:ext>
            </a:extLst>
          </p:cNvPr>
          <p:cNvCxnSpPr>
            <a:cxnSpLocks/>
            <a:endCxn id="8" idx="1"/>
          </p:cNvCxnSpPr>
          <p:nvPr/>
        </p:nvCxnSpPr>
        <p:spPr>
          <a:xfrm flipV="1">
            <a:off x="5997742" y="5618361"/>
            <a:ext cx="1255179" cy="497058"/>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E2FC2D4-B894-EC4F-A9C7-39A14755EB90}"/>
              </a:ext>
            </a:extLst>
          </p:cNvPr>
          <p:cNvCxnSpPr>
            <a:cxnSpLocks/>
            <a:stCxn id="6" idx="1"/>
            <a:endCxn id="16" idx="1"/>
          </p:cNvCxnSpPr>
          <p:nvPr/>
        </p:nvCxnSpPr>
        <p:spPr>
          <a:xfrm>
            <a:off x="1763705" y="5562600"/>
            <a:ext cx="1076487" cy="543441"/>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1305C47-3185-2D4B-9F0C-A4C0F12FC364}"/>
              </a:ext>
            </a:extLst>
          </p:cNvPr>
          <p:cNvSpPr txBox="1"/>
          <p:nvPr/>
        </p:nvSpPr>
        <p:spPr>
          <a:xfrm>
            <a:off x="1847088" y="5800725"/>
            <a:ext cx="835152" cy="523220"/>
          </a:xfrm>
          <a:prstGeom prst="rect">
            <a:avLst/>
          </a:prstGeom>
          <a:noFill/>
        </p:spPr>
        <p:txBody>
          <a:bodyPr wrap="square" rtlCol="0">
            <a:spAutoFit/>
          </a:bodyPr>
          <a:lstStyle/>
          <a:p>
            <a:r>
              <a:rPr lang="en-US" sz="1400" dirty="0">
                <a:solidFill>
                  <a:schemeClr val="bg1"/>
                </a:solidFill>
              </a:rPr>
              <a:t>Data input</a:t>
            </a:r>
          </a:p>
        </p:txBody>
      </p:sp>
      <p:sp>
        <p:nvSpPr>
          <p:cNvPr id="39" name="TextBox 38">
            <a:extLst>
              <a:ext uri="{FF2B5EF4-FFF2-40B4-BE49-F238E27FC236}">
                <a16:creationId xmlns:a16="http://schemas.microsoft.com/office/drawing/2014/main" id="{6D6E5948-D722-884C-8E8D-3C4B761D0262}"/>
              </a:ext>
            </a:extLst>
          </p:cNvPr>
          <p:cNvSpPr txBox="1"/>
          <p:nvPr/>
        </p:nvSpPr>
        <p:spPr>
          <a:xfrm>
            <a:off x="4009644" y="4760502"/>
            <a:ext cx="835152" cy="523220"/>
          </a:xfrm>
          <a:prstGeom prst="rect">
            <a:avLst/>
          </a:prstGeom>
          <a:noFill/>
        </p:spPr>
        <p:txBody>
          <a:bodyPr wrap="square" rtlCol="0">
            <a:spAutoFit/>
          </a:bodyPr>
          <a:lstStyle/>
          <a:p>
            <a:r>
              <a:rPr lang="en-US" sz="1400" dirty="0">
                <a:solidFill>
                  <a:schemeClr val="bg1"/>
                </a:solidFill>
              </a:rPr>
              <a:t>Data forward</a:t>
            </a:r>
          </a:p>
        </p:txBody>
      </p:sp>
      <p:sp>
        <p:nvSpPr>
          <p:cNvPr id="40" name="TextBox 39">
            <a:extLst>
              <a:ext uri="{FF2B5EF4-FFF2-40B4-BE49-F238E27FC236}">
                <a16:creationId xmlns:a16="http://schemas.microsoft.com/office/drawing/2014/main" id="{15906B02-1AAC-D841-ACF5-BF33732C498C}"/>
              </a:ext>
            </a:extLst>
          </p:cNvPr>
          <p:cNvSpPr txBox="1"/>
          <p:nvPr/>
        </p:nvSpPr>
        <p:spPr>
          <a:xfrm>
            <a:off x="6461760" y="5936241"/>
            <a:ext cx="835152" cy="523220"/>
          </a:xfrm>
          <a:prstGeom prst="rect">
            <a:avLst/>
          </a:prstGeom>
          <a:noFill/>
        </p:spPr>
        <p:txBody>
          <a:bodyPr wrap="square" rtlCol="0">
            <a:spAutoFit/>
          </a:bodyPr>
          <a:lstStyle/>
          <a:p>
            <a:r>
              <a:rPr lang="en-US" sz="1400" dirty="0">
                <a:solidFill>
                  <a:schemeClr val="bg1"/>
                </a:solidFill>
              </a:rPr>
              <a:t>Data output</a:t>
            </a:r>
          </a:p>
        </p:txBody>
      </p:sp>
    </p:spTree>
    <p:extLst>
      <p:ext uri="{BB962C8B-B14F-4D97-AF65-F5344CB8AC3E}">
        <p14:creationId xmlns:p14="http://schemas.microsoft.com/office/powerpoint/2010/main" val="1572390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F4B9-3F21-BA4E-B6BB-6EBFBF67F3B6}"/>
              </a:ext>
            </a:extLst>
          </p:cNvPr>
          <p:cNvSpPr>
            <a:spLocks noGrp="1"/>
          </p:cNvSpPr>
          <p:nvPr>
            <p:ph type="title"/>
          </p:nvPr>
        </p:nvSpPr>
        <p:spPr/>
        <p:txBody>
          <a:bodyPr>
            <a:normAutofit/>
          </a:bodyPr>
          <a:lstStyle/>
          <a:p>
            <a:r>
              <a:rPr lang="en-US" dirty="0"/>
              <a:t>1. Submit a streaming computing job</a:t>
            </a:r>
          </a:p>
        </p:txBody>
      </p:sp>
      <p:sp>
        <p:nvSpPr>
          <p:cNvPr id="3" name="Date Placeholder 2">
            <a:extLst>
              <a:ext uri="{FF2B5EF4-FFF2-40B4-BE49-F238E27FC236}">
                <a16:creationId xmlns:a16="http://schemas.microsoft.com/office/drawing/2014/main" id="{723AF9A0-0AFE-C14B-A615-9FA96E406992}"/>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D8A273D3-67A9-2148-ADC1-FF7F781DBA8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9AABF40-5058-AB4A-979D-F037BF40ECB6}"/>
              </a:ext>
            </a:extLst>
          </p:cNvPr>
          <p:cNvSpPr>
            <a:spLocks noGrp="1"/>
          </p:cNvSpPr>
          <p:nvPr>
            <p:ph sz="quarter" idx="1"/>
          </p:nvPr>
        </p:nvSpPr>
        <p:spPr>
          <a:xfrm>
            <a:off x="457200" y="1219200"/>
            <a:ext cx="8458200" cy="2496680"/>
          </a:xfrm>
        </p:spPr>
        <p:txBody>
          <a:bodyPr>
            <a:normAutofit fontScale="55000" lnSpcReduction="20000"/>
          </a:bodyPr>
          <a:lstStyle/>
          <a:p>
            <a:r>
              <a:rPr lang="en-US" dirty="0"/>
              <a:t>Streaming computing job is a </a:t>
            </a:r>
            <a:r>
              <a:rPr lang="en-US" b="1" i="1" dirty="0">
                <a:solidFill>
                  <a:schemeClr val="accent2"/>
                </a:solidFill>
              </a:rPr>
              <a:t>long live service </a:t>
            </a:r>
            <a:r>
              <a:rPr lang="en-US" dirty="0"/>
              <a:t>in memory</a:t>
            </a:r>
          </a:p>
          <a:p>
            <a:r>
              <a:rPr lang="en-US" dirty="0"/>
              <a:t>The calculation logic must be </a:t>
            </a:r>
            <a:r>
              <a:rPr lang="en-US" b="1" i="1" dirty="0">
                <a:solidFill>
                  <a:schemeClr val="accent2"/>
                </a:solidFill>
              </a:rPr>
              <a:t>defined in advance </a:t>
            </a:r>
            <a:r>
              <a:rPr lang="en-US" dirty="0"/>
              <a:t>so that the stream computing knows how to process the data when received submission.</a:t>
            </a:r>
          </a:p>
          <a:p>
            <a:r>
              <a:rPr lang="en-US" dirty="0"/>
              <a:t>Processing logic for streaming computing </a:t>
            </a:r>
            <a:r>
              <a:rPr lang="en-US" sz="3300" b="1" i="1" dirty="0">
                <a:solidFill>
                  <a:schemeClr val="accent2"/>
                </a:solidFill>
              </a:rPr>
              <a:t>cannot be changed </a:t>
            </a:r>
            <a:r>
              <a:rPr lang="en-US" dirty="0"/>
              <a:t>during execution</a:t>
            </a:r>
          </a:p>
          <a:p>
            <a:r>
              <a:rPr lang="en-US" dirty="0"/>
              <a:t>Stream computing does not provide data storage services, so data that has been previously calculated </a:t>
            </a:r>
            <a:r>
              <a:rPr lang="en-US" sz="3300" b="1" i="1" dirty="0">
                <a:solidFill>
                  <a:schemeClr val="accent2"/>
                </a:solidFill>
              </a:rPr>
              <a:t>cannot be recalculated</a:t>
            </a:r>
          </a:p>
        </p:txBody>
      </p:sp>
      <p:sp>
        <p:nvSpPr>
          <p:cNvPr id="6" name="Rectangle 5">
            <a:extLst>
              <a:ext uri="{FF2B5EF4-FFF2-40B4-BE49-F238E27FC236}">
                <a16:creationId xmlns:a16="http://schemas.microsoft.com/office/drawing/2014/main" id="{7FF20D4C-EB7B-A24B-91ED-84CFEE0E2B5A}"/>
              </a:ext>
            </a:extLst>
          </p:cNvPr>
          <p:cNvSpPr/>
          <p:nvPr/>
        </p:nvSpPr>
        <p:spPr>
          <a:xfrm>
            <a:off x="1763705" y="4572000"/>
            <a:ext cx="5485205"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71749CA2-C074-7A49-9F21-4A71581DAA65}"/>
              </a:ext>
            </a:extLst>
          </p:cNvPr>
          <p:cNvSpPr/>
          <p:nvPr/>
        </p:nvSpPr>
        <p:spPr>
          <a:xfrm>
            <a:off x="228494" y="5470267"/>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FC3910DE-3E95-7C49-A72E-2E12E3FDBC70}"/>
              </a:ext>
            </a:extLst>
          </p:cNvPr>
          <p:cNvSpPr/>
          <p:nvPr/>
        </p:nvSpPr>
        <p:spPr>
          <a:xfrm>
            <a:off x="7252921" y="5504061"/>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02C10485-B203-F14F-8E2D-667A5FDAA067}"/>
              </a:ext>
            </a:extLst>
          </p:cNvPr>
          <p:cNvSpPr/>
          <p:nvPr/>
        </p:nvSpPr>
        <p:spPr>
          <a:xfrm rot="5400000">
            <a:off x="4154860" y="4050250"/>
            <a:ext cx="723900" cy="242637"/>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8C0230-5A71-E643-93D6-29D308BAAC44}"/>
              </a:ext>
            </a:extLst>
          </p:cNvPr>
          <p:cNvSpPr txBox="1"/>
          <p:nvPr/>
        </p:nvSpPr>
        <p:spPr>
          <a:xfrm>
            <a:off x="4638129" y="3986902"/>
            <a:ext cx="772071" cy="369332"/>
          </a:xfrm>
          <a:prstGeom prst="rect">
            <a:avLst/>
          </a:prstGeom>
          <a:noFill/>
        </p:spPr>
        <p:txBody>
          <a:bodyPr wrap="none" rtlCol="0">
            <a:spAutoFit/>
          </a:bodyPr>
          <a:lstStyle/>
          <a:p>
            <a:r>
              <a:rPr lang="en-US" dirty="0"/>
              <a:t>Step 1</a:t>
            </a:r>
          </a:p>
        </p:txBody>
      </p:sp>
      <p:sp>
        <p:nvSpPr>
          <p:cNvPr id="11" name="TextBox 10">
            <a:extLst>
              <a:ext uri="{FF2B5EF4-FFF2-40B4-BE49-F238E27FC236}">
                <a16:creationId xmlns:a16="http://schemas.microsoft.com/office/drawing/2014/main" id="{7C676F99-A5F0-1345-BD3A-1B5A2F52F839}"/>
              </a:ext>
            </a:extLst>
          </p:cNvPr>
          <p:cNvSpPr txBox="1"/>
          <p:nvPr/>
        </p:nvSpPr>
        <p:spPr>
          <a:xfrm>
            <a:off x="586091" y="5141948"/>
            <a:ext cx="772071" cy="369332"/>
          </a:xfrm>
          <a:prstGeom prst="rect">
            <a:avLst/>
          </a:prstGeom>
          <a:noFill/>
        </p:spPr>
        <p:txBody>
          <a:bodyPr wrap="none" rtlCol="0">
            <a:spAutoFit/>
          </a:bodyPr>
          <a:lstStyle/>
          <a:p>
            <a:r>
              <a:rPr lang="en-US" dirty="0"/>
              <a:t>Step 2</a:t>
            </a:r>
          </a:p>
        </p:txBody>
      </p:sp>
      <p:sp>
        <p:nvSpPr>
          <p:cNvPr id="12" name="TextBox 11">
            <a:extLst>
              <a:ext uri="{FF2B5EF4-FFF2-40B4-BE49-F238E27FC236}">
                <a16:creationId xmlns:a16="http://schemas.microsoft.com/office/drawing/2014/main" id="{745FC102-B5C7-9245-B08C-F7F1219C35D2}"/>
              </a:ext>
            </a:extLst>
          </p:cNvPr>
          <p:cNvSpPr txBox="1"/>
          <p:nvPr/>
        </p:nvSpPr>
        <p:spPr>
          <a:xfrm>
            <a:off x="7659909" y="5134729"/>
            <a:ext cx="772071" cy="369332"/>
          </a:xfrm>
          <a:prstGeom prst="rect">
            <a:avLst/>
          </a:prstGeom>
          <a:noFill/>
        </p:spPr>
        <p:txBody>
          <a:bodyPr wrap="none" rtlCol="0">
            <a:spAutoFit/>
          </a:bodyPr>
          <a:lstStyle/>
          <a:p>
            <a:r>
              <a:rPr lang="en-US" dirty="0"/>
              <a:t>Step 3</a:t>
            </a:r>
          </a:p>
        </p:txBody>
      </p:sp>
      <p:sp>
        <p:nvSpPr>
          <p:cNvPr id="13" name="Rounded Rectangle 12">
            <a:extLst>
              <a:ext uri="{FF2B5EF4-FFF2-40B4-BE49-F238E27FC236}">
                <a16:creationId xmlns:a16="http://schemas.microsoft.com/office/drawing/2014/main" id="{8FACD4ED-DDA6-3847-87CE-88835F10C870}"/>
              </a:ext>
            </a:extLst>
          </p:cNvPr>
          <p:cNvSpPr/>
          <p:nvPr/>
        </p:nvSpPr>
        <p:spPr>
          <a:xfrm>
            <a:off x="1895090" y="4637643"/>
            <a:ext cx="990600" cy="3693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dirty="0"/>
              <a:t>Management node</a:t>
            </a:r>
          </a:p>
        </p:txBody>
      </p:sp>
      <p:sp>
        <p:nvSpPr>
          <p:cNvPr id="14" name="Rounded Rectangle 13">
            <a:extLst>
              <a:ext uri="{FF2B5EF4-FFF2-40B4-BE49-F238E27FC236}">
                <a16:creationId xmlns:a16="http://schemas.microsoft.com/office/drawing/2014/main" id="{84F0FA0E-7E8D-F140-B3F1-4A396E651F76}"/>
              </a:ext>
            </a:extLst>
          </p:cNvPr>
          <p:cNvSpPr/>
          <p:nvPr/>
        </p:nvSpPr>
        <p:spPr>
          <a:xfrm>
            <a:off x="2840192" y="5193268"/>
            <a:ext cx="1144408" cy="36933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Stream processing node</a:t>
            </a:r>
          </a:p>
        </p:txBody>
      </p:sp>
      <p:sp>
        <p:nvSpPr>
          <p:cNvPr id="15" name="Rounded Rectangle 14">
            <a:extLst>
              <a:ext uri="{FF2B5EF4-FFF2-40B4-BE49-F238E27FC236}">
                <a16:creationId xmlns:a16="http://schemas.microsoft.com/office/drawing/2014/main" id="{28ACA7CA-BDE5-FD4E-90F0-0F8701D66C9A}"/>
              </a:ext>
            </a:extLst>
          </p:cNvPr>
          <p:cNvSpPr/>
          <p:nvPr/>
        </p:nvSpPr>
        <p:spPr>
          <a:xfrm>
            <a:off x="4853334" y="5181600"/>
            <a:ext cx="1144408" cy="36933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Stream processing node</a:t>
            </a:r>
          </a:p>
        </p:txBody>
      </p:sp>
      <p:sp>
        <p:nvSpPr>
          <p:cNvPr id="16" name="Rounded Rectangle 15">
            <a:extLst>
              <a:ext uri="{FF2B5EF4-FFF2-40B4-BE49-F238E27FC236}">
                <a16:creationId xmlns:a16="http://schemas.microsoft.com/office/drawing/2014/main" id="{DC56732C-00E5-664C-A698-9D4BE8278FB8}"/>
              </a:ext>
            </a:extLst>
          </p:cNvPr>
          <p:cNvSpPr/>
          <p:nvPr/>
        </p:nvSpPr>
        <p:spPr>
          <a:xfrm>
            <a:off x="2840192" y="5921375"/>
            <a:ext cx="1144408" cy="3693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100" dirty="0"/>
              <a:t>Stream processing node</a:t>
            </a:r>
          </a:p>
        </p:txBody>
      </p:sp>
      <p:sp>
        <p:nvSpPr>
          <p:cNvPr id="17" name="Rounded Rectangle 16">
            <a:extLst>
              <a:ext uri="{FF2B5EF4-FFF2-40B4-BE49-F238E27FC236}">
                <a16:creationId xmlns:a16="http://schemas.microsoft.com/office/drawing/2014/main" id="{94EDED60-3C75-1A45-B9A1-51DE177986E6}"/>
              </a:ext>
            </a:extLst>
          </p:cNvPr>
          <p:cNvSpPr/>
          <p:nvPr/>
        </p:nvSpPr>
        <p:spPr>
          <a:xfrm>
            <a:off x="4853334" y="5921375"/>
            <a:ext cx="1144408" cy="36933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dirty="0"/>
              <a:t>Stream processing node</a:t>
            </a:r>
          </a:p>
        </p:txBody>
      </p:sp>
      <p:cxnSp>
        <p:nvCxnSpPr>
          <p:cNvPr id="19" name="Straight Arrow Connector 18">
            <a:extLst>
              <a:ext uri="{FF2B5EF4-FFF2-40B4-BE49-F238E27FC236}">
                <a16:creationId xmlns:a16="http://schemas.microsoft.com/office/drawing/2014/main" id="{81D05315-406E-1447-86C7-780D332064DF}"/>
              </a:ext>
            </a:extLst>
          </p:cNvPr>
          <p:cNvCxnSpPr>
            <a:cxnSpLocks/>
            <a:stCxn id="6" idx="1"/>
            <a:endCxn id="14" idx="1"/>
          </p:cNvCxnSpPr>
          <p:nvPr/>
        </p:nvCxnSpPr>
        <p:spPr>
          <a:xfrm flipV="1">
            <a:off x="1763705" y="5377934"/>
            <a:ext cx="1076487" cy="18466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6E1D331-19EB-D94B-A7A8-773BEDFB3BA7}"/>
              </a:ext>
            </a:extLst>
          </p:cNvPr>
          <p:cNvCxnSpPr>
            <a:cxnSpLocks/>
            <a:endCxn id="15" idx="1"/>
          </p:cNvCxnSpPr>
          <p:nvPr/>
        </p:nvCxnSpPr>
        <p:spPr>
          <a:xfrm flipV="1">
            <a:off x="3978566" y="5366266"/>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E3CADB8-75D7-0E44-B6C6-0DCF60BEDCA5}"/>
              </a:ext>
            </a:extLst>
          </p:cNvPr>
          <p:cNvCxnSpPr>
            <a:cxnSpLocks/>
          </p:cNvCxnSpPr>
          <p:nvPr/>
        </p:nvCxnSpPr>
        <p:spPr>
          <a:xfrm flipV="1">
            <a:off x="3976802" y="6103749"/>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EE0E719-F2FF-874E-B8AB-F3D9DB7E59BA}"/>
              </a:ext>
            </a:extLst>
          </p:cNvPr>
          <p:cNvCxnSpPr>
            <a:cxnSpLocks/>
            <a:endCxn id="15" idx="1"/>
          </p:cNvCxnSpPr>
          <p:nvPr/>
        </p:nvCxnSpPr>
        <p:spPr>
          <a:xfrm flipV="1">
            <a:off x="3984600" y="5366266"/>
            <a:ext cx="868734" cy="74915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18C9D8D-F60E-034C-95DE-CCAE4C02AF37}"/>
              </a:ext>
            </a:extLst>
          </p:cNvPr>
          <p:cNvCxnSpPr>
            <a:cxnSpLocks/>
            <a:endCxn id="17" idx="1"/>
          </p:cNvCxnSpPr>
          <p:nvPr/>
        </p:nvCxnSpPr>
        <p:spPr>
          <a:xfrm>
            <a:off x="3962177" y="5392555"/>
            <a:ext cx="891157" cy="71348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C924BE7-78B0-2B44-BA19-1910968EAE23}"/>
              </a:ext>
            </a:extLst>
          </p:cNvPr>
          <p:cNvCxnSpPr>
            <a:cxnSpLocks/>
            <a:endCxn id="8" idx="1"/>
          </p:cNvCxnSpPr>
          <p:nvPr/>
        </p:nvCxnSpPr>
        <p:spPr>
          <a:xfrm>
            <a:off x="6006280" y="5366266"/>
            <a:ext cx="1246641" cy="252095"/>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13AF253-BA12-A94E-8A73-A4B4A5089169}"/>
              </a:ext>
            </a:extLst>
          </p:cNvPr>
          <p:cNvCxnSpPr>
            <a:cxnSpLocks/>
            <a:endCxn id="8" idx="1"/>
          </p:cNvCxnSpPr>
          <p:nvPr/>
        </p:nvCxnSpPr>
        <p:spPr>
          <a:xfrm flipV="1">
            <a:off x="5997742" y="5618361"/>
            <a:ext cx="1255179" cy="497058"/>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E2FC2D4-B894-EC4F-A9C7-39A14755EB90}"/>
              </a:ext>
            </a:extLst>
          </p:cNvPr>
          <p:cNvCxnSpPr>
            <a:cxnSpLocks/>
            <a:stCxn id="6" idx="1"/>
            <a:endCxn id="16" idx="1"/>
          </p:cNvCxnSpPr>
          <p:nvPr/>
        </p:nvCxnSpPr>
        <p:spPr>
          <a:xfrm>
            <a:off x="1763705" y="5562600"/>
            <a:ext cx="1076487" cy="543441"/>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1305C47-3185-2D4B-9F0C-A4C0F12FC364}"/>
              </a:ext>
            </a:extLst>
          </p:cNvPr>
          <p:cNvSpPr txBox="1"/>
          <p:nvPr/>
        </p:nvSpPr>
        <p:spPr>
          <a:xfrm>
            <a:off x="1847088" y="5800725"/>
            <a:ext cx="835152" cy="523220"/>
          </a:xfrm>
          <a:prstGeom prst="rect">
            <a:avLst/>
          </a:prstGeom>
          <a:noFill/>
        </p:spPr>
        <p:txBody>
          <a:bodyPr wrap="square" rtlCol="0">
            <a:spAutoFit/>
          </a:bodyPr>
          <a:lstStyle/>
          <a:p>
            <a:r>
              <a:rPr lang="en-US" sz="1400" dirty="0">
                <a:solidFill>
                  <a:schemeClr val="bg1"/>
                </a:solidFill>
              </a:rPr>
              <a:t>Data input</a:t>
            </a:r>
          </a:p>
        </p:txBody>
      </p:sp>
      <p:sp>
        <p:nvSpPr>
          <p:cNvPr id="39" name="TextBox 38">
            <a:extLst>
              <a:ext uri="{FF2B5EF4-FFF2-40B4-BE49-F238E27FC236}">
                <a16:creationId xmlns:a16="http://schemas.microsoft.com/office/drawing/2014/main" id="{6D6E5948-D722-884C-8E8D-3C4B761D0262}"/>
              </a:ext>
            </a:extLst>
          </p:cNvPr>
          <p:cNvSpPr txBox="1"/>
          <p:nvPr/>
        </p:nvSpPr>
        <p:spPr>
          <a:xfrm>
            <a:off x="4009644" y="4760502"/>
            <a:ext cx="835152" cy="523220"/>
          </a:xfrm>
          <a:prstGeom prst="rect">
            <a:avLst/>
          </a:prstGeom>
          <a:noFill/>
        </p:spPr>
        <p:txBody>
          <a:bodyPr wrap="square" rtlCol="0">
            <a:spAutoFit/>
          </a:bodyPr>
          <a:lstStyle/>
          <a:p>
            <a:r>
              <a:rPr lang="en-US" sz="1400" dirty="0">
                <a:solidFill>
                  <a:schemeClr val="bg1"/>
                </a:solidFill>
              </a:rPr>
              <a:t>Data forward</a:t>
            </a:r>
          </a:p>
        </p:txBody>
      </p:sp>
      <p:sp>
        <p:nvSpPr>
          <p:cNvPr id="40" name="TextBox 39">
            <a:extLst>
              <a:ext uri="{FF2B5EF4-FFF2-40B4-BE49-F238E27FC236}">
                <a16:creationId xmlns:a16="http://schemas.microsoft.com/office/drawing/2014/main" id="{15906B02-1AAC-D841-ACF5-BF33732C498C}"/>
              </a:ext>
            </a:extLst>
          </p:cNvPr>
          <p:cNvSpPr txBox="1"/>
          <p:nvPr/>
        </p:nvSpPr>
        <p:spPr>
          <a:xfrm>
            <a:off x="6461760" y="5936241"/>
            <a:ext cx="835152" cy="523220"/>
          </a:xfrm>
          <a:prstGeom prst="rect">
            <a:avLst/>
          </a:prstGeom>
          <a:noFill/>
        </p:spPr>
        <p:txBody>
          <a:bodyPr wrap="square" rtlCol="0">
            <a:spAutoFit/>
          </a:bodyPr>
          <a:lstStyle/>
          <a:p>
            <a:r>
              <a:rPr lang="en-US" sz="1400" dirty="0">
                <a:solidFill>
                  <a:schemeClr val="bg1"/>
                </a:solidFill>
              </a:rPr>
              <a:t>Data output</a:t>
            </a:r>
          </a:p>
        </p:txBody>
      </p:sp>
    </p:spTree>
    <p:extLst>
      <p:ext uri="{BB962C8B-B14F-4D97-AF65-F5344CB8AC3E}">
        <p14:creationId xmlns:p14="http://schemas.microsoft.com/office/powerpoint/2010/main" val="732918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F4B9-3F21-BA4E-B6BB-6EBFBF67F3B6}"/>
              </a:ext>
            </a:extLst>
          </p:cNvPr>
          <p:cNvSpPr>
            <a:spLocks noGrp="1"/>
          </p:cNvSpPr>
          <p:nvPr>
            <p:ph type="title"/>
          </p:nvPr>
        </p:nvSpPr>
        <p:spPr/>
        <p:txBody>
          <a:bodyPr>
            <a:normAutofit fontScale="90000"/>
          </a:bodyPr>
          <a:lstStyle/>
          <a:p>
            <a:r>
              <a:rPr lang="en-US" dirty="0"/>
              <a:t>2. Load streaming data for stream computing</a:t>
            </a:r>
          </a:p>
        </p:txBody>
      </p:sp>
      <p:sp>
        <p:nvSpPr>
          <p:cNvPr id="3" name="Date Placeholder 2">
            <a:extLst>
              <a:ext uri="{FF2B5EF4-FFF2-40B4-BE49-F238E27FC236}">
                <a16:creationId xmlns:a16="http://schemas.microsoft.com/office/drawing/2014/main" id="{723AF9A0-0AFE-C14B-A615-9FA96E406992}"/>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D8A273D3-67A9-2148-ADC1-FF7F781DBA8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9AABF40-5058-AB4A-979D-F037BF40ECB6}"/>
              </a:ext>
            </a:extLst>
          </p:cNvPr>
          <p:cNvSpPr>
            <a:spLocks noGrp="1"/>
          </p:cNvSpPr>
          <p:nvPr>
            <p:ph sz="quarter" idx="1"/>
          </p:nvPr>
        </p:nvSpPr>
        <p:spPr>
          <a:xfrm>
            <a:off x="457200" y="1219200"/>
            <a:ext cx="8458200" cy="2209800"/>
          </a:xfrm>
        </p:spPr>
        <p:txBody>
          <a:bodyPr>
            <a:normAutofit fontScale="62500" lnSpcReduction="20000"/>
          </a:bodyPr>
          <a:lstStyle/>
          <a:p>
            <a:r>
              <a:rPr lang="en-US" dirty="0"/>
              <a:t>Once the streaming computing job starts, it will be in waiting state for the event to trigger. </a:t>
            </a:r>
          </a:p>
          <a:p>
            <a:r>
              <a:rPr lang="en-US" dirty="0"/>
              <a:t>Once the data enters the system, it will immediately execute the computing logic and output the results.</a:t>
            </a:r>
          </a:p>
          <a:p>
            <a:r>
              <a:rPr lang="en-US" dirty="0"/>
              <a:t>After the data is processed at one node, it will be forwarded to subsequent nodes for further processing according to predefined rules</a:t>
            </a:r>
            <a:endParaRPr lang="en-US" sz="3300" b="1" i="1" dirty="0">
              <a:solidFill>
                <a:schemeClr val="accent2"/>
              </a:solidFill>
            </a:endParaRPr>
          </a:p>
        </p:txBody>
      </p:sp>
      <p:sp>
        <p:nvSpPr>
          <p:cNvPr id="6" name="Rectangle 5">
            <a:extLst>
              <a:ext uri="{FF2B5EF4-FFF2-40B4-BE49-F238E27FC236}">
                <a16:creationId xmlns:a16="http://schemas.microsoft.com/office/drawing/2014/main" id="{7FF20D4C-EB7B-A24B-91ED-84CFEE0E2B5A}"/>
              </a:ext>
            </a:extLst>
          </p:cNvPr>
          <p:cNvSpPr/>
          <p:nvPr/>
        </p:nvSpPr>
        <p:spPr>
          <a:xfrm>
            <a:off x="1763705" y="4572000"/>
            <a:ext cx="5485205"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71749CA2-C074-7A49-9F21-4A71581DAA65}"/>
              </a:ext>
            </a:extLst>
          </p:cNvPr>
          <p:cNvSpPr/>
          <p:nvPr/>
        </p:nvSpPr>
        <p:spPr>
          <a:xfrm>
            <a:off x="228494" y="5470267"/>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FC3910DE-3E95-7C49-A72E-2E12E3FDBC70}"/>
              </a:ext>
            </a:extLst>
          </p:cNvPr>
          <p:cNvSpPr/>
          <p:nvPr/>
        </p:nvSpPr>
        <p:spPr>
          <a:xfrm>
            <a:off x="7252921" y="5504061"/>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02C10485-B203-F14F-8E2D-667A5FDAA067}"/>
              </a:ext>
            </a:extLst>
          </p:cNvPr>
          <p:cNvSpPr/>
          <p:nvPr/>
        </p:nvSpPr>
        <p:spPr>
          <a:xfrm rot="5400000">
            <a:off x="4154860" y="4050250"/>
            <a:ext cx="723900" cy="242637"/>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8C0230-5A71-E643-93D6-29D308BAAC44}"/>
              </a:ext>
            </a:extLst>
          </p:cNvPr>
          <p:cNvSpPr txBox="1"/>
          <p:nvPr/>
        </p:nvSpPr>
        <p:spPr>
          <a:xfrm>
            <a:off x="4638129" y="3986902"/>
            <a:ext cx="772071" cy="369332"/>
          </a:xfrm>
          <a:prstGeom prst="rect">
            <a:avLst/>
          </a:prstGeom>
          <a:noFill/>
        </p:spPr>
        <p:txBody>
          <a:bodyPr wrap="none" rtlCol="0">
            <a:spAutoFit/>
          </a:bodyPr>
          <a:lstStyle/>
          <a:p>
            <a:r>
              <a:rPr lang="en-US" dirty="0"/>
              <a:t>Step 1</a:t>
            </a:r>
          </a:p>
        </p:txBody>
      </p:sp>
      <p:sp>
        <p:nvSpPr>
          <p:cNvPr id="11" name="TextBox 10">
            <a:extLst>
              <a:ext uri="{FF2B5EF4-FFF2-40B4-BE49-F238E27FC236}">
                <a16:creationId xmlns:a16="http://schemas.microsoft.com/office/drawing/2014/main" id="{7C676F99-A5F0-1345-BD3A-1B5A2F52F839}"/>
              </a:ext>
            </a:extLst>
          </p:cNvPr>
          <p:cNvSpPr txBox="1"/>
          <p:nvPr/>
        </p:nvSpPr>
        <p:spPr>
          <a:xfrm>
            <a:off x="586091" y="5141948"/>
            <a:ext cx="772071" cy="369332"/>
          </a:xfrm>
          <a:prstGeom prst="rect">
            <a:avLst/>
          </a:prstGeom>
          <a:noFill/>
        </p:spPr>
        <p:txBody>
          <a:bodyPr wrap="none" rtlCol="0">
            <a:spAutoFit/>
          </a:bodyPr>
          <a:lstStyle/>
          <a:p>
            <a:r>
              <a:rPr lang="en-US" dirty="0"/>
              <a:t>Step 2</a:t>
            </a:r>
          </a:p>
        </p:txBody>
      </p:sp>
      <p:sp>
        <p:nvSpPr>
          <p:cNvPr id="12" name="TextBox 11">
            <a:extLst>
              <a:ext uri="{FF2B5EF4-FFF2-40B4-BE49-F238E27FC236}">
                <a16:creationId xmlns:a16="http://schemas.microsoft.com/office/drawing/2014/main" id="{745FC102-B5C7-9245-B08C-F7F1219C35D2}"/>
              </a:ext>
            </a:extLst>
          </p:cNvPr>
          <p:cNvSpPr txBox="1"/>
          <p:nvPr/>
        </p:nvSpPr>
        <p:spPr>
          <a:xfrm>
            <a:off x="7659909" y="5134729"/>
            <a:ext cx="772071" cy="369332"/>
          </a:xfrm>
          <a:prstGeom prst="rect">
            <a:avLst/>
          </a:prstGeom>
          <a:noFill/>
        </p:spPr>
        <p:txBody>
          <a:bodyPr wrap="none" rtlCol="0">
            <a:spAutoFit/>
          </a:bodyPr>
          <a:lstStyle/>
          <a:p>
            <a:r>
              <a:rPr lang="en-US" dirty="0"/>
              <a:t>Step 3</a:t>
            </a:r>
          </a:p>
        </p:txBody>
      </p:sp>
      <p:sp>
        <p:nvSpPr>
          <p:cNvPr id="13" name="Rounded Rectangle 12">
            <a:extLst>
              <a:ext uri="{FF2B5EF4-FFF2-40B4-BE49-F238E27FC236}">
                <a16:creationId xmlns:a16="http://schemas.microsoft.com/office/drawing/2014/main" id="{8FACD4ED-DDA6-3847-87CE-88835F10C870}"/>
              </a:ext>
            </a:extLst>
          </p:cNvPr>
          <p:cNvSpPr/>
          <p:nvPr/>
        </p:nvSpPr>
        <p:spPr>
          <a:xfrm>
            <a:off x="1895090" y="4637643"/>
            <a:ext cx="990600" cy="3693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dirty="0"/>
              <a:t>Management node</a:t>
            </a:r>
          </a:p>
        </p:txBody>
      </p:sp>
      <p:sp>
        <p:nvSpPr>
          <p:cNvPr id="14" name="Rounded Rectangle 13">
            <a:extLst>
              <a:ext uri="{FF2B5EF4-FFF2-40B4-BE49-F238E27FC236}">
                <a16:creationId xmlns:a16="http://schemas.microsoft.com/office/drawing/2014/main" id="{84F0FA0E-7E8D-F140-B3F1-4A396E651F76}"/>
              </a:ext>
            </a:extLst>
          </p:cNvPr>
          <p:cNvSpPr/>
          <p:nvPr/>
        </p:nvSpPr>
        <p:spPr>
          <a:xfrm>
            <a:off x="2840192" y="5193268"/>
            <a:ext cx="1144408" cy="36933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Stream processing node</a:t>
            </a:r>
          </a:p>
        </p:txBody>
      </p:sp>
      <p:sp>
        <p:nvSpPr>
          <p:cNvPr id="15" name="Rounded Rectangle 14">
            <a:extLst>
              <a:ext uri="{FF2B5EF4-FFF2-40B4-BE49-F238E27FC236}">
                <a16:creationId xmlns:a16="http://schemas.microsoft.com/office/drawing/2014/main" id="{28ACA7CA-BDE5-FD4E-90F0-0F8701D66C9A}"/>
              </a:ext>
            </a:extLst>
          </p:cNvPr>
          <p:cNvSpPr/>
          <p:nvPr/>
        </p:nvSpPr>
        <p:spPr>
          <a:xfrm>
            <a:off x="4853334" y="5181600"/>
            <a:ext cx="1144408" cy="36933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Stream processing node</a:t>
            </a:r>
          </a:p>
        </p:txBody>
      </p:sp>
      <p:sp>
        <p:nvSpPr>
          <p:cNvPr id="16" name="Rounded Rectangle 15">
            <a:extLst>
              <a:ext uri="{FF2B5EF4-FFF2-40B4-BE49-F238E27FC236}">
                <a16:creationId xmlns:a16="http://schemas.microsoft.com/office/drawing/2014/main" id="{DC56732C-00E5-664C-A698-9D4BE8278FB8}"/>
              </a:ext>
            </a:extLst>
          </p:cNvPr>
          <p:cNvSpPr/>
          <p:nvPr/>
        </p:nvSpPr>
        <p:spPr>
          <a:xfrm>
            <a:off x="2840192" y="5921375"/>
            <a:ext cx="1144408" cy="3693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100" dirty="0"/>
              <a:t>Stream processing node</a:t>
            </a:r>
          </a:p>
        </p:txBody>
      </p:sp>
      <p:sp>
        <p:nvSpPr>
          <p:cNvPr id="17" name="Rounded Rectangle 16">
            <a:extLst>
              <a:ext uri="{FF2B5EF4-FFF2-40B4-BE49-F238E27FC236}">
                <a16:creationId xmlns:a16="http://schemas.microsoft.com/office/drawing/2014/main" id="{94EDED60-3C75-1A45-B9A1-51DE177986E6}"/>
              </a:ext>
            </a:extLst>
          </p:cNvPr>
          <p:cNvSpPr/>
          <p:nvPr/>
        </p:nvSpPr>
        <p:spPr>
          <a:xfrm>
            <a:off x="4853334" y="5921375"/>
            <a:ext cx="1144408" cy="36933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dirty="0"/>
              <a:t>Stream processing node</a:t>
            </a:r>
          </a:p>
        </p:txBody>
      </p:sp>
      <p:cxnSp>
        <p:nvCxnSpPr>
          <p:cNvPr id="19" name="Straight Arrow Connector 18">
            <a:extLst>
              <a:ext uri="{FF2B5EF4-FFF2-40B4-BE49-F238E27FC236}">
                <a16:creationId xmlns:a16="http://schemas.microsoft.com/office/drawing/2014/main" id="{81D05315-406E-1447-86C7-780D332064DF}"/>
              </a:ext>
            </a:extLst>
          </p:cNvPr>
          <p:cNvCxnSpPr>
            <a:cxnSpLocks/>
            <a:stCxn id="6" idx="1"/>
            <a:endCxn id="14" idx="1"/>
          </p:cNvCxnSpPr>
          <p:nvPr/>
        </p:nvCxnSpPr>
        <p:spPr>
          <a:xfrm flipV="1">
            <a:off x="1763705" y="5377934"/>
            <a:ext cx="1076487" cy="18466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6E1D331-19EB-D94B-A7A8-773BEDFB3BA7}"/>
              </a:ext>
            </a:extLst>
          </p:cNvPr>
          <p:cNvCxnSpPr>
            <a:cxnSpLocks/>
            <a:endCxn id="15" idx="1"/>
          </p:cNvCxnSpPr>
          <p:nvPr/>
        </p:nvCxnSpPr>
        <p:spPr>
          <a:xfrm flipV="1">
            <a:off x="3978566" y="5366266"/>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E3CADB8-75D7-0E44-B6C6-0DCF60BEDCA5}"/>
              </a:ext>
            </a:extLst>
          </p:cNvPr>
          <p:cNvCxnSpPr>
            <a:cxnSpLocks/>
          </p:cNvCxnSpPr>
          <p:nvPr/>
        </p:nvCxnSpPr>
        <p:spPr>
          <a:xfrm flipV="1">
            <a:off x="3976802" y="6103749"/>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EE0E719-F2FF-874E-B8AB-F3D9DB7E59BA}"/>
              </a:ext>
            </a:extLst>
          </p:cNvPr>
          <p:cNvCxnSpPr>
            <a:cxnSpLocks/>
            <a:endCxn id="15" idx="1"/>
          </p:cNvCxnSpPr>
          <p:nvPr/>
        </p:nvCxnSpPr>
        <p:spPr>
          <a:xfrm flipV="1">
            <a:off x="3984600" y="5366266"/>
            <a:ext cx="868734" cy="74915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18C9D8D-F60E-034C-95DE-CCAE4C02AF37}"/>
              </a:ext>
            </a:extLst>
          </p:cNvPr>
          <p:cNvCxnSpPr>
            <a:cxnSpLocks/>
            <a:endCxn id="17" idx="1"/>
          </p:cNvCxnSpPr>
          <p:nvPr/>
        </p:nvCxnSpPr>
        <p:spPr>
          <a:xfrm>
            <a:off x="3962177" y="5392555"/>
            <a:ext cx="891157" cy="71348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C924BE7-78B0-2B44-BA19-1910968EAE23}"/>
              </a:ext>
            </a:extLst>
          </p:cNvPr>
          <p:cNvCxnSpPr>
            <a:cxnSpLocks/>
            <a:endCxn id="8" idx="1"/>
          </p:cNvCxnSpPr>
          <p:nvPr/>
        </p:nvCxnSpPr>
        <p:spPr>
          <a:xfrm>
            <a:off x="6006280" y="5366266"/>
            <a:ext cx="1246641" cy="252095"/>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13AF253-BA12-A94E-8A73-A4B4A5089169}"/>
              </a:ext>
            </a:extLst>
          </p:cNvPr>
          <p:cNvCxnSpPr>
            <a:cxnSpLocks/>
            <a:endCxn id="8" idx="1"/>
          </p:cNvCxnSpPr>
          <p:nvPr/>
        </p:nvCxnSpPr>
        <p:spPr>
          <a:xfrm flipV="1">
            <a:off x="5997742" y="5618361"/>
            <a:ext cx="1255179" cy="497058"/>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E2FC2D4-B894-EC4F-A9C7-39A14755EB90}"/>
              </a:ext>
            </a:extLst>
          </p:cNvPr>
          <p:cNvCxnSpPr>
            <a:cxnSpLocks/>
            <a:stCxn id="6" idx="1"/>
            <a:endCxn id="16" idx="1"/>
          </p:cNvCxnSpPr>
          <p:nvPr/>
        </p:nvCxnSpPr>
        <p:spPr>
          <a:xfrm>
            <a:off x="1763705" y="5562600"/>
            <a:ext cx="1076487" cy="543441"/>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1305C47-3185-2D4B-9F0C-A4C0F12FC364}"/>
              </a:ext>
            </a:extLst>
          </p:cNvPr>
          <p:cNvSpPr txBox="1"/>
          <p:nvPr/>
        </p:nvSpPr>
        <p:spPr>
          <a:xfrm>
            <a:off x="1847088" y="5800725"/>
            <a:ext cx="835152" cy="523220"/>
          </a:xfrm>
          <a:prstGeom prst="rect">
            <a:avLst/>
          </a:prstGeom>
          <a:noFill/>
        </p:spPr>
        <p:txBody>
          <a:bodyPr wrap="square" rtlCol="0">
            <a:spAutoFit/>
          </a:bodyPr>
          <a:lstStyle/>
          <a:p>
            <a:r>
              <a:rPr lang="en-US" sz="1400" dirty="0">
                <a:solidFill>
                  <a:schemeClr val="bg1"/>
                </a:solidFill>
              </a:rPr>
              <a:t>Data input</a:t>
            </a:r>
          </a:p>
        </p:txBody>
      </p:sp>
      <p:sp>
        <p:nvSpPr>
          <p:cNvPr id="39" name="TextBox 38">
            <a:extLst>
              <a:ext uri="{FF2B5EF4-FFF2-40B4-BE49-F238E27FC236}">
                <a16:creationId xmlns:a16="http://schemas.microsoft.com/office/drawing/2014/main" id="{6D6E5948-D722-884C-8E8D-3C4B761D0262}"/>
              </a:ext>
            </a:extLst>
          </p:cNvPr>
          <p:cNvSpPr txBox="1"/>
          <p:nvPr/>
        </p:nvSpPr>
        <p:spPr>
          <a:xfrm>
            <a:off x="4009644" y="4760502"/>
            <a:ext cx="835152" cy="523220"/>
          </a:xfrm>
          <a:prstGeom prst="rect">
            <a:avLst/>
          </a:prstGeom>
          <a:noFill/>
        </p:spPr>
        <p:txBody>
          <a:bodyPr wrap="square" rtlCol="0">
            <a:spAutoFit/>
          </a:bodyPr>
          <a:lstStyle/>
          <a:p>
            <a:r>
              <a:rPr lang="en-US" sz="1400" dirty="0">
                <a:solidFill>
                  <a:schemeClr val="bg1"/>
                </a:solidFill>
              </a:rPr>
              <a:t>Data forward</a:t>
            </a:r>
          </a:p>
        </p:txBody>
      </p:sp>
      <p:sp>
        <p:nvSpPr>
          <p:cNvPr id="40" name="TextBox 39">
            <a:extLst>
              <a:ext uri="{FF2B5EF4-FFF2-40B4-BE49-F238E27FC236}">
                <a16:creationId xmlns:a16="http://schemas.microsoft.com/office/drawing/2014/main" id="{15906B02-1AAC-D841-ACF5-BF33732C498C}"/>
              </a:ext>
            </a:extLst>
          </p:cNvPr>
          <p:cNvSpPr txBox="1"/>
          <p:nvPr/>
        </p:nvSpPr>
        <p:spPr>
          <a:xfrm>
            <a:off x="6461760" y="5936241"/>
            <a:ext cx="835152" cy="523220"/>
          </a:xfrm>
          <a:prstGeom prst="rect">
            <a:avLst/>
          </a:prstGeom>
          <a:noFill/>
        </p:spPr>
        <p:txBody>
          <a:bodyPr wrap="square" rtlCol="0">
            <a:spAutoFit/>
          </a:bodyPr>
          <a:lstStyle/>
          <a:p>
            <a:r>
              <a:rPr lang="en-US" sz="1400" dirty="0">
                <a:solidFill>
                  <a:schemeClr val="bg1"/>
                </a:solidFill>
              </a:rPr>
              <a:t>Data output</a:t>
            </a:r>
          </a:p>
        </p:txBody>
      </p:sp>
    </p:spTree>
    <p:extLst>
      <p:ext uri="{BB962C8B-B14F-4D97-AF65-F5344CB8AC3E}">
        <p14:creationId xmlns:p14="http://schemas.microsoft.com/office/powerpoint/2010/main" val="3322612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F4B9-3F21-BA4E-B6BB-6EBFBF67F3B6}"/>
              </a:ext>
            </a:extLst>
          </p:cNvPr>
          <p:cNvSpPr>
            <a:spLocks noGrp="1"/>
          </p:cNvSpPr>
          <p:nvPr>
            <p:ph type="title"/>
          </p:nvPr>
        </p:nvSpPr>
        <p:spPr/>
        <p:txBody>
          <a:bodyPr>
            <a:normAutofit fontScale="90000"/>
          </a:bodyPr>
          <a:lstStyle/>
          <a:p>
            <a:r>
              <a:rPr lang="en-US" dirty="0"/>
              <a:t>3. Continuously output the processed results</a:t>
            </a:r>
          </a:p>
        </p:txBody>
      </p:sp>
      <p:sp>
        <p:nvSpPr>
          <p:cNvPr id="3" name="Date Placeholder 2">
            <a:extLst>
              <a:ext uri="{FF2B5EF4-FFF2-40B4-BE49-F238E27FC236}">
                <a16:creationId xmlns:a16="http://schemas.microsoft.com/office/drawing/2014/main" id="{723AF9A0-0AFE-C14B-A615-9FA96E406992}"/>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D8A273D3-67A9-2148-ADC1-FF7F781DBA8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9AABF40-5058-AB4A-979D-F037BF40ECB6}"/>
              </a:ext>
            </a:extLst>
          </p:cNvPr>
          <p:cNvSpPr>
            <a:spLocks noGrp="1"/>
          </p:cNvSpPr>
          <p:nvPr>
            <p:ph sz="quarter" idx="1"/>
          </p:nvPr>
        </p:nvSpPr>
        <p:spPr>
          <a:xfrm>
            <a:off x="457200" y="1219199"/>
            <a:ext cx="8229600" cy="2143259"/>
          </a:xfrm>
        </p:spPr>
        <p:txBody>
          <a:bodyPr>
            <a:normAutofit fontScale="77500" lnSpcReduction="20000"/>
          </a:bodyPr>
          <a:lstStyle/>
          <a:p>
            <a:r>
              <a:rPr lang="en-US" dirty="0"/>
              <a:t>After obtaining the calculation result of the small batch data, the streaming calculation job can output the corresponding result immediately, without waiting for the calculation result of the entire data.</a:t>
            </a:r>
            <a:endParaRPr lang="en-US" sz="3300" b="1" i="1" dirty="0">
              <a:solidFill>
                <a:schemeClr val="accent2"/>
              </a:solidFill>
            </a:endParaRPr>
          </a:p>
          <a:p>
            <a:r>
              <a:rPr lang="en-US" sz="3100" dirty="0"/>
              <a:t>The data will be discarded immediately after processed</a:t>
            </a:r>
          </a:p>
        </p:txBody>
      </p:sp>
      <p:sp>
        <p:nvSpPr>
          <p:cNvPr id="6" name="Rectangle 5">
            <a:extLst>
              <a:ext uri="{FF2B5EF4-FFF2-40B4-BE49-F238E27FC236}">
                <a16:creationId xmlns:a16="http://schemas.microsoft.com/office/drawing/2014/main" id="{7FF20D4C-EB7B-A24B-91ED-84CFEE0E2B5A}"/>
              </a:ext>
            </a:extLst>
          </p:cNvPr>
          <p:cNvSpPr/>
          <p:nvPr/>
        </p:nvSpPr>
        <p:spPr>
          <a:xfrm>
            <a:off x="1763705" y="4572000"/>
            <a:ext cx="5485205"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71749CA2-C074-7A49-9F21-4A71581DAA65}"/>
              </a:ext>
            </a:extLst>
          </p:cNvPr>
          <p:cNvSpPr/>
          <p:nvPr/>
        </p:nvSpPr>
        <p:spPr>
          <a:xfrm>
            <a:off x="228494" y="5470267"/>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FC3910DE-3E95-7C49-A72E-2E12E3FDBC70}"/>
              </a:ext>
            </a:extLst>
          </p:cNvPr>
          <p:cNvSpPr/>
          <p:nvPr/>
        </p:nvSpPr>
        <p:spPr>
          <a:xfrm>
            <a:off x="7252921" y="5504061"/>
            <a:ext cx="1524000" cy="228600"/>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02C10485-B203-F14F-8E2D-667A5FDAA067}"/>
              </a:ext>
            </a:extLst>
          </p:cNvPr>
          <p:cNvSpPr/>
          <p:nvPr/>
        </p:nvSpPr>
        <p:spPr>
          <a:xfrm rot="5400000">
            <a:off x="4154860" y="4050250"/>
            <a:ext cx="723900" cy="242637"/>
          </a:xfrm>
          <a:prstGeom prst="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8C0230-5A71-E643-93D6-29D308BAAC44}"/>
              </a:ext>
            </a:extLst>
          </p:cNvPr>
          <p:cNvSpPr txBox="1"/>
          <p:nvPr/>
        </p:nvSpPr>
        <p:spPr>
          <a:xfrm>
            <a:off x="4638129" y="3986902"/>
            <a:ext cx="772071" cy="369332"/>
          </a:xfrm>
          <a:prstGeom prst="rect">
            <a:avLst/>
          </a:prstGeom>
          <a:noFill/>
        </p:spPr>
        <p:txBody>
          <a:bodyPr wrap="none" rtlCol="0">
            <a:spAutoFit/>
          </a:bodyPr>
          <a:lstStyle/>
          <a:p>
            <a:r>
              <a:rPr lang="en-US" dirty="0"/>
              <a:t>Step 1</a:t>
            </a:r>
          </a:p>
        </p:txBody>
      </p:sp>
      <p:sp>
        <p:nvSpPr>
          <p:cNvPr id="11" name="TextBox 10">
            <a:extLst>
              <a:ext uri="{FF2B5EF4-FFF2-40B4-BE49-F238E27FC236}">
                <a16:creationId xmlns:a16="http://schemas.microsoft.com/office/drawing/2014/main" id="{7C676F99-A5F0-1345-BD3A-1B5A2F52F839}"/>
              </a:ext>
            </a:extLst>
          </p:cNvPr>
          <p:cNvSpPr txBox="1"/>
          <p:nvPr/>
        </p:nvSpPr>
        <p:spPr>
          <a:xfrm>
            <a:off x="586091" y="5141948"/>
            <a:ext cx="772071" cy="369332"/>
          </a:xfrm>
          <a:prstGeom prst="rect">
            <a:avLst/>
          </a:prstGeom>
          <a:noFill/>
        </p:spPr>
        <p:txBody>
          <a:bodyPr wrap="none" rtlCol="0">
            <a:spAutoFit/>
          </a:bodyPr>
          <a:lstStyle/>
          <a:p>
            <a:r>
              <a:rPr lang="en-US" dirty="0"/>
              <a:t>Step 2</a:t>
            </a:r>
          </a:p>
        </p:txBody>
      </p:sp>
      <p:sp>
        <p:nvSpPr>
          <p:cNvPr id="12" name="TextBox 11">
            <a:extLst>
              <a:ext uri="{FF2B5EF4-FFF2-40B4-BE49-F238E27FC236}">
                <a16:creationId xmlns:a16="http://schemas.microsoft.com/office/drawing/2014/main" id="{745FC102-B5C7-9245-B08C-F7F1219C35D2}"/>
              </a:ext>
            </a:extLst>
          </p:cNvPr>
          <p:cNvSpPr txBox="1"/>
          <p:nvPr/>
        </p:nvSpPr>
        <p:spPr>
          <a:xfrm>
            <a:off x="7659909" y="5134729"/>
            <a:ext cx="772071" cy="369332"/>
          </a:xfrm>
          <a:prstGeom prst="rect">
            <a:avLst/>
          </a:prstGeom>
          <a:noFill/>
        </p:spPr>
        <p:txBody>
          <a:bodyPr wrap="none" rtlCol="0">
            <a:spAutoFit/>
          </a:bodyPr>
          <a:lstStyle/>
          <a:p>
            <a:r>
              <a:rPr lang="en-US" dirty="0"/>
              <a:t>Step 3</a:t>
            </a:r>
          </a:p>
        </p:txBody>
      </p:sp>
      <p:sp>
        <p:nvSpPr>
          <p:cNvPr id="13" name="Rounded Rectangle 12">
            <a:extLst>
              <a:ext uri="{FF2B5EF4-FFF2-40B4-BE49-F238E27FC236}">
                <a16:creationId xmlns:a16="http://schemas.microsoft.com/office/drawing/2014/main" id="{8FACD4ED-DDA6-3847-87CE-88835F10C870}"/>
              </a:ext>
            </a:extLst>
          </p:cNvPr>
          <p:cNvSpPr/>
          <p:nvPr/>
        </p:nvSpPr>
        <p:spPr>
          <a:xfrm>
            <a:off x="1895090" y="4637643"/>
            <a:ext cx="990600" cy="3693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dirty="0"/>
              <a:t>Management node</a:t>
            </a:r>
          </a:p>
        </p:txBody>
      </p:sp>
      <p:sp>
        <p:nvSpPr>
          <p:cNvPr id="14" name="Rounded Rectangle 13">
            <a:extLst>
              <a:ext uri="{FF2B5EF4-FFF2-40B4-BE49-F238E27FC236}">
                <a16:creationId xmlns:a16="http://schemas.microsoft.com/office/drawing/2014/main" id="{84F0FA0E-7E8D-F140-B3F1-4A396E651F76}"/>
              </a:ext>
            </a:extLst>
          </p:cNvPr>
          <p:cNvSpPr/>
          <p:nvPr/>
        </p:nvSpPr>
        <p:spPr>
          <a:xfrm>
            <a:off x="2840192" y="5193268"/>
            <a:ext cx="1144408" cy="36933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Stream processing node</a:t>
            </a:r>
          </a:p>
        </p:txBody>
      </p:sp>
      <p:sp>
        <p:nvSpPr>
          <p:cNvPr id="15" name="Rounded Rectangle 14">
            <a:extLst>
              <a:ext uri="{FF2B5EF4-FFF2-40B4-BE49-F238E27FC236}">
                <a16:creationId xmlns:a16="http://schemas.microsoft.com/office/drawing/2014/main" id="{28ACA7CA-BDE5-FD4E-90F0-0F8701D66C9A}"/>
              </a:ext>
            </a:extLst>
          </p:cNvPr>
          <p:cNvSpPr/>
          <p:nvPr/>
        </p:nvSpPr>
        <p:spPr>
          <a:xfrm>
            <a:off x="4853334" y="5181600"/>
            <a:ext cx="1144408" cy="36933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Stream processing node</a:t>
            </a:r>
          </a:p>
        </p:txBody>
      </p:sp>
      <p:sp>
        <p:nvSpPr>
          <p:cNvPr id="16" name="Rounded Rectangle 15">
            <a:extLst>
              <a:ext uri="{FF2B5EF4-FFF2-40B4-BE49-F238E27FC236}">
                <a16:creationId xmlns:a16="http://schemas.microsoft.com/office/drawing/2014/main" id="{DC56732C-00E5-664C-A698-9D4BE8278FB8}"/>
              </a:ext>
            </a:extLst>
          </p:cNvPr>
          <p:cNvSpPr/>
          <p:nvPr/>
        </p:nvSpPr>
        <p:spPr>
          <a:xfrm>
            <a:off x="2840192" y="5921375"/>
            <a:ext cx="1144408" cy="3693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100" dirty="0"/>
              <a:t>Stream processing node</a:t>
            </a:r>
          </a:p>
        </p:txBody>
      </p:sp>
      <p:sp>
        <p:nvSpPr>
          <p:cNvPr id="17" name="Rounded Rectangle 16">
            <a:extLst>
              <a:ext uri="{FF2B5EF4-FFF2-40B4-BE49-F238E27FC236}">
                <a16:creationId xmlns:a16="http://schemas.microsoft.com/office/drawing/2014/main" id="{94EDED60-3C75-1A45-B9A1-51DE177986E6}"/>
              </a:ext>
            </a:extLst>
          </p:cNvPr>
          <p:cNvSpPr/>
          <p:nvPr/>
        </p:nvSpPr>
        <p:spPr>
          <a:xfrm>
            <a:off x="4853334" y="5921375"/>
            <a:ext cx="1144408" cy="36933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dirty="0"/>
              <a:t>Stream processing node</a:t>
            </a:r>
          </a:p>
        </p:txBody>
      </p:sp>
      <p:cxnSp>
        <p:nvCxnSpPr>
          <p:cNvPr id="19" name="Straight Arrow Connector 18">
            <a:extLst>
              <a:ext uri="{FF2B5EF4-FFF2-40B4-BE49-F238E27FC236}">
                <a16:creationId xmlns:a16="http://schemas.microsoft.com/office/drawing/2014/main" id="{81D05315-406E-1447-86C7-780D332064DF}"/>
              </a:ext>
            </a:extLst>
          </p:cNvPr>
          <p:cNvCxnSpPr>
            <a:cxnSpLocks/>
            <a:stCxn id="6" idx="1"/>
            <a:endCxn id="14" idx="1"/>
          </p:cNvCxnSpPr>
          <p:nvPr/>
        </p:nvCxnSpPr>
        <p:spPr>
          <a:xfrm flipV="1">
            <a:off x="1763705" y="5377934"/>
            <a:ext cx="1076487" cy="18466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6E1D331-19EB-D94B-A7A8-773BEDFB3BA7}"/>
              </a:ext>
            </a:extLst>
          </p:cNvPr>
          <p:cNvCxnSpPr>
            <a:cxnSpLocks/>
            <a:endCxn id="15" idx="1"/>
          </p:cNvCxnSpPr>
          <p:nvPr/>
        </p:nvCxnSpPr>
        <p:spPr>
          <a:xfrm flipV="1">
            <a:off x="3978566" y="5366266"/>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E3CADB8-75D7-0E44-B6C6-0DCF60BEDCA5}"/>
              </a:ext>
            </a:extLst>
          </p:cNvPr>
          <p:cNvCxnSpPr>
            <a:cxnSpLocks/>
          </p:cNvCxnSpPr>
          <p:nvPr/>
        </p:nvCxnSpPr>
        <p:spPr>
          <a:xfrm flipV="1">
            <a:off x="3976802" y="6103749"/>
            <a:ext cx="874768" cy="229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EE0E719-F2FF-874E-B8AB-F3D9DB7E59BA}"/>
              </a:ext>
            </a:extLst>
          </p:cNvPr>
          <p:cNvCxnSpPr>
            <a:cxnSpLocks/>
            <a:endCxn id="15" idx="1"/>
          </p:cNvCxnSpPr>
          <p:nvPr/>
        </p:nvCxnSpPr>
        <p:spPr>
          <a:xfrm flipV="1">
            <a:off x="3984600" y="5366266"/>
            <a:ext cx="868734" cy="749152"/>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18C9D8D-F60E-034C-95DE-CCAE4C02AF37}"/>
              </a:ext>
            </a:extLst>
          </p:cNvPr>
          <p:cNvCxnSpPr>
            <a:cxnSpLocks/>
            <a:endCxn id="17" idx="1"/>
          </p:cNvCxnSpPr>
          <p:nvPr/>
        </p:nvCxnSpPr>
        <p:spPr>
          <a:xfrm>
            <a:off x="3962177" y="5392555"/>
            <a:ext cx="891157" cy="71348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C924BE7-78B0-2B44-BA19-1910968EAE23}"/>
              </a:ext>
            </a:extLst>
          </p:cNvPr>
          <p:cNvCxnSpPr>
            <a:cxnSpLocks/>
            <a:endCxn id="8" idx="1"/>
          </p:cNvCxnSpPr>
          <p:nvPr/>
        </p:nvCxnSpPr>
        <p:spPr>
          <a:xfrm>
            <a:off x="6006280" y="5366266"/>
            <a:ext cx="1246641" cy="252095"/>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13AF253-BA12-A94E-8A73-A4B4A5089169}"/>
              </a:ext>
            </a:extLst>
          </p:cNvPr>
          <p:cNvCxnSpPr>
            <a:cxnSpLocks/>
            <a:endCxn id="8" idx="1"/>
          </p:cNvCxnSpPr>
          <p:nvPr/>
        </p:nvCxnSpPr>
        <p:spPr>
          <a:xfrm flipV="1">
            <a:off x="5997742" y="5618361"/>
            <a:ext cx="1255179" cy="497058"/>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E2FC2D4-B894-EC4F-A9C7-39A14755EB90}"/>
              </a:ext>
            </a:extLst>
          </p:cNvPr>
          <p:cNvCxnSpPr>
            <a:cxnSpLocks/>
            <a:stCxn id="6" idx="1"/>
            <a:endCxn id="16" idx="1"/>
          </p:cNvCxnSpPr>
          <p:nvPr/>
        </p:nvCxnSpPr>
        <p:spPr>
          <a:xfrm>
            <a:off x="1763705" y="5562600"/>
            <a:ext cx="1076487" cy="543441"/>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1305C47-3185-2D4B-9F0C-A4C0F12FC364}"/>
              </a:ext>
            </a:extLst>
          </p:cNvPr>
          <p:cNvSpPr txBox="1"/>
          <p:nvPr/>
        </p:nvSpPr>
        <p:spPr>
          <a:xfrm>
            <a:off x="1847088" y="5800725"/>
            <a:ext cx="835152" cy="523220"/>
          </a:xfrm>
          <a:prstGeom prst="rect">
            <a:avLst/>
          </a:prstGeom>
          <a:noFill/>
        </p:spPr>
        <p:txBody>
          <a:bodyPr wrap="square" rtlCol="0">
            <a:spAutoFit/>
          </a:bodyPr>
          <a:lstStyle/>
          <a:p>
            <a:r>
              <a:rPr lang="en-US" sz="1400" dirty="0">
                <a:solidFill>
                  <a:schemeClr val="bg1"/>
                </a:solidFill>
              </a:rPr>
              <a:t>Data input</a:t>
            </a:r>
          </a:p>
        </p:txBody>
      </p:sp>
      <p:sp>
        <p:nvSpPr>
          <p:cNvPr id="39" name="TextBox 38">
            <a:extLst>
              <a:ext uri="{FF2B5EF4-FFF2-40B4-BE49-F238E27FC236}">
                <a16:creationId xmlns:a16="http://schemas.microsoft.com/office/drawing/2014/main" id="{6D6E5948-D722-884C-8E8D-3C4B761D0262}"/>
              </a:ext>
            </a:extLst>
          </p:cNvPr>
          <p:cNvSpPr txBox="1"/>
          <p:nvPr/>
        </p:nvSpPr>
        <p:spPr>
          <a:xfrm>
            <a:off x="4009644" y="4760502"/>
            <a:ext cx="835152" cy="523220"/>
          </a:xfrm>
          <a:prstGeom prst="rect">
            <a:avLst/>
          </a:prstGeom>
          <a:noFill/>
        </p:spPr>
        <p:txBody>
          <a:bodyPr wrap="square" rtlCol="0">
            <a:spAutoFit/>
          </a:bodyPr>
          <a:lstStyle/>
          <a:p>
            <a:r>
              <a:rPr lang="en-US" sz="1400" dirty="0">
                <a:solidFill>
                  <a:schemeClr val="bg1"/>
                </a:solidFill>
              </a:rPr>
              <a:t>Data forward</a:t>
            </a:r>
          </a:p>
        </p:txBody>
      </p:sp>
      <p:sp>
        <p:nvSpPr>
          <p:cNvPr id="40" name="TextBox 39">
            <a:extLst>
              <a:ext uri="{FF2B5EF4-FFF2-40B4-BE49-F238E27FC236}">
                <a16:creationId xmlns:a16="http://schemas.microsoft.com/office/drawing/2014/main" id="{15906B02-1AAC-D841-ACF5-BF33732C498C}"/>
              </a:ext>
            </a:extLst>
          </p:cNvPr>
          <p:cNvSpPr txBox="1"/>
          <p:nvPr/>
        </p:nvSpPr>
        <p:spPr>
          <a:xfrm>
            <a:off x="6461760" y="5936241"/>
            <a:ext cx="835152" cy="523220"/>
          </a:xfrm>
          <a:prstGeom prst="rect">
            <a:avLst/>
          </a:prstGeom>
          <a:noFill/>
        </p:spPr>
        <p:txBody>
          <a:bodyPr wrap="square" rtlCol="0">
            <a:spAutoFit/>
          </a:bodyPr>
          <a:lstStyle/>
          <a:p>
            <a:r>
              <a:rPr lang="en-US" sz="1400" dirty="0">
                <a:solidFill>
                  <a:schemeClr val="bg1"/>
                </a:solidFill>
              </a:rPr>
              <a:t>Data output</a:t>
            </a:r>
          </a:p>
        </p:txBody>
      </p:sp>
    </p:spTree>
    <p:extLst>
      <p:ext uri="{BB962C8B-B14F-4D97-AF65-F5344CB8AC3E}">
        <p14:creationId xmlns:p14="http://schemas.microsoft.com/office/powerpoint/2010/main" val="3106745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47E8D-3C0A-8B41-AB96-77D2D3179486}"/>
              </a:ext>
            </a:extLst>
          </p:cNvPr>
          <p:cNvSpPr>
            <a:spLocks noGrp="1"/>
          </p:cNvSpPr>
          <p:nvPr>
            <p:ph type="title"/>
          </p:nvPr>
        </p:nvSpPr>
        <p:spPr/>
        <p:txBody>
          <a:bodyPr/>
          <a:lstStyle/>
          <a:p>
            <a:r>
              <a:rPr lang="en-US" dirty="0"/>
              <a:t>Example of Streaming Systems</a:t>
            </a:r>
          </a:p>
        </p:txBody>
      </p:sp>
      <p:sp>
        <p:nvSpPr>
          <p:cNvPr id="3" name="Date Placeholder 2">
            <a:extLst>
              <a:ext uri="{FF2B5EF4-FFF2-40B4-BE49-F238E27FC236}">
                <a16:creationId xmlns:a16="http://schemas.microsoft.com/office/drawing/2014/main" id="{3E67158E-FA6F-2C48-B9B3-8B001EF2D9B0}"/>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46867275-1128-864E-8639-069569261C02}"/>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CBD60332-10C4-FF42-986E-CA2E6B9E1936}"/>
              </a:ext>
            </a:extLst>
          </p:cNvPr>
          <p:cNvSpPr>
            <a:spLocks noGrp="1"/>
          </p:cNvSpPr>
          <p:nvPr>
            <p:ph sz="quarter" idx="1"/>
          </p:nvPr>
        </p:nvSpPr>
        <p:spPr>
          <a:xfrm>
            <a:off x="457200" y="1219200"/>
            <a:ext cx="6096000" cy="4937760"/>
          </a:xfrm>
        </p:spPr>
        <p:txBody>
          <a:bodyPr/>
          <a:lstStyle/>
          <a:p>
            <a:r>
              <a:rPr lang="en-US" dirty="0"/>
              <a:t>IBM </a:t>
            </a:r>
            <a:r>
              <a:rPr lang="en-US" dirty="0" err="1"/>
              <a:t>InfoSphere</a:t>
            </a:r>
            <a:r>
              <a:rPr lang="en-US" dirty="0"/>
              <a:t> Streams</a:t>
            </a:r>
          </a:p>
          <a:p>
            <a:pPr lvl="1"/>
            <a:r>
              <a:rPr lang="en-US" dirty="0"/>
              <a:t>Provide real-time data analysis services for investment banks, hedge funds, government agencies, etc.</a:t>
            </a:r>
          </a:p>
          <a:p>
            <a:r>
              <a:rPr lang="en-US" dirty="0"/>
              <a:t>Apache Storm by Twitter</a:t>
            </a:r>
          </a:p>
          <a:p>
            <a:pPr lvl="1"/>
            <a:r>
              <a:rPr lang="en-US" dirty="0">
                <a:hlinkClick r:id="rId2"/>
              </a:rPr>
              <a:t>https://storm.apache.org/</a:t>
            </a:r>
            <a:endParaRPr lang="en-US" dirty="0"/>
          </a:p>
          <a:p>
            <a:r>
              <a:rPr lang="en-US" dirty="0"/>
              <a:t>Puma by Facebook</a:t>
            </a:r>
          </a:p>
          <a:p>
            <a:r>
              <a:rPr lang="en-US" dirty="0" err="1"/>
              <a:t>Dstream</a:t>
            </a:r>
            <a:r>
              <a:rPr lang="en-US" dirty="0"/>
              <a:t> by Baidu</a:t>
            </a:r>
          </a:p>
        </p:txBody>
      </p:sp>
      <p:pic>
        <p:nvPicPr>
          <p:cNvPr id="6" name="Picture 5">
            <a:extLst>
              <a:ext uri="{FF2B5EF4-FFF2-40B4-BE49-F238E27FC236}">
                <a16:creationId xmlns:a16="http://schemas.microsoft.com/office/drawing/2014/main" id="{A4600DD7-2635-1145-A20A-BEED6CF3A1E8}"/>
              </a:ext>
            </a:extLst>
          </p:cNvPr>
          <p:cNvPicPr>
            <a:picLocks noChangeAspect="1"/>
          </p:cNvPicPr>
          <p:nvPr/>
        </p:nvPicPr>
        <p:blipFill>
          <a:blip r:embed="rId3"/>
          <a:stretch>
            <a:fillRect/>
          </a:stretch>
        </p:blipFill>
        <p:spPr>
          <a:xfrm>
            <a:off x="7162800" y="1524000"/>
            <a:ext cx="1371600" cy="1358900"/>
          </a:xfrm>
          <a:prstGeom prst="rect">
            <a:avLst/>
          </a:prstGeom>
        </p:spPr>
      </p:pic>
      <p:pic>
        <p:nvPicPr>
          <p:cNvPr id="7" name="Picture 6">
            <a:extLst>
              <a:ext uri="{FF2B5EF4-FFF2-40B4-BE49-F238E27FC236}">
                <a16:creationId xmlns:a16="http://schemas.microsoft.com/office/drawing/2014/main" id="{34989A5D-C4EB-FF42-A069-9D060E3B482C}"/>
              </a:ext>
            </a:extLst>
          </p:cNvPr>
          <p:cNvPicPr>
            <a:picLocks noChangeAspect="1"/>
          </p:cNvPicPr>
          <p:nvPr/>
        </p:nvPicPr>
        <p:blipFill>
          <a:blip r:embed="rId4"/>
          <a:stretch>
            <a:fillRect/>
          </a:stretch>
        </p:blipFill>
        <p:spPr>
          <a:xfrm>
            <a:off x="5944010" y="3252804"/>
            <a:ext cx="2760436" cy="1079500"/>
          </a:xfrm>
          <a:prstGeom prst="rect">
            <a:avLst/>
          </a:prstGeom>
        </p:spPr>
      </p:pic>
      <p:pic>
        <p:nvPicPr>
          <p:cNvPr id="8" name="Picture 7">
            <a:extLst>
              <a:ext uri="{FF2B5EF4-FFF2-40B4-BE49-F238E27FC236}">
                <a16:creationId xmlns:a16="http://schemas.microsoft.com/office/drawing/2014/main" id="{60F4A3C7-7D3D-8D48-A90C-4BE17C28B576}"/>
              </a:ext>
            </a:extLst>
          </p:cNvPr>
          <p:cNvPicPr>
            <a:picLocks noChangeAspect="1"/>
          </p:cNvPicPr>
          <p:nvPr/>
        </p:nvPicPr>
        <p:blipFill>
          <a:blip r:embed="rId5"/>
          <a:stretch>
            <a:fillRect/>
          </a:stretch>
        </p:blipFill>
        <p:spPr>
          <a:xfrm>
            <a:off x="6553200" y="4748931"/>
            <a:ext cx="1634472" cy="1417654"/>
          </a:xfrm>
          <a:prstGeom prst="rect">
            <a:avLst/>
          </a:prstGeom>
        </p:spPr>
      </p:pic>
    </p:spTree>
    <p:extLst>
      <p:ext uri="{BB962C8B-B14F-4D97-AF65-F5344CB8AC3E}">
        <p14:creationId xmlns:p14="http://schemas.microsoft.com/office/powerpoint/2010/main" val="303164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4BD0-5F45-D44E-9284-D1624F68DDCF}"/>
              </a:ext>
            </a:extLst>
          </p:cNvPr>
          <p:cNvSpPr>
            <a:spLocks noGrp="1"/>
          </p:cNvSpPr>
          <p:nvPr>
            <p:ph type="title"/>
          </p:nvPr>
        </p:nvSpPr>
        <p:spPr/>
        <p:txBody>
          <a:bodyPr/>
          <a:lstStyle/>
          <a:p>
            <a:r>
              <a:rPr lang="en-US" dirty="0"/>
              <a:t>Example of Streaming Systems: Storm</a:t>
            </a:r>
          </a:p>
        </p:txBody>
      </p:sp>
      <p:sp>
        <p:nvSpPr>
          <p:cNvPr id="3" name="Date Placeholder 2">
            <a:extLst>
              <a:ext uri="{FF2B5EF4-FFF2-40B4-BE49-F238E27FC236}">
                <a16:creationId xmlns:a16="http://schemas.microsoft.com/office/drawing/2014/main" id="{D8A14FA7-D019-8849-A9D4-B53243113566}"/>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E25C26D-B127-224F-93D4-5124403002D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2EC98CF-2CB8-A442-BDC3-F63D9A68080F}"/>
              </a:ext>
            </a:extLst>
          </p:cNvPr>
          <p:cNvSpPr>
            <a:spLocks noGrp="1"/>
          </p:cNvSpPr>
          <p:nvPr>
            <p:ph sz="quarter" idx="1"/>
          </p:nvPr>
        </p:nvSpPr>
        <p:spPr>
          <a:xfrm>
            <a:off x="457200" y="1219200"/>
            <a:ext cx="8229600" cy="1981200"/>
          </a:xfrm>
        </p:spPr>
        <p:txBody>
          <a:bodyPr>
            <a:normAutofit fontScale="70000" lnSpcReduction="20000"/>
          </a:bodyPr>
          <a:lstStyle/>
          <a:p>
            <a:r>
              <a:rPr lang="en-US" dirty="0"/>
              <a:t>There are two kinds of nodes on the Storm cluster: Master Node and Worker Nodes.</a:t>
            </a:r>
          </a:p>
          <a:p>
            <a:r>
              <a:rPr lang="en-US" dirty="0"/>
              <a:t>A process called "Nimbus" runs on the master node. Nimbus is responsible for distributing code to the cluster, assigning tasks to worker nodes, and monitoring errors and faults.</a:t>
            </a:r>
          </a:p>
        </p:txBody>
      </p:sp>
      <p:pic>
        <p:nvPicPr>
          <p:cNvPr id="6" name="Picture 5">
            <a:extLst>
              <a:ext uri="{FF2B5EF4-FFF2-40B4-BE49-F238E27FC236}">
                <a16:creationId xmlns:a16="http://schemas.microsoft.com/office/drawing/2014/main" id="{A90C5135-17CB-4242-9D69-30E2BDD5171B}"/>
              </a:ext>
            </a:extLst>
          </p:cNvPr>
          <p:cNvPicPr>
            <a:picLocks noChangeAspect="1"/>
          </p:cNvPicPr>
          <p:nvPr/>
        </p:nvPicPr>
        <p:blipFill>
          <a:blip r:embed="rId2"/>
          <a:stretch>
            <a:fillRect/>
          </a:stretch>
        </p:blipFill>
        <p:spPr>
          <a:xfrm>
            <a:off x="1603248" y="3505200"/>
            <a:ext cx="5829300" cy="3111500"/>
          </a:xfrm>
          <a:prstGeom prst="rect">
            <a:avLst/>
          </a:prstGeom>
        </p:spPr>
      </p:pic>
      <p:sp>
        <p:nvSpPr>
          <p:cNvPr id="7" name="Oval 6">
            <a:extLst>
              <a:ext uri="{FF2B5EF4-FFF2-40B4-BE49-F238E27FC236}">
                <a16:creationId xmlns:a16="http://schemas.microsoft.com/office/drawing/2014/main" id="{8570A70D-43C8-E644-8215-09BAA1E4EB25}"/>
              </a:ext>
            </a:extLst>
          </p:cNvPr>
          <p:cNvSpPr/>
          <p:nvPr/>
        </p:nvSpPr>
        <p:spPr>
          <a:xfrm>
            <a:off x="1524000" y="4114800"/>
            <a:ext cx="1222248" cy="1143000"/>
          </a:xfrm>
          <a:prstGeom prst="ellipse">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7089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4BD0-5F45-D44E-9284-D1624F68DDCF}"/>
              </a:ext>
            </a:extLst>
          </p:cNvPr>
          <p:cNvSpPr>
            <a:spLocks noGrp="1"/>
          </p:cNvSpPr>
          <p:nvPr>
            <p:ph type="title"/>
          </p:nvPr>
        </p:nvSpPr>
        <p:spPr/>
        <p:txBody>
          <a:bodyPr/>
          <a:lstStyle/>
          <a:p>
            <a:r>
              <a:rPr lang="en-US" dirty="0"/>
              <a:t>Example of Streaming Systems: Storm</a:t>
            </a:r>
          </a:p>
        </p:txBody>
      </p:sp>
      <p:sp>
        <p:nvSpPr>
          <p:cNvPr id="3" name="Date Placeholder 2">
            <a:extLst>
              <a:ext uri="{FF2B5EF4-FFF2-40B4-BE49-F238E27FC236}">
                <a16:creationId xmlns:a16="http://schemas.microsoft.com/office/drawing/2014/main" id="{D8A14FA7-D019-8849-A9D4-B53243113566}"/>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E25C26D-B127-224F-93D4-5124403002D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2EC98CF-2CB8-A442-BDC3-F63D9A68080F}"/>
              </a:ext>
            </a:extLst>
          </p:cNvPr>
          <p:cNvSpPr>
            <a:spLocks noGrp="1"/>
          </p:cNvSpPr>
          <p:nvPr>
            <p:ph sz="quarter" idx="1"/>
          </p:nvPr>
        </p:nvSpPr>
        <p:spPr>
          <a:xfrm>
            <a:off x="457200" y="1219200"/>
            <a:ext cx="8229600" cy="1676400"/>
          </a:xfrm>
        </p:spPr>
        <p:txBody>
          <a:bodyPr>
            <a:normAutofit fontScale="70000" lnSpcReduction="20000"/>
          </a:bodyPr>
          <a:lstStyle/>
          <a:p>
            <a:r>
              <a:rPr lang="en-US" dirty="0"/>
              <a:t>A daemon called "Supervisor" runs on each worker node. </a:t>
            </a:r>
          </a:p>
          <a:p>
            <a:r>
              <a:rPr lang="en-US" dirty="0"/>
              <a:t>Supervisor is responsible for monitoring the work assigned to the node, receiving tasks assigned by Nimbus, and starting and stopping worker processes based on requirements</a:t>
            </a:r>
          </a:p>
        </p:txBody>
      </p:sp>
      <p:pic>
        <p:nvPicPr>
          <p:cNvPr id="6" name="Picture 5">
            <a:extLst>
              <a:ext uri="{FF2B5EF4-FFF2-40B4-BE49-F238E27FC236}">
                <a16:creationId xmlns:a16="http://schemas.microsoft.com/office/drawing/2014/main" id="{A90C5135-17CB-4242-9D69-30E2BDD5171B}"/>
              </a:ext>
            </a:extLst>
          </p:cNvPr>
          <p:cNvPicPr>
            <a:picLocks noChangeAspect="1"/>
          </p:cNvPicPr>
          <p:nvPr/>
        </p:nvPicPr>
        <p:blipFill>
          <a:blip r:embed="rId2"/>
          <a:stretch>
            <a:fillRect/>
          </a:stretch>
        </p:blipFill>
        <p:spPr>
          <a:xfrm>
            <a:off x="1603248" y="3505200"/>
            <a:ext cx="5829300" cy="3111500"/>
          </a:xfrm>
          <a:prstGeom prst="rect">
            <a:avLst/>
          </a:prstGeom>
        </p:spPr>
      </p:pic>
      <p:sp>
        <p:nvSpPr>
          <p:cNvPr id="7" name="Oval 6">
            <a:extLst>
              <a:ext uri="{FF2B5EF4-FFF2-40B4-BE49-F238E27FC236}">
                <a16:creationId xmlns:a16="http://schemas.microsoft.com/office/drawing/2014/main" id="{A348C5B1-933C-F740-BA9A-99703B102856}"/>
              </a:ext>
            </a:extLst>
          </p:cNvPr>
          <p:cNvSpPr/>
          <p:nvPr/>
        </p:nvSpPr>
        <p:spPr>
          <a:xfrm>
            <a:off x="4416552" y="3200400"/>
            <a:ext cx="3279648" cy="1371600"/>
          </a:xfrm>
          <a:prstGeom prst="ellipse">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2353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4BD0-5F45-D44E-9284-D1624F68DDCF}"/>
              </a:ext>
            </a:extLst>
          </p:cNvPr>
          <p:cNvSpPr>
            <a:spLocks noGrp="1"/>
          </p:cNvSpPr>
          <p:nvPr>
            <p:ph type="title"/>
          </p:nvPr>
        </p:nvSpPr>
        <p:spPr/>
        <p:txBody>
          <a:bodyPr/>
          <a:lstStyle/>
          <a:p>
            <a:r>
              <a:rPr lang="en-US" dirty="0"/>
              <a:t>Example of Streaming Systems: Storm</a:t>
            </a:r>
          </a:p>
        </p:txBody>
      </p:sp>
      <p:sp>
        <p:nvSpPr>
          <p:cNvPr id="3" name="Date Placeholder 2">
            <a:extLst>
              <a:ext uri="{FF2B5EF4-FFF2-40B4-BE49-F238E27FC236}">
                <a16:creationId xmlns:a16="http://schemas.microsoft.com/office/drawing/2014/main" id="{D8A14FA7-D019-8849-A9D4-B53243113566}"/>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E25C26D-B127-224F-93D4-5124403002D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2EC98CF-2CB8-A442-BDC3-F63D9A68080F}"/>
              </a:ext>
            </a:extLst>
          </p:cNvPr>
          <p:cNvSpPr>
            <a:spLocks noGrp="1"/>
          </p:cNvSpPr>
          <p:nvPr>
            <p:ph sz="quarter" idx="1"/>
          </p:nvPr>
        </p:nvSpPr>
        <p:spPr>
          <a:xfrm>
            <a:off x="457200" y="1219200"/>
            <a:ext cx="8229600" cy="1905000"/>
          </a:xfrm>
        </p:spPr>
        <p:txBody>
          <a:bodyPr>
            <a:normAutofit fontScale="62500" lnSpcReduction="20000"/>
          </a:bodyPr>
          <a:lstStyle/>
          <a:p>
            <a:r>
              <a:rPr lang="en-US" dirty="0"/>
              <a:t>The interaction between the Master Node and the Worker Nodes is through </a:t>
            </a:r>
            <a:r>
              <a:rPr lang="en-US" dirty="0" err="1"/>
              <a:t>ZooKeeper</a:t>
            </a:r>
            <a:endParaRPr lang="en-US" dirty="0"/>
          </a:p>
          <a:p>
            <a:r>
              <a:rPr lang="en-US" dirty="0"/>
              <a:t>Nimbus sends tasks or information to the </a:t>
            </a:r>
            <a:r>
              <a:rPr lang="en-US" dirty="0" err="1"/>
              <a:t>ZooKeeper</a:t>
            </a:r>
            <a:r>
              <a:rPr lang="en-US" dirty="0"/>
              <a:t> cluster, and then Supervisors gets tasks from the </a:t>
            </a:r>
            <a:r>
              <a:rPr lang="en-US" dirty="0" err="1"/>
              <a:t>ZooKeeper</a:t>
            </a:r>
            <a:r>
              <a:rPr lang="en-US" dirty="0"/>
              <a:t> cluster and starts worker processes to execute the tasks</a:t>
            </a:r>
          </a:p>
        </p:txBody>
      </p:sp>
      <p:pic>
        <p:nvPicPr>
          <p:cNvPr id="6" name="Picture 5">
            <a:extLst>
              <a:ext uri="{FF2B5EF4-FFF2-40B4-BE49-F238E27FC236}">
                <a16:creationId xmlns:a16="http://schemas.microsoft.com/office/drawing/2014/main" id="{A90C5135-17CB-4242-9D69-30E2BDD5171B}"/>
              </a:ext>
            </a:extLst>
          </p:cNvPr>
          <p:cNvPicPr>
            <a:picLocks noChangeAspect="1"/>
          </p:cNvPicPr>
          <p:nvPr/>
        </p:nvPicPr>
        <p:blipFill>
          <a:blip r:embed="rId2"/>
          <a:stretch>
            <a:fillRect/>
          </a:stretch>
        </p:blipFill>
        <p:spPr>
          <a:xfrm>
            <a:off x="1603248" y="3505200"/>
            <a:ext cx="5829300" cy="3111500"/>
          </a:xfrm>
          <a:prstGeom prst="rect">
            <a:avLst/>
          </a:prstGeom>
        </p:spPr>
      </p:pic>
      <p:sp>
        <p:nvSpPr>
          <p:cNvPr id="7" name="Oval 6">
            <a:extLst>
              <a:ext uri="{FF2B5EF4-FFF2-40B4-BE49-F238E27FC236}">
                <a16:creationId xmlns:a16="http://schemas.microsoft.com/office/drawing/2014/main" id="{F51A9F71-10AB-354E-9484-61899715E458}"/>
              </a:ext>
            </a:extLst>
          </p:cNvPr>
          <p:cNvSpPr/>
          <p:nvPr/>
        </p:nvSpPr>
        <p:spPr>
          <a:xfrm>
            <a:off x="3124200" y="4495800"/>
            <a:ext cx="1222248" cy="717550"/>
          </a:xfrm>
          <a:prstGeom prst="ellipse">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526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4BD0-5F45-D44E-9284-D1624F68DDCF}"/>
              </a:ext>
            </a:extLst>
          </p:cNvPr>
          <p:cNvSpPr>
            <a:spLocks noGrp="1"/>
          </p:cNvSpPr>
          <p:nvPr>
            <p:ph type="title"/>
          </p:nvPr>
        </p:nvSpPr>
        <p:spPr/>
        <p:txBody>
          <a:bodyPr/>
          <a:lstStyle/>
          <a:p>
            <a:r>
              <a:rPr lang="en-US" dirty="0"/>
              <a:t>Example of Streaming Systems: Storm</a:t>
            </a:r>
          </a:p>
        </p:txBody>
      </p:sp>
      <p:sp>
        <p:nvSpPr>
          <p:cNvPr id="3" name="Date Placeholder 2">
            <a:extLst>
              <a:ext uri="{FF2B5EF4-FFF2-40B4-BE49-F238E27FC236}">
                <a16:creationId xmlns:a16="http://schemas.microsoft.com/office/drawing/2014/main" id="{D8A14FA7-D019-8849-A9D4-B53243113566}"/>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E25C26D-B127-224F-93D4-5124403002D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2EC98CF-2CB8-A442-BDC3-F63D9A68080F}"/>
              </a:ext>
            </a:extLst>
          </p:cNvPr>
          <p:cNvSpPr>
            <a:spLocks noGrp="1"/>
          </p:cNvSpPr>
          <p:nvPr>
            <p:ph sz="quarter" idx="1"/>
          </p:nvPr>
        </p:nvSpPr>
        <p:spPr>
          <a:xfrm>
            <a:off x="457200" y="1219200"/>
            <a:ext cx="8229600" cy="1905000"/>
          </a:xfrm>
        </p:spPr>
        <p:txBody>
          <a:bodyPr>
            <a:normAutofit fontScale="92500"/>
          </a:bodyPr>
          <a:lstStyle/>
          <a:p>
            <a:r>
              <a:rPr lang="en-US" dirty="0"/>
              <a:t>Every streaming task on Storm includes two parts:</a:t>
            </a:r>
          </a:p>
          <a:p>
            <a:pPr lvl="1"/>
            <a:r>
              <a:rPr lang="en-US" dirty="0"/>
              <a:t>Read data, and process task</a:t>
            </a:r>
          </a:p>
          <a:p>
            <a:pPr lvl="1"/>
            <a:r>
              <a:rPr lang="en-US" dirty="0"/>
              <a:t>Worker provides spout for reading data; bolt for processing tasks</a:t>
            </a:r>
          </a:p>
        </p:txBody>
      </p:sp>
      <p:pic>
        <p:nvPicPr>
          <p:cNvPr id="6" name="Picture 5">
            <a:extLst>
              <a:ext uri="{FF2B5EF4-FFF2-40B4-BE49-F238E27FC236}">
                <a16:creationId xmlns:a16="http://schemas.microsoft.com/office/drawing/2014/main" id="{A90C5135-17CB-4242-9D69-30E2BDD5171B}"/>
              </a:ext>
            </a:extLst>
          </p:cNvPr>
          <p:cNvPicPr>
            <a:picLocks noChangeAspect="1"/>
          </p:cNvPicPr>
          <p:nvPr/>
        </p:nvPicPr>
        <p:blipFill>
          <a:blip r:embed="rId2"/>
          <a:stretch>
            <a:fillRect/>
          </a:stretch>
        </p:blipFill>
        <p:spPr>
          <a:xfrm>
            <a:off x="1603248" y="3505200"/>
            <a:ext cx="5829300" cy="3111500"/>
          </a:xfrm>
          <a:prstGeom prst="rect">
            <a:avLst/>
          </a:prstGeom>
        </p:spPr>
      </p:pic>
      <p:sp>
        <p:nvSpPr>
          <p:cNvPr id="7" name="Oval 6">
            <a:extLst>
              <a:ext uri="{FF2B5EF4-FFF2-40B4-BE49-F238E27FC236}">
                <a16:creationId xmlns:a16="http://schemas.microsoft.com/office/drawing/2014/main" id="{5516DCA8-1097-8749-867F-3E154DAC83BD}"/>
              </a:ext>
            </a:extLst>
          </p:cNvPr>
          <p:cNvSpPr/>
          <p:nvPr/>
        </p:nvSpPr>
        <p:spPr>
          <a:xfrm>
            <a:off x="5943600" y="3733801"/>
            <a:ext cx="1597152" cy="809323"/>
          </a:xfrm>
          <a:prstGeom prst="ellipse">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8155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4BD0-5F45-D44E-9284-D1624F68DDCF}"/>
              </a:ext>
            </a:extLst>
          </p:cNvPr>
          <p:cNvSpPr>
            <a:spLocks noGrp="1"/>
          </p:cNvSpPr>
          <p:nvPr>
            <p:ph type="title"/>
          </p:nvPr>
        </p:nvSpPr>
        <p:spPr/>
        <p:txBody>
          <a:bodyPr/>
          <a:lstStyle/>
          <a:p>
            <a:r>
              <a:rPr lang="en-US" dirty="0"/>
              <a:t>Example of Streaming Systems: Storm</a:t>
            </a:r>
          </a:p>
        </p:txBody>
      </p:sp>
      <p:sp>
        <p:nvSpPr>
          <p:cNvPr id="3" name="Date Placeholder 2">
            <a:extLst>
              <a:ext uri="{FF2B5EF4-FFF2-40B4-BE49-F238E27FC236}">
                <a16:creationId xmlns:a16="http://schemas.microsoft.com/office/drawing/2014/main" id="{D8A14FA7-D019-8849-A9D4-B53243113566}"/>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E25C26D-B127-224F-93D4-5124403002D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2EC98CF-2CB8-A442-BDC3-F63D9A68080F}"/>
              </a:ext>
            </a:extLst>
          </p:cNvPr>
          <p:cNvSpPr>
            <a:spLocks noGrp="1"/>
          </p:cNvSpPr>
          <p:nvPr>
            <p:ph sz="quarter" idx="1"/>
          </p:nvPr>
        </p:nvSpPr>
        <p:spPr>
          <a:xfrm>
            <a:off x="457200" y="1219200"/>
            <a:ext cx="8229600" cy="1905000"/>
          </a:xfrm>
        </p:spPr>
        <p:txBody>
          <a:bodyPr>
            <a:normAutofit fontScale="92500" lnSpcReduction="20000"/>
          </a:bodyPr>
          <a:lstStyle/>
          <a:p>
            <a:r>
              <a:rPr lang="en-US" dirty="0"/>
              <a:t>Every streaming task on Storm includes two parts:</a:t>
            </a:r>
          </a:p>
          <a:p>
            <a:pPr lvl="1"/>
            <a:r>
              <a:rPr lang="en-US" dirty="0"/>
              <a:t>Read data, and process task</a:t>
            </a:r>
          </a:p>
          <a:p>
            <a:pPr lvl="1"/>
            <a:r>
              <a:rPr lang="en-US" dirty="0"/>
              <a:t>Worker provides spout for reading data; bolt for processing tasks</a:t>
            </a:r>
          </a:p>
          <a:p>
            <a:pPr lvl="1"/>
            <a:r>
              <a:rPr lang="en-US" dirty="0"/>
              <a:t>The </a:t>
            </a:r>
            <a:r>
              <a:rPr lang="en-US" b="1" i="1" dirty="0">
                <a:solidFill>
                  <a:schemeClr val="accent2"/>
                </a:solidFill>
              </a:rPr>
              <a:t>topology</a:t>
            </a:r>
            <a:r>
              <a:rPr lang="en-US" dirty="0"/>
              <a:t> of spouts and bolts compose one streaming task</a:t>
            </a:r>
          </a:p>
        </p:txBody>
      </p:sp>
      <p:pic>
        <p:nvPicPr>
          <p:cNvPr id="8" name="Picture 7">
            <a:extLst>
              <a:ext uri="{FF2B5EF4-FFF2-40B4-BE49-F238E27FC236}">
                <a16:creationId xmlns:a16="http://schemas.microsoft.com/office/drawing/2014/main" id="{A454D87E-08A4-014B-A68F-DDDF8F0C5B2B}"/>
              </a:ext>
            </a:extLst>
          </p:cNvPr>
          <p:cNvPicPr>
            <a:picLocks noChangeAspect="1"/>
          </p:cNvPicPr>
          <p:nvPr/>
        </p:nvPicPr>
        <p:blipFill>
          <a:blip r:embed="rId2"/>
          <a:stretch>
            <a:fillRect/>
          </a:stretch>
        </p:blipFill>
        <p:spPr>
          <a:xfrm>
            <a:off x="1828800" y="3292642"/>
            <a:ext cx="5181600" cy="3334693"/>
          </a:xfrm>
          <a:prstGeom prst="rect">
            <a:avLst/>
          </a:prstGeom>
        </p:spPr>
      </p:pic>
    </p:spTree>
    <p:extLst>
      <p:ext uri="{BB962C8B-B14F-4D97-AF65-F5344CB8AC3E}">
        <p14:creationId xmlns:p14="http://schemas.microsoft.com/office/powerpoint/2010/main" val="599296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4BD0-5F45-D44E-9284-D1624F68DDCF}"/>
              </a:ext>
            </a:extLst>
          </p:cNvPr>
          <p:cNvSpPr>
            <a:spLocks noGrp="1"/>
          </p:cNvSpPr>
          <p:nvPr>
            <p:ph type="title"/>
          </p:nvPr>
        </p:nvSpPr>
        <p:spPr/>
        <p:txBody>
          <a:bodyPr/>
          <a:lstStyle/>
          <a:p>
            <a:r>
              <a:rPr lang="en-US" dirty="0"/>
              <a:t>Example of Streaming Systems: Storm</a:t>
            </a:r>
          </a:p>
        </p:txBody>
      </p:sp>
      <p:sp>
        <p:nvSpPr>
          <p:cNvPr id="3" name="Date Placeholder 2">
            <a:extLst>
              <a:ext uri="{FF2B5EF4-FFF2-40B4-BE49-F238E27FC236}">
                <a16:creationId xmlns:a16="http://schemas.microsoft.com/office/drawing/2014/main" id="{D8A14FA7-D019-8849-A9D4-B53243113566}"/>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E25C26D-B127-224F-93D4-5124403002D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2EC98CF-2CB8-A442-BDC3-F63D9A68080F}"/>
              </a:ext>
            </a:extLst>
          </p:cNvPr>
          <p:cNvSpPr>
            <a:spLocks noGrp="1"/>
          </p:cNvSpPr>
          <p:nvPr>
            <p:ph sz="quarter" idx="1"/>
          </p:nvPr>
        </p:nvSpPr>
        <p:spPr>
          <a:xfrm>
            <a:off x="457200" y="1219200"/>
            <a:ext cx="8229600" cy="1905000"/>
          </a:xfrm>
        </p:spPr>
        <p:txBody>
          <a:bodyPr>
            <a:normAutofit fontScale="92500" lnSpcReduction="10000"/>
          </a:bodyPr>
          <a:lstStyle/>
          <a:p>
            <a:r>
              <a:rPr lang="en-US" dirty="0"/>
              <a:t>Spout: </a:t>
            </a:r>
          </a:p>
          <a:p>
            <a:pPr lvl="1"/>
            <a:r>
              <a:rPr lang="en-US" dirty="0"/>
              <a:t>Used to receive source data. </a:t>
            </a:r>
          </a:p>
          <a:p>
            <a:pPr lvl="1"/>
            <a:r>
              <a:rPr lang="en-US" dirty="0"/>
              <a:t>Typically, Spout reads data tuples from an external data source and then sends them to the topology.</a:t>
            </a:r>
          </a:p>
        </p:txBody>
      </p:sp>
      <p:pic>
        <p:nvPicPr>
          <p:cNvPr id="8" name="Picture 7">
            <a:extLst>
              <a:ext uri="{FF2B5EF4-FFF2-40B4-BE49-F238E27FC236}">
                <a16:creationId xmlns:a16="http://schemas.microsoft.com/office/drawing/2014/main" id="{A454D87E-08A4-014B-A68F-DDDF8F0C5B2B}"/>
              </a:ext>
            </a:extLst>
          </p:cNvPr>
          <p:cNvPicPr>
            <a:picLocks noChangeAspect="1"/>
          </p:cNvPicPr>
          <p:nvPr/>
        </p:nvPicPr>
        <p:blipFill>
          <a:blip r:embed="rId2"/>
          <a:stretch>
            <a:fillRect/>
          </a:stretch>
        </p:blipFill>
        <p:spPr>
          <a:xfrm>
            <a:off x="1828800" y="3292642"/>
            <a:ext cx="5181600" cy="3334693"/>
          </a:xfrm>
          <a:prstGeom prst="rect">
            <a:avLst/>
          </a:prstGeom>
        </p:spPr>
      </p:pic>
      <p:sp>
        <p:nvSpPr>
          <p:cNvPr id="7" name="Oval 6">
            <a:extLst>
              <a:ext uri="{FF2B5EF4-FFF2-40B4-BE49-F238E27FC236}">
                <a16:creationId xmlns:a16="http://schemas.microsoft.com/office/drawing/2014/main" id="{3AC5838D-B1E6-B240-ADBB-D27682B88C63}"/>
              </a:ext>
            </a:extLst>
          </p:cNvPr>
          <p:cNvSpPr/>
          <p:nvPr/>
        </p:nvSpPr>
        <p:spPr>
          <a:xfrm>
            <a:off x="2593848" y="3810000"/>
            <a:ext cx="987552" cy="838200"/>
          </a:xfrm>
          <a:prstGeom prst="ellipse">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837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64BD0-5F45-D44E-9284-D1624F68DDCF}"/>
              </a:ext>
            </a:extLst>
          </p:cNvPr>
          <p:cNvSpPr>
            <a:spLocks noGrp="1"/>
          </p:cNvSpPr>
          <p:nvPr>
            <p:ph type="title"/>
          </p:nvPr>
        </p:nvSpPr>
        <p:spPr/>
        <p:txBody>
          <a:bodyPr/>
          <a:lstStyle/>
          <a:p>
            <a:r>
              <a:rPr lang="en-US" dirty="0"/>
              <a:t>Example of Streaming Systems: Storm</a:t>
            </a:r>
          </a:p>
        </p:txBody>
      </p:sp>
      <p:sp>
        <p:nvSpPr>
          <p:cNvPr id="3" name="Date Placeholder 2">
            <a:extLst>
              <a:ext uri="{FF2B5EF4-FFF2-40B4-BE49-F238E27FC236}">
                <a16:creationId xmlns:a16="http://schemas.microsoft.com/office/drawing/2014/main" id="{D8A14FA7-D019-8849-A9D4-B53243113566}"/>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E25C26D-B127-224F-93D4-5124403002D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2EC98CF-2CB8-A442-BDC3-F63D9A68080F}"/>
              </a:ext>
            </a:extLst>
          </p:cNvPr>
          <p:cNvSpPr>
            <a:spLocks noGrp="1"/>
          </p:cNvSpPr>
          <p:nvPr>
            <p:ph sz="quarter" idx="1"/>
          </p:nvPr>
        </p:nvSpPr>
        <p:spPr>
          <a:xfrm>
            <a:off x="457200" y="1219200"/>
            <a:ext cx="8458200" cy="2209800"/>
          </a:xfrm>
        </p:spPr>
        <p:txBody>
          <a:bodyPr>
            <a:normAutofit fontScale="77500" lnSpcReduction="20000"/>
          </a:bodyPr>
          <a:lstStyle/>
          <a:p>
            <a:r>
              <a:rPr lang="en-US" dirty="0"/>
              <a:t>Bolt: </a:t>
            </a:r>
          </a:p>
          <a:p>
            <a:pPr lvl="1"/>
            <a:r>
              <a:rPr lang="en-US" dirty="0"/>
              <a:t>Used to process the input data flow, such as data filtering, functions, aggregations, joins, database interactions, etc. </a:t>
            </a:r>
          </a:p>
          <a:p>
            <a:pPr lvl="1"/>
            <a:r>
              <a:rPr lang="en-US" dirty="0"/>
              <a:t>After data processing, a new stream may be output as input for the next Bolt. </a:t>
            </a:r>
          </a:p>
          <a:p>
            <a:pPr lvl="1"/>
            <a:r>
              <a:rPr lang="en-US" dirty="0"/>
              <a:t>Each Bolt often has only a single computing logic.</a:t>
            </a:r>
          </a:p>
        </p:txBody>
      </p:sp>
      <p:pic>
        <p:nvPicPr>
          <p:cNvPr id="8" name="Picture 7">
            <a:extLst>
              <a:ext uri="{FF2B5EF4-FFF2-40B4-BE49-F238E27FC236}">
                <a16:creationId xmlns:a16="http://schemas.microsoft.com/office/drawing/2014/main" id="{A454D87E-08A4-014B-A68F-DDDF8F0C5B2B}"/>
              </a:ext>
            </a:extLst>
          </p:cNvPr>
          <p:cNvPicPr>
            <a:picLocks noChangeAspect="1"/>
          </p:cNvPicPr>
          <p:nvPr/>
        </p:nvPicPr>
        <p:blipFill>
          <a:blip r:embed="rId2"/>
          <a:stretch>
            <a:fillRect/>
          </a:stretch>
        </p:blipFill>
        <p:spPr>
          <a:xfrm>
            <a:off x="1828800" y="3292642"/>
            <a:ext cx="5181600" cy="3334693"/>
          </a:xfrm>
          <a:prstGeom prst="rect">
            <a:avLst/>
          </a:prstGeom>
        </p:spPr>
      </p:pic>
      <p:sp>
        <p:nvSpPr>
          <p:cNvPr id="7" name="Oval 6">
            <a:extLst>
              <a:ext uri="{FF2B5EF4-FFF2-40B4-BE49-F238E27FC236}">
                <a16:creationId xmlns:a16="http://schemas.microsoft.com/office/drawing/2014/main" id="{3AC5838D-B1E6-B240-ADBB-D27682B88C63}"/>
              </a:ext>
            </a:extLst>
          </p:cNvPr>
          <p:cNvSpPr/>
          <p:nvPr/>
        </p:nvSpPr>
        <p:spPr>
          <a:xfrm>
            <a:off x="4078224" y="4321175"/>
            <a:ext cx="1331976" cy="838200"/>
          </a:xfrm>
          <a:prstGeom prst="ellipse">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6849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CB427-72A6-034B-80F1-715F684FEB86}"/>
              </a:ext>
            </a:extLst>
          </p:cNvPr>
          <p:cNvSpPr>
            <a:spLocks noGrp="1"/>
          </p:cNvSpPr>
          <p:nvPr>
            <p:ph type="title"/>
          </p:nvPr>
        </p:nvSpPr>
        <p:spPr/>
        <p:txBody>
          <a:bodyPr>
            <a:normAutofit fontScale="90000"/>
          </a:bodyPr>
          <a:lstStyle/>
          <a:p>
            <a:r>
              <a:rPr lang="en-US" dirty="0"/>
              <a:t>Example of Streaming Systems: Spark Streaming</a:t>
            </a:r>
          </a:p>
        </p:txBody>
      </p:sp>
      <p:sp>
        <p:nvSpPr>
          <p:cNvPr id="3" name="Date Placeholder 2">
            <a:extLst>
              <a:ext uri="{FF2B5EF4-FFF2-40B4-BE49-F238E27FC236}">
                <a16:creationId xmlns:a16="http://schemas.microsoft.com/office/drawing/2014/main" id="{0288E6E2-DFA2-7143-998D-A8F60BDAFF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5D1C1CEA-9CF7-EB4C-AE6F-4CCF9E295A4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555EE21-2B17-054A-BCCB-8B17E901B995}"/>
              </a:ext>
            </a:extLst>
          </p:cNvPr>
          <p:cNvSpPr>
            <a:spLocks noGrp="1"/>
          </p:cNvSpPr>
          <p:nvPr>
            <p:ph sz="quarter" idx="1"/>
          </p:nvPr>
        </p:nvSpPr>
        <p:spPr>
          <a:xfrm>
            <a:off x="457200" y="1219200"/>
            <a:ext cx="8229600" cy="914400"/>
          </a:xfrm>
        </p:spPr>
        <p:txBody>
          <a:bodyPr>
            <a:normAutofit fontScale="77500" lnSpcReduction="20000"/>
          </a:bodyPr>
          <a:lstStyle/>
          <a:p>
            <a:r>
              <a:rPr lang="en-US" dirty="0"/>
              <a:t>Spark streaming is used for big streaming data processing</a:t>
            </a:r>
          </a:p>
        </p:txBody>
      </p:sp>
      <p:pic>
        <p:nvPicPr>
          <p:cNvPr id="6" name="Picture 5">
            <a:extLst>
              <a:ext uri="{FF2B5EF4-FFF2-40B4-BE49-F238E27FC236}">
                <a16:creationId xmlns:a16="http://schemas.microsoft.com/office/drawing/2014/main" id="{1C45DD71-6F69-0041-ADDA-AD84A2E08DF5}"/>
              </a:ext>
            </a:extLst>
          </p:cNvPr>
          <p:cNvPicPr>
            <a:picLocks noChangeAspect="1"/>
          </p:cNvPicPr>
          <p:nvPr/>
        </p:nvPicPr>
        <p:blipFill>
          <a:blip r:embed="rId2"/>
          <a:stretch>
            <a:fillRect/>
          </a:stretch>
        </p:blipFill>
        <p:spPr>
          <a:xfrm>
            <a:off x="1339545" y="2286000"/>
            <a:ext cx="6464910" cy="3752850"/>
          </a:xfrm>
          <a:prstGeom prst="rect">
            <a:avLst/>
          </a:prstGeom>
        </p:spPr>
      </p:pic>
    </p:spTree>
    <p:extLst>
      <p:ext uri="{BB962C8B-B14F-4D97-AF65-F5344CB8AC3E}">
        <p14:creationId xmlns:p14="http://schemas.microsoft.com/office/powerpoint/2010/main" val="3380495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CB427-72A6-034B-80F1-715F684FEB86}"/>
              </a:ext>
            </a:extLst>
          </p:cNvPr>
          <p:cNvSpPr>
            <a:spLocks noGrp="1"/>
          </p:cNvSpPr>
          <p:nvPr>
            <p:ph type="title"/>
          </p:nvPr>
        </p:nvSpPr>
        <p:spPr/>
        <p:txBody>
          <a:bodyPr>
            <a:normAutofit fontScale="90000"/>
          </a:bodyPr>
          <a:lstStyle/>
          <a:p>
            <a:r>
              <a:rPr lang="en-US" dirty="0"/>
              <a:t>Example of Streaming Systems: Spark Streaming</a:t>
            </a:r>
          </a:p>
        </p:txBody>
      </p:sp>
      <p:sp>
        <p:nvSpPr>
          <p:cNvPr id="3" name="Date Placeholder 2">
            <a:extLst>
              <a:ext uri="{FF2B5EF4-FFF2-40B4-BE49-F238E27FC236}">
                <a16:creationId xmlns:a16="http://schemas.microsoft.com/office/drawing/2014/main" id="{0288E6E2-DFA2-7143-998D-A8F60BDAFF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5D1C1CEA-9CF7-EB4C-AE6F-4CCF9E295A4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0555EE21-2B17-054A-BCCB-8B17E901B995}"/>
              </a:ext>
            </a:extLst>
          </p:cNvPr>
          <p:cNvSpPr>
            <a:spLocks noGrp="1"/>
          </p:cNvSpPr>
          <p:nvPr>
            <p:ph sz="quarter" idx="1"/>
          </p:nvPr>
        </p:nvSpPr>
        <p:spPr>
          <a:xfrm>
            <a:off x="457200" y="1219200"/>
            <a:ext cx="8229600" cy="2133600"/>
          </a:xfrm>
        </p:spPr>
        <p:txBody>
          <a:bodyPr>
            <a:normAutofit fontScale="85000" lnSpcReduction="10000"/>
          </a:bodyPr>
          <a:lstStyle/>
          <a:p>
            <a:r>
              <a:rPr lang="en-US" dirty="0"/>
              <a:t>Receive data streams from input sources, process them in a cluster, push out to databases dashboards</a:t>
            </a:r>
          </a:p>
          <a:p>
            <a:endParaRPr lang="en-US" dirty="0"/>
          </a:p>
          <a:p>
            <a:r>
              <a:rPr lang="en-US" dirty="0"/>
              <a:t>Scalable, fault-tolerant, second-scale latencies</a:t>
            </a:r>
          </a:p>
        </p:txBody>
      </p:sp>
      <p:pic>
        <p:nvPicPr>
          <p:cNvPr id="7" name="Picture 6">
            <a:extLst>
              <a:ext uri="{FF2B5EF4-FFF2-40B4-BE49-F238E27FC236}">
                <a16:creationId xmlns:a16="http://schemas.microsoft.com/office/drawing/2014/main" id="{74E2C582-43F3-7A4A-AAC8-7418F4A44C78}"/>
              </a:ext>
            </a:extLst>
          </p:cNvPr>
          <p:cNvPicPr>
            <a:picLocks noChangeAspect="1"/>
          </p:cNvPicPr>
          <p:nvPr/>
        </p:nvPicPr>
        <p:blipFill>
          <a:blip r:embed="rId2"/>
          <a:stretch>
            <a:fillRect/>
          </a:stretch>
        </p:blipFill>
        <p:spPr>
          <a:xfrm>
            <a:off x="1676400" y="4035324"/>
            <a:ext cx="5791200" cy="1723333"/>
          </a:xfrm>
          <a:prstGeom prst="rect">
            <a:avLst/>
          </a:prstGeom>
        </p:spPr>
      </p:pic>
    </p:spTree>
    <p:extLst>
      <p:ext uri="{BB962C8B-B14F-4D97-AF65-F5344CB8AC3E}">
        <p14:creationId xmlns:p14="http://schemas.microsoft.com/office/powerpoint/2010/main" val="25846115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37683</TotalTime>
  <Words>1488</Words>
  <Application>Microsoft Macintosh PowerPoint</Application>
  <PresentationFormat>On-screen Show (4:3)</PresentationFormat>
  <Paragraphs>206</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Courier New</vt:lpstr>
      <vt:lpstr>Wingdings</vt:lpstr>
      <vt:lpstr>Wingdings 3</vt:lpstr>
      <vt:lpstr>Origin</vt:lpstr>
      <vt:lpstr>CS 4504 Parallel and Distributed Computation  Spark</vt:lpstr>
      <vt:lpstr>MapReduce</vt:lpstr>
      <vt:lpstr>MapReduce Limitations</vt:lpstr>
      <vt:lpstr>Streaming Applications</vt:lpstr>
      <vt:lpstr>Streaming Data</vt:lpstr>
      <vt:lpstr>Streaming Data Examples</vt:lpstr>
      <vt:lpstr>Streaming Data Examples</vt:lpstr>
      <vt:lpstr>The Characteristics of Streaming Data</vt:lpstr>
      <vt:lpstr>Comparison between Batch Processing and Stream Processing</vt:lpstr>
      <vt:lpstr>How Stream Computing Works</vt:lpstr>
      <vt:lpstr>How Stream Computing Works</vt:lpstr>
      <vt:lpstr>1. Submit a streaming computing job</vt:lpstr>
      <vt:lpstr>2. Load streaming data for stream computing</vt:lpstr>
      <vt:lpstr>3. Continuously output the processed results</vt:lpstr>
      <vt:lpstr>Example of Streaming Systems</vt:lpstr>
      <vt:lpstr>Example of Streaming Systems: Storm</vt:lpstr>
      <vt:lpstr>Example of Streaming Systems: Storm</vt:lpstr>
      <vt:lpstr>Example of Streaming Systems: Storm</vt:lpstr>
      <vt:lpstr>Example of Streaming Systems: Storm</vt:lpstr>
      <vt:lpstr>Example of Streaming Systems: Storm</vt:lpstr>
      <vt:lpstr>Example of Streaming Systems: Storm</vt:lpstr>
      <vt:lpstr>Example of Streaming Systems: Storm</vt:lpstr>
      <vt:lpstr>Example of Streaming Systems: Spark Streaming</vt:lpstr>
      <vt:lpstr>Example of Streaming Systems: Spark Streaming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Reference-Driven Performance Anomaly Identification</dc:title>
  <dc:creator/>
  <cp:lastModifiedBy>Kun Suo</cp:lastModifiedBy>
  <cp:revision>1446</cp:revision>
  <dcterms:created xsi:type="dcterms:W3CDTF">2012-08-09T04:56:17Z</dcterms:created>
  <dcterms:modified xsi:type="dcterms:W3CDTF">2026-08-19T15:27:20Z</dcterms:modified>
</cp:coreProperties>
</file>
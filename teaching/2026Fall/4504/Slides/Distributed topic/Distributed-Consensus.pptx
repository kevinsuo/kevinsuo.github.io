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40"/>
  </p:notesMasterIdLst>
  <p:handoutMasterIdLst>
    <p:handoutMasterId r:id="rId41"/>
  </p:handoutMasterIdLst>
  <p:sldIdLst>
    <p:sldId id="256" r:id="rId2"/>
    <p:sldId id="455" r:id="rId3"/>
    <p:sldId id="456" r:id="rId4"/>
    <p:sldId id="457" r:id="rId5"/>
    <p:sldId id="458" r:id="rId6"/>
    <p:sldId id="459" r:id="rId7"/>
    <p:sldId id="460" r:id="rId8"/>
    <p:sldId id="491" r:id="rId9"/>
    <p:sldId id="461" r:id="rId10"/>
    <p:sldId id="462" r:id="rId11"/>
    <p:sldId id="463" r:id="rId12"/>
    <p:sldId id="464" r:id="rId13"/>
    <p:sldId id="465" r:id="rId14"/>
    <p:sldId id="466" r:id="rId15"/>
    <p:sldId id="467" r:id="rId16"/>
    <p:sldId id="468" r:id="rId17"/>
    <p:sldId id="469" r:id="rId18"/>
    <p:sldId id="470" r:id="rId19"/>
    <p:sldId id="471" r:id="rId20"/>
    <p:sldId id="472" r:id="rId21"/>
    <p:sldId id="474" r:id="rId22"/>
    <p:sldId id="473" r:id="rId23"/>
    <p:sldId id="475" r:id="rId24"/>
    <p:sldId id="476" r:id="rId25"/>
    <p:sldId id="477" r:id="rId26"/>
    <p:sldId id="478" r:id="rId27"/>
    <p:sldId id="479" r:id="rId28"/>
    <p:sldId id="480" r:id="rId29"/>
    <p:sldId id="481" r:id="rId30"/>
    <p:sldId id="482" r:id="rId31"/>
    <p:sldId id="489" r:id="rId32"/>
    <p:sldId id="483" r:id="rId33"/>
    <p:sldId id="484" r:id="rId34"/>
    <p:sldId id="488" r:id="rId35"/>
    <p:sldId id="486" r:id="rId36"/>
    <p:sldId id="487" r:id="rId37"/>
    <p:sldId id="485" r:id="rId38"/>
    <p:sldId id="490" r:id="rId39"/>
  </p:sldIdLst>
  <p:sldSz cx="9144000" cy="6858000" type="screen4x3"/>
  <p:notesSz cx="6794500" cy="99187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4">
          <p15:clr>
            <a:srgbClr val="A4A3A4"/>
          </p15:clr>
        </p15:guide>
        <p15:guide id="2" pos="21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814913-7FA4-FB44-9A7C-C0BD7D335ED4}" v="3" dt="2020-03-11T22:34:26.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49" autoAdjust="0"/>
    <p:restoredTop sz="94709" autoAdjust="0"/>
  </p:normalViewPr>
  <p:slideViewPr>
    <p:cSldViewPr>
      <p:cViewPr varScale="1">
        <p:scale>
          <a:sx n="123" d="100"/>
          <a:sy n="123" d="100"/>
        </p:scale>
        <p:origin x="1504" y="1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100" d="100"/>
          <a:sy n="100" d="100"/>
        </p:scale>
        <p:origin x="-888" y="642"/>
      </p:cViewPr>
      <p:guideLst>
        <p:guide orient="horz" pos="3124"/>
        <p:guide pos="21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un Suo" userId="41c30799-3a2b-4880-86a3-8488be07954a" providerId="ADAL" clId="{EE814913-7FA4-FB44-9A7C-C0BD7D335ED4}"/>
    <pc:docChg chg="addSld delSld modSld">
      <pc:chgData name="Kun Suo" userId="41c30799-3a2b-4880-86a3-8488be07954a" providerId="ADAL" clId="{EE814913-7FA4-FB44-9A7C-C0BD7D335ED4}" dt="2020-03-11T22:35:12.505" v="6" actId="2696"/>
      <pc:docMkLst>
        <pc:docMk/>
      </pc:docMkLst>
      <pc:sldChg chg="modSp">
        <pc:chgData name="Kun Suo" userId="41c30799-3a2b-4880-86a3-8488be07954a" providerId="ADAL" clId="{EE814913-7FA4-FB44-9A7C-C0BD7D335ED4}" dt="2020-03-11T22:18:08.535" v="1" actId="1035"/>
        <pc:sldMkLst>
          <pc:docMk/>
          <pc:sldMk cId="1298288397" sldId="459"/>
        </pc:sldMkLst>
        <pc:picChg chg="mod">
          <ac:chgData name="Kun Suo" userId="41c30799-3a2b-4880-86a3-8488be07954a" providerId="ADAL" clId="{EE814913-7FA4-FB44-9A7C-C0BD7D335ED4}" dt="2020-03-11T22:18:08.535" v="1" actId="1035"/>
          <ac:picMkLst>
            <pc:docMk/>
            <pc:sldMk cId="1298288397" sldId="459"/>
            <ac:picMk id="6" creationId="{4AB8E240-46B3-7E4B-9256-F39B7AC3C5AA}"/>
          </ac:picMkLst>
        </pc:picChg>
      </pc:sldChg>
      <pc:sldChg chg="modSp add del">
        <pc:chgData name="Kun Suo" userId="41c30799-3a2b-4880-86a3-8488be07954a" providerId="ADAL" clId="{EE814913-7FA4-FB44-9A7C-C0BD7D335ED4}" dt="2020-03-11T22:35:12.505" v="6" actId="2696"/>
        <pc:sldMkLst>
          <pc:docMk/>
          <pc:sldMk cId="182347151" sldId="492"/>
        </pc:sldMkLst>
        <pc:spChg chg="mod">
          <ac:chgData name="Kun Suo" userId="41c30799-3a2b-4880-86a3-8488be07954a" providerId="ADAL" clId="{EE814913-7FA4-FB44-9A7C-C0BD7D335ED4}" dt="2020-03-11T22:34:30.482" v="3" actId="20577"/>
          <ac:spMkLst>
            <pc:docMk/>
            <pc:sldMk cId="182347151" sldId="492"/>
            <ac:spMk id="18" creationId="{3AA2B7FF-9059-8C48-BC8C-FF4466C37D69}"/>
          </ac:spMkLst>
        </pc:spChg>
        <pc:spChg chg="mod">
          <ac:chgData name="Kun Suo" userId="41c30799-3a2b-4880-86a3-8488be07954a" providerId="ADAL" clId="{EE814913-7FA4-FB44-9A7C-C0BD7D335ED4}" dt="2020-03-11T22:34:33.306" v="4" actId="20577"/>
          <ac:spMkLst>
            <pc:docMk/>
            <pc:sldMk cId="182347151" sldId="492"/>
            <ac:spMk id="28" creationId="{EF83AB5B-46A9-784C-A57D-1FC9ABE57E10}"/>
          </ac:spMkLst>
        </pc:spChg>
        <pc:spChg chg="mod">
          <ac:chgData name="Kun Suo" userId="41c30799-3a2b-4880-86a3-8488be07954a" providerId="ADAL" clId="{EE814913-7FA4-FB44-9A7C-C0BD7D335ED4}" dt="2020-03-11T22:34:36.022" v="5" actId="20577"/>
          <ac:spMkLst>
            <pc:docMk/>
            <pc:sldMk cId="182347151" sldId="492"/>
            <ac:spMk id="29" creationId="{466A959F-3CB9-8443-A3B7-312D500E69FE}"/>
          </ac:spMkLst>
        </pc:spChg>
      </pc:sldChg>
    </pc:docChg>
  </pc:docChgLst>
  <pc:docChgLst>
    <pc:chgData name="Kun Suo" userId="41c30799-3a2b-4880-86a3-8488be07954a" providerId="ADAL" clId="{191B24C1-C58E-5744-86FB-DFD5E9474FAC}"/>
    <pc:docChg chg="custSel addSld delSld modSld modMainMaster">
      <pc:chgData name="Kun Suo" userId="41c30799-3a2b-4880-86a3-8488be07954a" providerId="ADAL" clId="{191B24C1-C58E-5744-86FB-DFD5E9474FAC}" dt="2019-11-26T15:32:17.418" v="51" actId="27636"/>
      <pc:docMkLst>
        <pc:docMk/>
      </pc:docMkLst>
      <pc:sldChg chg="modSp">
        <pc:chgData name="Kun Suo" userId="41c30799-3a2b-4880-86a3-8488be07954a" providerId="ADAL" clId="{191B24C1-C58E-5744-86FB-DFD5E9474FAC}" dt="2019-11-26T15:30:50.742" v="17" actId="20577"/>
        <pc:sldMkLst>
          <pc:docMk/>
          <pc:sldMk cId="0" sldId="256"/>
        </pc:sldMkLst>
        <pc:spChg chg="mod">
          <ac:chgData name="Kun Suo" userId="41c30799-3a2b-4880-86a3-8488be07954a" providerId="ADAL" clId="{191B24C1-C58E-5744-86FB-DFD5E9474FAC}" dt="2019-11-26T15:30:50.742" v="17" actId="20577"/>
          <ac:spMkLst>
            <pc:docMk/>
            <pc:sldMk cId="0" sldId="256"/>
            <ac:spMk id="2" creationId="{00000000-0000-0000-0000-000000000000}"/>
          </ac:spMkLst>
        </pc:spChg>
        <pc:spChg chg="mod">
          <ac:chgData name="Kun Suo" userId="41c30799-3a2b-4880-86a3-8488be07954a" providerId="ADAL" clId="{191B24C1-C58E-5744-86FB-DFD5E9474FAC}" dt="2019-11-26T15:27:20.112" v="7" actId="14100"/>
          <ac:spMkLst>
            <pc:docMk/>
            <pc:sldMk cId="0" sldId="256"/>
            <ac:spMk id="7" creationId="{4CF56BA7-5B0F-7943-8D6B-FE6D7FC64CB8}"/>
          </ac:spMkLst>
        </pc:spChg>
      </pc:sldChg>
      <pc:sldChg chg="delSp modSp">
        <pc:chgData name="Kun Suo" userId="41c30799-3a2b-4880-86a3-8488be07954a" providerId="ADAL" clId="{191B24C1-C58E-5744-86FB-DFD5E9474FAC}" dt="2019-11-26T15:31:15.560" v="34" actId="20577"/>
        <pc:sldMkLst>
          <pc:docMk/>
          <pc:sldMk cId="2310351437" sldId="454"/>
        </pc:sldMkLst>
        <pc:spChg chg="mod">
          <ac:chgData name="Kun Suo" userId="41c30799-3a2b-4880-86a3-8488be07954a" providerId="ADAL" clId="{191B24C1-C58E-5744-86FB-DFD5E9474FAC}" dt="2019-11-26T15:31:01.277" v="24" actId="20577"/>
          <ac:spMkLst>
            <pc:docMk/>
            <pc:sldMk cId="2310351437" sldId="454"/>
            <ac:spMk id="2" creationId="{730E40CF-E237-4E40-82D0-9118FF13B96F}"/>
          </ac:spMkLst>
        </pc:spChg>
        <pc:spChg chg="del">
          <ac:chgData name="Kun Suo" userId="41c30799-3a2b-4880-86a3-8488be07954a" providerId="ADAL" clId="{191B24C1-C58E-5744-86FB-DFD5E9474FAC}" dt="2019-11-26T15:26:58.629" v="4"/>
          <ac:spMkLst>
            <pc:docMk/>
            <pc:sldMk cId="2310351437" sldId="454"/>
            <ac:spMk id="4" creationId="{EEF301FD-83D1-6A4B-A15D-8FE496C5E981}"/>
          </ac:spMkLst>
        </pc:spChg>
        <pc:spChg chg="mod">
          <ac:chgData name="Kun Suo" userId="41c30799-3a2b-4880-86a3-8488be07954a" providerId="ADAL" clId="{191B24C1-C58E-5744-86FB-DFD5E9474FAC}" dt="2019-11-26T15:26:13.306" v="0"/>
          <ac:spMkLst>
            <pc:docMk/>
            <pc:sldMk cId="2310351437" sldId="454"/>
            <ac:spMk id="5" creationId="{FBD8231A-1571-5C47-AAA5-9276778EE8D3}"/>
          </ac:spMkLst>
        </pc:spChg>
        <pc:spChg chg="mod">
          <ac:chgData name="Kun Suo" userId="41c30799-3a2b-4880-86a3-8488be07954a" providerId="ADAL" clId="{191B24C1-C58E-5744-86FB-DFD5E9474FAC}" dt="2019-11-26T15:31:15.560" v="34" actId="20577"/>
          <ac:spMkLst>
            <pc:docMk/>
            <pc:sldMk cId="2310351437" sldId="454"/>
            <ac:spMk id="6" creationId="{956C6534-DDD5-6447-95A6-35CE5274C440}"/>
          </ac:spMkLst>
        </pc:spChg>
      </pc:sldChg>
      <pc:sldChg chg="delSp modSp">
        <pc:chgData name="Kun Suo" userId="41c30799-3a2b-4880-86a3-8488be07954a" providerId="ADAL" clId="{191B24C1-C58E-5744-86FB-DFD5E9474FAC}" dt="2019-11-26T15:32:17.418" v="51" actId="27636"/>
        <pc:sldMkLst>
          <pc:docMk/>
          <pc:sldMk cId="2124369641" sldId="455"/>
        </pc:sldMkLst>
        <pc:spChg chg="mod">
          <ac:chgData name="Kun Suo" userId="41c30799-3a2b-4880-86a3-8488be07954a" providerId="ADAL" clId="{191B24C1-C58E-5744-86FB-DFD5E9474FAC}" dt="2019-11-26T15:31:29.189" v="35"/>
          <ac:spMkLst>
            <pc:docMk/>
            <pc:sldMk cId="2124369641" sldId="455"/>
            <ac:spMk id="2" creationId="{FFC2855A-DEE2-0D40-A6B6-D55DE7EB2980}"/>
          </ac:spMkLst>
        </pc:spChg>
        <pc:spChg chg="del">
          <ac:chgData name="Kun Suo" userId="41c30799-3a2b-4880-86a3-8488be07954a" providerId="ADAL" clId="{191B24C1-C58E-5744-86FB-DFD5E9474FAC}" dt="2019-11-26T15:26:29.265" v="1" actId="478"/>
          <ac:spMkLst>
            <pc:docMk/>
            <pc:sldMk cId="2124369641" sldId="455"/>
            <ac:spMk id="4" creationId="{F044DC4E-DC78-284A-8F61-29F8EBB49D01}"/>
          </ac:spMkLst>
        </pc:spChg>
        <pc:spChg chg="mod">
          <ac:chgData name="Kun Suo" userId="41c30799-3a2b-4880-86a3-8488be07954a" providerId="ADAL" clId="{191B24C1-C58E-5744-86FB-DFD5E9474FAC}" dt="2019-11-26T15:26:13.306" v="0"/>
          <ac:spMkLst>
            <pc:docMk/>
            <pc:sldMk cId="2124369641" sldId="455"/>
            <ac:spMk id="5" creationId="{935F4400-BB90-C94A-8A70-8CAFB251A87C}"/>
          </ac:spMkLst>
        </pc:spChg>
        <pc:spChg chg="mod">
          <ac:chgData name="Kun Suo" userId="41c30799-3a2b-4880-86a3-8488be07954a" providerId="ADAL" clId="{191B24C1-C58E-5744-86FB-DFD5E9474FAC}" dt="2019-11-26T15:32:17.418" v="51" actId="27636"/>
          <ac:spMkLst>
            <pc:docMk/>
            <pc:sldMk cId="2124369641" sldId="455"/>
            <ac:spMk id="6" creationId="{84ACBAF7-8B38-FB46-A0A9-659634E70926}"/>
          </ac:spMkLst>
        </pc:spChg>
      </pc:sldChg>
      <pc:sldMasterChg chg="modSp modSldLayout">
        <pc:chgData name="Kun Suo" userId="41c30799-3a2b-4880-86a3-8488be07954a" providerId="ADAL" clId="{191B24C1-C58E-5744-86FB-DFD5E9474FAC}" dt="2019-11-26T15:26:13.306" v="0"/>
        <pc:sldMasterMkLst>
          <pc:docMk/>
          <pc:sldMasterMk cId="0" sldId="2147483750"/>
        </pc:sldMasterMkLst>
        <pc:spChg chg="mod">
          <ac:chgData name="Kun Suo" userId="41c30799-3a2b-4880-86a3-8488be07954a" providerId="ADAL" clId="{191B24C1-C58E-5744-86FB-DFD5E9474FAC}" dt="2019-11-26T15:26:13.306" v="0"/>
          <ac:spMkLst>
            <pc:docMk/>
            <pc:sldMasterMk cId="0" sldId="2147483750"/>
            <ac:spMk id="23" creationId="{00000000-0000-0000-0000-000000000000}"/>
          </ac:spMkLst>
        </pc:spChg>
        <pc:sldLayoutChg chg="modSp">
          <pc:chgData name="Kun Suo" userId="41c30799-3a2b-4880-86a3-8488be07954a" providerId="ADAL" clId="{191B24C1-C58E-5744-86FB-DFD5E9474FAC}" dt="2019-11-26T15:26:13.306" v="0"/>
          <pc:sldLayoutMkLst>
            <pc:docMk/>
            <pc:sldMasterMk cId="0" sldId="2147483750"/>
            <pc:sldLayoutMk cId="0" sldId="2147483751"/>
          </pc:sldLayoutMkLst>
          <pc:spChg chg="mod">
            <ac:chgData name="Kun Suo" userId="41c30799-3a2b-4880-86a3-8488be07954a" providerId="ADAL" clId="{191B24C1-C58E-5744-86FB-DFD5E9474FAC}" dt="2019-11-26T15:26:13.306" v="0"/>
            <ac:spMkLst>
              <pc:docMk/>
              <pc:sldMasterMk cId="0" sldId="2147483750"/>
              <pc:sldLayoutMk cId="0" sldId="2147483751"/>
              <ac:spMk id="29" creationId="{00000000-0000-0000-0000-000000000000}"/>
            </ac:spMkLst>
          </pc:spChg>
        </pc:sldLayoutChg>
        <pc:sldLayoutChg chg="modSp">
          <pc:chgData name="Kun Suo" userId="41c30799-3a2b-4880-86a3-8488be07954a" providerId="ADAL" clId="{191B24C1-C58E-5744-86FB-DFD5E9474FAC}" dt="2019-11-26T15:26:13.306" v="0"/>
          <pc:sldLayoutMkLst>
            <pc:docMk/>
            <pc:sldMasterMk cId="0" sldId="2147483750"/>
            <pc:sldLayoutMk cId="0" sldId="2147483752"/>
          </pc:sldLayoutMkLst>
          <pc:spChg chg="mod">
            <ac:chgData name="Kun Suo" userId="41c30799-3a2b-4880-86a3-8488be07954a" providerId="ADAL" clId="{191B24C1-C58E-5744-86FB-DFD5E9474FAC}" dt="2019-11-26T15:26:13.306" v="0"/>
            <ac:spMkLst>
              <pc:docMk/>
              <pc:sldMasterMk cId="0" sldId="2147483750"/>
              <pc:sldLayoutMk cId="0" sldId="2147483752"/>
              <ac:spMk id="6" creationId="{00000000-0000-0000-0000-000000000000}"/>
            </ac:spMkLst>
          </pc:spChg>
        </pc:sldLayoutChg>
      </pc:sldMasterChg>
    </pc:docChg>
  </pc:docChgLst>
  <pc:docChgLst>
    <pc:chgData name="Kun Suo" userId="41c30799-3a2b-4880-86a3-8488be07954a" providerId="ADAL" clId="{2BF2CC9B-12EF-0E41-B469-FF54B54C9EE1}"/>
    <pc:docChg chg="undo custSel addSld modSld">
      <pc:chgData name="Kun Suo" userId="41c30799-3a2b-4880-86a3-8488be07954a" providerId="ADAL" clId="{2BF2CC9B-12EF-0E41-B469-FF54B54C9EE1}" dt="2019-11-29T19:37:37.572" v="4315" actId="27636"/>
      <pc:docMkLst>
        <pc:docMk/>
      </pc:docMkLst>
      <pc:sldChg chg="modSp">
        <pc:chgData name="Kun Suo" userId="41c30799-3a2b-4880-86a3-8488be07954a" providerId="ADAL" clId="{2BF2CC9B-12EF-0E41-B469-FF54B54C9EE1}" dt="2019-11-28T21:49:29.861" v="4" actId="20577"/>
        <pc:sldMkLst>
          <pc:docMk/>
          <pc:sldMk cId="0" sldId="256"/>
        </pc:sldMkLst>
        <pc:spChg chg="mod">
          <ac:chgData name="Kun Suo" userId="41c30799-3a2b-4880-86a3-8488be07954a" providerId="ADAL" clId="{2BF2CC9B-12EF-0E41-B469-FF54B54C9EE1}" dt="2019-11-28T21:49:29.861" v="4" actId="20577"/>
          <ac:spMkLst>
            <pc:docMk/>
            <pc:sldMk cId="0" sldId="256"/>
            <ac:spMk id="2" creationId="{00000000-0000-0000-0000-000000000000}"/>
          </ac:spMkLst>
        </pc:spChg>
      </pc:sldChg>
      <pc:sldChg chg="addSp modSp">
        <pc:chgData name="Kun Suo" userId="41c30799-3a2b-4880-86a3-8488be07954a" providerId="ADAL" clId="{2BF2CC9B-12EF-0E41-B469-FF54B54C9EE1}" dt="2019-11-29T17:00:23.962" v="127"/>
        <pc:sldMkLst>
          <pc:docMk/>
          <pc:sldMk cId="2124369641" sldId="455"/>
        </pc:sldMkLst>
        <pc:spChg chg="mod">
          <ac:chgData name="Kun Suo" userId="41c30799-3a2b-4880-86a3-8488be07954a" providerId="ADAL" clId="{2BF2CC9B-12EF-0E41-B469-FF54B54C9EE1}" dt="2019-11-29T16:56:32.654" v="55" actId="20577"/>
          <ac:spMkLst>
            <pc:docMk/>
            <pc:sldMk cId="2124369641" sldId="455"/>
            <ac:spMk id="2" creationId="{FFC2855A-DEE2-0D40-A6B6-D55DE7EB2980}"/>
          </ac:spMkLst>
        </pc:spChg>
        <pc:spChg chg="mod">
          <ac:chgData name="Kun Suo" userId="41c30799-3a2b-4880-86a3-8488be07954a" providerId="ADAL" clId="{2BF2CC9B-12EF-0E41-B469-FF54B54C9EE1}" dt="2019-11-29T17:00:23.962" v="127"/>
          <ac:spMkLst>
            <pc:docMk/>
            <pc:sldMk cId="2124369641" sldId="455"/>
            <ac:spMk id="6" creationId="{84ACBAF7-8B38-FB46-A0A9-659634E70926}"/>
          </ac:spMkLst>
        </pc:spChg>
        <pc:picChg chg="add mod">
          <ac:chgData name="Kun Suo" userId="41c30799-3a2b-4880-86a3-8488be07954a" providerId="ADAL" clId="{2BF2CC9B-12EF-0E41-B469-FF54B54C9EE1}" dt="2019-11-29T16:55:18.608" v="17" actId="1076"/>
          <ac:picMkLst>
            <pc:docMk/>
            <pc:sldMk cId="2124369641" sldId="455"/>
            <ac:picMk id="7" creationId="{00F50467-7FF7-4843-BC6B-47347C077746}"/>
          </ac:picMkLst>
        </pc:picChg>
        <pc:picChg chg="add mod">
          <ac:chgData name="Kun Suo" userId="41c30799-3a2b-4880-86a3-8488be07954a" providerId="ADAL" clId="{2BF2CC9B-12EF-0E41-B469-FF54B54C9EE1}" dt="2019-11-29T16:55:20.010" v="18" actId="1076"/>
          <ac:picMkLst>
            <pc:docMk/>
            <pc:sldMk cId="2124369641" sldId="455"/>
            <ac:picMk id="8" creationId="{CB0C3995-2478-2549-9062-C33C4BBAD3BD}"/>
          </ac:picMkLst>
        </pc:picChg>
      </pc:sldChg>
      <pc:sldChg chg="modSp add">
        <pc:chgData name="Kun Suo" userId="41c30799-3a2b-4880-86a3-8488be07954a" providerId="ADAL" clId="{2BF2CC9B-12EF-0E41-B469-FF54B54C9EE1}" dt="2019-11-29T17:02:00.405" v="261" actId="20577"/>
        <pc:sldMkLst>
          <pc:docMk/>
          <pc:sldMk cId="421721449" sldId="456"/>
        </pc:sldMkLst>
        <pc:spChg chg="mod">
          <ac:chgData name="Kun Suo" userId="41c30799-3a2b-4880-86a3-8488be07954a" providerId="ADAL" clId="{2BF2CC9B-12EF-0E41-B469-FF54B54C9EE1}" dt="2019-11-29T17:02:00.405" v="261" actId="20577"/>
          <ac:spMkLst>
            <pc:docMk/>
            <pc:sldMk cId="421721449" sldId="456"/>
            <ac:spMk id="6" creationId="{84ACBAF7-8B38-FB46-A0A9-659634E70926}"/>
          </ac:spMkLst>
        </pc:spChg>
      </pc:sldChg>
      <pc:sldChg chg="addSp modSp add">
        <pc:chgData name="Kun Suo" userId="41c30799-3a2b-4880-86a3-8488be07954a" providerId="ADAL" clId="{2BF2CC9B-12EF-0E41-B469-FF54B54C9EE1}" dt="2019-11-29T17:16:32.693" v="610" actId="20577"/>
        <pc:sldMkLst>
          <pc:docMk/>
          <pc:sldMk cId="169132848" sldId="457"/>
        </pc:sldMkLst>
        <pc:spChg chg="mod">
          <ac:chgData name="Kun Suo" userId="41c30799-3a2b-4880-86a3-8488be07954a" providerId="ADAL" clId="{2BF2CC9B-12EF-0E41-B469-FF54B54C9EE1}" dt="2019-11-29T17:05:14.858" v="294"/>
          <ac:spMkLst>
            <pc:docMk/>
            <pc:sldMk cId="169132848" sldId="457"/>
            <ac:spMk id="2" creationId="{1B4982DB-8CD5-A240-948E-4232FD796A61}"/>
          </ac:spMkLst>
        </pc:spChg>
        <pc:spChg chg="mod">
          <ac:chgData name="Kun Suo" userId="41c30799-3a2b-4880-86a3-8488be07954a" providerId="ADAL" clId="{2BF2CC9B-12EF-0E41-B469-FF54B54C9EE1}" dt="2019-11-29T17:16:32.693" v="610" actId="20577"/>
          <ac:spMkLst>
            <pc:docMk/>
            <pc:sldMk cId="169132848" sldId="457"/>
            <ac:spMk id="5" creationId="{FE9674BB-D7A0-BA48-9C23-1FF5656D8618}"/>
          </ac:spMkLst>
        </pc:spChg>
        <pc:picChg chg="add mod modCrop">
          <ac:chgData name="Kun Suo" userId="41c30799-3a2b-4880-86a3-8488be07954a" providerId="ADAL" clId="{2BF2CC9B-12EF-0E41-B469-FF54B54C9EE1}" dt="2019-11-29T17:08:24.457" v="430" actId="1076"/>
          <ac:picMkLst>
            <pc:docMk/>
            <pc:sldMk cId="169132848" sldId="457"/>
            <ac:picMk id="6" creationId="{8E11219A-2686-CF4D-95C7-7F7ADA302751}"/>
          </ac:picMkLst>
        </pc:picChg>
      </pc:sldChg>
      <pc:sldChg chg="addSp delSp modSp add">
        <pc:chgData name="Kun Suo" userId="41c30799-3a2b-4880-86a3-8488be07954a" providerId="ADAL" clId="{2BF2CC9B-12EF-0E41-B469-FF54B54C9EE1}" dt="2019-11-29T17:14:05.581" v="562" actId="20577"/>
        <pc:sldMkLst>
          <pc:docMk/>
          <pc:sldMk cId="399144157" sldId="458"/>
        </pc:sldMkLst>
        <pc:spChg chg="mod">
          <ac:chgData name="Kun Suo" userId="41c30799-3a2b-4880-86a3-8488be07954a" providerId="ADAL" clId="{2BF2CC9B-12EF-0E41-B469-FF54B54C9EE1}" dt="2019-11-29T17:14:05.581" v="562" actId="20577"/>
          <ac:spMkLst>
            <pc:docMk/>
            <pc:sldMk cId="399144157" sldId="458"/>
            <ac:spMk id="5" creationId="{FE9674BB-D7A0-BA48-9C23-1FF5656D8618}"/>
          </ac:spMkLst>
        </pc:spChg>
        <pc:picChg chg="del">
          <ac:chgData name="Kun Suo" userId="41c30799-3a2b-4880-86a3-8488be07954a" providerId="ADAL" clId="{2BF2CC9B-12EF-0E41-B469-FF54B54C9EE1}" dt="2019-11-29T17:10:15.048" v="445" actId="478"/>
          <ac:picMkLst>
            <pc:docMk/>
            <pc:sldMk cId="399144157" sldId="458"/>
            <ac:picMk id="6" creationId="{8E11219A-2686-CF4D-95C7-7F7ADA302751}"/>
          </ac:picMkLst>
        </pc:picChg>
        <pc:picChg chg="add mod">
          <ac:chgData name="Kun Suo" userId="41c30799-3a2b-4880-86a3-8488be07954a" providerId="ADAL" clId="{2BF2CC9B-12EF-0E41-B469-FF54B54C9EE1}" dt="2019-11-29T17:10:23.042" v="448" actId="1076"/>
          <ac:picMkLst>
            <pc:docMk/>
            <pc:sldMk cId="399144157" sldId="458"/>
            <ac:picMk id="7" creationId="{755B838D-4424-704E-9750-69637DFE6A32}"/>
          </ac:picMkLst>
        </pc:picChg>
      </pc:sldChg>
      <pc:sldChg chg="addSp modSp add">
        <pc:chgData name="Kun Suo" userId="41c30799-3a2b-4880-86a3-8488be07954a" providerId="ADAL" clId="{2BF2CC9B-12EF-0E41-B469-FF54B54C9EE1}" dt="2019-11-29T17:20:48.052" v="892" actId="20577"/>
        <pc:sldMkLst>
          <pc:docMk/>
          <pc:sldMk cId="1298288397" sldId="459"/>
        </pc:sldMkLst>
        <pc:spChg chg="mod">
          <ac:chgData name="Kun Suo" userId="41c30799-3a2b-4880-86a3-8488be07954a" providerId="ADAL" clId="{2BF2CC9B-12EF-0E41-B469-FF54B54C9EE1}" dt="2019-11-29T17:16:51.675" v="620" actId="20577"/>
          <ac:spMkLst>
            <pc:docMk/>
            <pc:sldMk cId="1298288397" sldId="459"/>
            <ac:spMk id="2" creationId="{4397745D-76B5-5645-8A2B-3C6FBB174242}"/>
          </ac:spMkLst>
        </pc:spChg>
        <pc:spChg chg="mod">
          <ac:chgData name="Kun Suo" userId="41c30799-3a2b-4880-86a3-8488be07954a" providerId="ADAL" clId="{2BF2CC9B-12EF-0E41-B469-FF54B54C9EE1}" dt="2019-11-29T17:20:48.052" v="892" actId="20577"/>
          <ac:spMkLst>
            <pc:docMk/>
            <pc:sldMk cId="1298288397" sldId="459"/>
            <ac:spMk id="5" creationId="{54410AB8-F295-FB40-B9FC-57A1D49797FD}"/>
          </ac:spMkLst>
        </pc:spChg>
        <pc:picChg chg="add mod">
          <ac:chgData name="Kun Suo" userId="41c30799-3a2b-4880-86a3-8488be07954a" providerId="ADAL" clId="{2BF2CC9B-12EF-0E41-B469-FF54B54C9EE1}" dt="2019-11-29T17:19:31.757" v="767" actId="1076"/>
          <ac:picMkLst>
            <pc:docMk/>
            <pc:sldMk cId="1298288397" sldId="459"/>
            <ac:picMk id="6" creationId="{4AB8E240-46B3-7E4B-9256-F39B7AC3C5AA}"/>
          </ac:picMkLst>
        </pc:picChg>
      </pc:sldChg>
      <pc:sldChg chg="addSp delSp modSp add">
        <pc:chgData name="Kun Suo" userId="41c30799-3a2b-4880-86a3-8488be07954a" providerId="ADAL" clId="{2BF2CC9B-12EF-0E41-B469-FF54B54C9EE1}" dt="2019-11-29T17:22:53.814" v="969" actId="1076"/>
        <pc:sldMkLst>
          <pc:docMk/>
          <pc:sldMk cId="3234839310" sldId="460"/>
        </pc:sldMkLst>
        <pc:spChg chg="mod">
          <ac:chgData name="Kun Suo" userId="41c30799-3a2b-4880-86a3-8488be07954a" providerId="ADAL" clId="{2BF2CC9B-12EF-0E41-B469-FF54B54C9EE1}" dt="2019-11-29T17:21:58.403" v="961" actId="20577"/>
          <ac:spMkLst>
            <pc:docMk/>
            <pc:sldMk cId="3234839310" sldId="460"/>
            <ac:spMk id="5" creationId="{54410AB8-F295-FB40-B9FC-57A1D49797FD}"/>
          </ac:spMkLst>
        </pc:spChg>
        <pc:spChg chg="add mod">
          <ac:chgData name="Kun Suo" userId="41c30799-3a2b-4880-86a3-8488be07954a" providerId="ADAL" clId="{2BF2CC9B-12EF-0E41-B469-FF54B54C9EE1}" dt="2019-11-29T17:22:53.814" v="969" actId="1076"/>
          <ac:spMkLst>
            <pc:docMk/>
            <pc:sldMk cId="3234839310" sldId="460"/>
            <ac:spMk id="8" creationId="{205281EA-13CF-D14F-B9F2-C348E1D1F9E1}"/>
          </ac:spMkLst>
        </pc:spChg>
        <pc:picChg chg="del">
          <ac:chgData name="Kun Suo" userId="41c30799-3a2b-4880-86a3-8488be07954a" providerId="ADAL" clId="{2BF2CC9B-12EF-0E41-B469-FF54B54C9EE1}" dt="2019-11-29T17:21:14.505" v="894" actId="478"/>
          <ac:picMkLst>
            <pc:docMk/>
            <pc:sldMk cId="3234839310" sldId="460"/>
            <ac:picMk id="6" creationId="{4AB8E240-46B3-7E4B-9256-F39B7AC3C5AA}"/>
          </ac:picMkLst>
        </pc:picChg>
        <pc:picChg chg="add mod">
          <ac:chgData name="Kun Suo" userId="41c30799-3a2b-4880-86a3-8488be07954a" providerId="ADAL" clId="{2BF2CC9B-12EF-0E41-B469-FF54B54C9EE1}" dt="2019-11-29T17:21:18.373" v="897" actId="1076"/>
          <ac:picMkLst>
            <pc:docMk/>
            <pc:sldMk cId="3234839310" sldId="460"/>
            <ac:picMk id="7" creationId="{DDAE4C5F-2F63-6E4A-82F7-2AA7D99A0848}"/>
          </ac:picMkLst>
        </pc:picChg>
      </pc:sldChg>
      <pc:sldChg chg="addSp modSp add">
        <pc:chgData name="Kun Suo" userId="41c30799-3a2b-4880-86a3-8488be07954a" providerId="ADAL" clId="{2BF2CC9B-12EF-0E41-B469-FF54B54C9EE1}" dt="2019-11-29T18:16:30.746" v="2376" actId="1076"/>
        <pc:sldMkLst>
          <pc:docMk/>
          <pc:sldMk cId="2391191379" sldId="461"/>
        </pc:sldMkLst>
        <pc:spChg chg="mod">
          <ac:chgData name="Kun Suo" userId="41c30799-3a2b-4880-86a3-8488be07954a" providerId="ADAL" clId="{2BF2CC9B-12EF-0E41-B469-FF54B54C9EE1}" dt="2019-11-29T17:26:37.012" v="993" actId="20577"/>
          <ac:spMkLst>
            <pc:docMk/>
            <pc:sldMk cId="2391191379" sldId="461"/>
            <ac:spMk id="2" creationId="{164DA146-5BE0-2348-9D72-AC15FE110603}"/>
          </ac:spMkLst>
        </pc:spChg>
        <pc:spChg chg="mod">
          <ac:chgData name="Kun Suo" userId="41c30799-3a2b-4880-86a3-8488be07954a" providerId="ADAL" clId="{2BF2CC9B-12EF-0E41-B469-FF54B54C9EE1}" dt="2019-11-29T18:16:22.583" v="2372" actId="27636"/>
          <ac:spMkLst>
            <pc:docMk/>
            <pc:sldMk cId="2391191379" sldId="461"/>
            <ac:spMk id="5" creationId="{57A02739-8D63-8D41-899F-FB10634BBE9B}"/>
          </ac:spMkLst>
        </pc:spChg>
        <pc:picChg chg="add mod">
          <ac:chgData name="Kun Suo" userId="41c30799-3a2b-4880-86a3-8488be07954a" providerId="ADAL" clId="{2BF2CC9B-12EF-0E41-B469-FF54B54C9EE1}" dt="2019-11-29T18:16:30.746" v="2376" actId="1076"/>
          <ac:picMkLst>
            <pc:docMk/>
            <pc:sldMk cId="2391191379" sldId="461"/>
            <ac:picMk id="6" creationId="{B4AB00C6-7E56-2D4D-8EBD-741754650344}"/>
          </ac:picMkLst>
        </pc:picChg>
      </pc:sldChg>
      <pc:sldChg chg="addSp modSp add">
        <pc:chgData name="Kun Suo" userId="41c30799-3a2b-4880-86a3-8488be07954a" providerId="ADAL" clId="{2BF2CC9B-12EF-0E41-B469-FF54B54C9EE1}" dt="2019-11-29T17:34:57.266" v="1227" actId="27636"/>
        <pc:sldMkLst>
          <pc:docMk/>
          <pc:sldMk cId="1056090482" sldId="462"/>
        </pc:sldMkLst>
        <pc:spChg chg="mod">
          <ac:chgData name="Kun Suo" userId="41c30799-3a2b-4880-86a3-8488be07954a" providerId="ADAL" clId="{2BF2CC9B-12EF-0E41-B469-FF54B54C9EE1}" dt="2019-11-29T17:28:11.660" v="1051" actId="27636"/>
          <ac:spMkLst>
            <pc:docMk/>
            <pc:sldMk cId="1056090482" sldId="462"/>
            <ac:spMk id="2" creationId="{69825012-3C3B-5941-A411-946B7964EE1D}"/>
          </ac:spMkLst>
        </pc:spChg>
        <pc:spChg chg="mod">
          <ac:chgData name="Kun Suo" userId="41c30799-3a2b-4880-86a3-8488be07954a" providerId="ADAL" clId="{2BF2CC9B-12EF-0E41-B469-FF54B54C9EE1}" dt="2019-11-29T17:31:27.866" v="1088" actId="20577"/>
          <ac:spMkLst>
            <pc:docMk/>
            <pc:sldMk cId="1056090482" sldId="462"/>
            <ac:spMk id="5" creationId="{700B7537-6BF6-DA49-BEF5-D334D9F63828}"/>
          </ac:spMkLst>
        </pc:spChg>
        <pc:spChg chg="add mod">
          <ac:chgData name="Kun Suo" userId="41c30799-3a2b-4880-86a3-8488be07954a" providerId="ADAL" clId="{2BF2CC9B-12EF-0E41-B469-FF54B54C9EE1}" dt="2019-11-29T17:34:57.266" v="1227" actId="27636"/>
          <ac:spMkLst>
            <pc:docMk/>
            <pc:sldMk cId="1056090482" sldId="462"/>
            <ac:spMk id="7" creationId="{C8C9215D-639C-F74E-9A4B-1238B494D0A7}"/>
          </ac:spMkLst>
        </pc:spChg>
        <pc:picChg chg="add mod modCrop">
          <ac:chgData name="Kun Suo" userId="41c30799-3a2b-4880-86a3-8488be07954a" providerId="ADAL" clId="{2BF2CC9B-12EF-0E41-B469-FF54B54C9EE1}" dt="2019-11-29T17:30:38.104" v="1076" actId="732"/>
          <ac:picMkLst>
            <pc:docMk/>
            <pc:sldMk cId="1056090482" sldId="462"/>
            <ac:picMk id="6" creationId="{A35D00D1-8DC6-8C4E-B0C5-4E32507E3CD9}"/>
          </ac:picMkLst>
        </pc:picChg>
      </pc:sldChg>
      <pc:sldChg chg="addSp modSp add">
        <pc:chgData name="Kun Suo" userId="41c30799-3a2b-4880-86a3-8488be07954a" providerId="ADAL" clId="{2BF2CC9B-12EF-0E41-B469-FF54B54C9EE1}" dt="2019-11-29T17:39:13.994" v="1273" actId="1076"/>
        <pc:sldMkLst>
          <pc:docMk/>
          <pc:sldMk cId="283247642" sldId="463"/>
        </pc:sldMkLst>
        <pc:spChg chg="mod">
          <ac:chgData name="Kun Suo" userId="41c30799-3a2b-4880-86a3-8488be07954a" providerId="ADAL" clId="{2BF2CC9B-12EF-0E41-B469-FF54B54C9EE1}" dt="2019-11-29T17:35:21.743" v="1229"/>
          <ac:spMkLst>
            <pc:docMk/>
            <pc:sldMk cId="283247642" sldId="463"/>
            <ac:spMk id="2" creationId="{8E85EF52-ABC7-7A41-A923-BA08B88FC076}"/>
          </ac:spMkLst>
        </pc:spChg>
        <pc:spChg chg="mod">
          <ac:chgData name="Kun Suo" userId="41c30799-3a2b-4880-86a3-8488be07954a" providerId="ADAL" clId="{2BF2CC9B-12EF-0E41-B469-FF54B54C9EE1}" dt="2019-11-29T17:37:03.880" v="1253" actId="14100"/>
          <ac:spMkLst>
            <pc:docMk/>
            <pc:sldMk cId="283247642" sldId="463"/>
            <ac:spMk id="5" creationId="{FBBF3B6D-B5C5-8540-87B7-2A9B7A7DE17D}"/>
          </ac:spMkLst>
        </pc:spChg>
        <pc:spChg chg="add mod">
          <ac:chgData name="Kun Suo" userId="41c30799-3a2b-4880-86a3-8488be07954a" providerId="ADAL" clId="{2BF2CC9B-12EF-0E41-B469-FF54B54C9EE1}" dt="2019-11-29T17:39:10.913" v="1271" actId="1076"/>
          <ac:spMkLst>
            <pc:docMk/>
            <pc:sldMk cId="283247642" sldId="463"/>
            <ac:spMk id="9" creationId="{B45CA41E-7B1B-0241-89AC-81CC9DD2B29F}"/>
          </ac:spMkLst>
        </pc:spChg>
        <pc:spChg chg="add mod">
          <ac:chgData name="Kun Suo" userId="41c30799-3a2b-4880-86a3-8488be07954a" providerId="ADAL" clId="{2BF2CC9B-12EF-0E41-B469-FF54B54C9EE1}" dt="2019-11-29T17:39:13.994" v="1273" actId="1076"/>
          <ac:spMkLst>
            <pc:docMk/>
            <pc:sldMk cId="283247642" sldId="463"/>
            <ac:spMk id="10" creationId="{6FA7EB25-0B80-F344-8F74-F1B257C1B75C}"/>
          </ac:spMkLst>
        </pc:spChg>
        <pc:picChg chg="add mod">
          <ac:chgData name="Kun Suo" userId="41c30799-3a2b-4880-86a3-8488be07954a" providerId="ADAL" clId="{2BF2CC9B-12EF-0E41-B469-FF54B54C9EE1}" dt="2019-11-29T17:38:33.913" v="1260" actId="1076"/>
          <ac:picMkLst>
            <pc:docMk/>
            <pc:sldMk cId="283247642" sldId="463"/>
            <ac:picMk id="6" creationId="{FB188ED8-6493-D242-A6A1-C92935A56895}"/>
          </ac:picMkLst>
        </pc:picChg>
        <pc:picChg chg="add mod">
          <ac:chgData name="Kun Suo" userId="41c30799-3a2b-4880-86a3-8488be07954a" providerId="ADAL" clId="{2BF2CC9B-12EF-0E41-B469-FF54B54C9EE1}" dt="2019-11-29T17:39:03.937" v="1267" actId="1076"/>
          <ac:picMkLst>
            <pc:docMk/>
            <pc:sldMk cId="283247642" sldId="463"/>
            <ac:picMk id="7" creationId="{8EAE01E1-7D01-B748-853D-06852440AD19}"/>
          </ac:picMkLst>
        </pc:picChg>
        <pc:picChg chg="add mod">
          <ac:chgData name="Kun Suo" userId="41c30799-3a2b-4880-86a3-8488be07954a" providerId="ADAL" clId="{2BF2CC9B-12EF-0E41-B469-FF54B54C9EE1}" dt="2019-11-29T17:39:00.633" v="1265" actId="1076"/>
          <ac:picMkLst>
            <pc:docMk/>
            <pc:sldMk cId="283247642" sldId="463"/>
            <ac:picMk id="8" creationId="{61A0A816-7F64-F444-9ED5-A8ABDF4016F6}"/>
          </ac:picMkLst>
        </pc:picChg>
      </pc:sldChg>
      <pc:sldChg chg="addSp delSp modSp add">
        <pc:chgData name="Kun Suo" userId="41c30799-3a2b-4880-86a3-8488be07954a" providerId="ADAL" clId="{2BF2CC9B-12EF-0E41-B469-FF54B54C9EE1}" dt="2019-11-29T17:50:54.913" v="1531" actId="1076"/>
        <pc:sldMkLst>
          <pc:docMk/>
          <pc:sldMk cId="1341686056" sldId="464"/>
        </pc:sldMkLst>
        <pc:spChg chg="mod">
          <ac:chgData name="Kun Suo" userId="41c30799-3a2b-4880-86a3-8488be07954a" providerId="ADAL" clId="{2BF2CC9B-12EF-0E41-B469-FF54B54C9EE1}" dt="2019-11-29T17:44:38.683" v="1393" actId="27636"/>
          <ac:spMkLst>
            <pc:docMk/>
            <pc:sldMk cId="1341686056" sldId="464"/>
            <ac:spMk id="5" creationId="{FBBF3B6D-B5C5-8540-87B7-2A9B7A7DE17D}"/>
          </ac:spMkLst>
        </pc:spChg>
        <pc:spChg chg="del">
          <ac:chgData name="Kun Suo" userId="41c30799-3a2b-4880-86a3-8488be07954a" providerId="ADAL" clId="{2BF2CC9B-12EF-0E41-B469-FF54B54C9EE1}" dt="2019-11-29T17:41:03.799" v="1368" actId="478"/>
          <ac:spMkLst>
            <pc:docMk/>
            <pc:sldMk cId="1341686056" sldId="464"/>
            <ac:spMk id="9" creationId="{B45CA41E-7B1B-0241-89AC-81CC9DD2B29F}"/>
          </ac:spMkLst>
        </pc:spChg>
        <pc:spChg chg="del">
          <ac:chgData name="Kun Suo" userId="41c30799-3a2b-4880-86a3-8488be07954a" providerId="ADAL" clId="{2BF2CC9B-12EF-0E41-B469-FF54B54C9EE1}" dt="2019-11-29T17:41:03.799" v="1368" actId="478"/>
          <ac:spMkLst>
            <pc:docMk/>
            <pc:sldMk cId="1341686056" sldId="464"/>
            <ac:spMk id="10" creationId="{6FA7EB25-0B80-F344-8F74-F1B257C1B75C}"/>
          </ac:spMkLst>
        </pc:spChg>
        <pc:spChg chg="add mod">
          <ac:chgData name="Kun Suo" userId="41c30799-3a2b-4880-86a3-8488be07954a" providerId="ADAL" clId="{2BF2CC9B-12EF-0E41-B469-FF54B54C9EE1}" dt="2019-11-29T17:45:26.673" v="1408" actId="20577"/>
          <ac:spMkLst>
            <pc:docMk/>
            <pc:sldMk cId="1341686056" sldId="464"/>
            <ac:spMk id="11" creationId="{2D007A43-35BE-4440-80FC-68479B63E83C}"/>
          </ac:spMkLst>
        </pc:spChg>
        <pc:spChg chg="add mod">
          <ac:chgData name="Kun Suo" userId="41c30799-3a2b-4880-86a3-8488be07954a" providerId="ADAL" clId="{2BF2CC9B-12EF-0E41-B469-FF54B54C9EE1}" dt="2019-11-29T17:49:54.177" v="1475" actId="14100"/>
          <ac:spMkLst>
            <pc:docMk/>
            <pc:sldMk cId="1341686056" sldId="464"/>
            <ac:spMk id="12" creationId="{52D4E3AB-785D-6F48-BA04-0EC446CA1A39}"/>
          </ac:spMkLst>
        </pc:spChg>
        <pc:spChg chg="add mod">
          <ac:chgData name="Kun Suo" userId="41c30799-3a2b-4880-86a3-8488be07954a" providerId="ADAL" clId="{2BF2CC9B-12EF-0E41-B469-FF54B54C9EE1}" dt="2019-11-29T17:50:23.329" v="1483" actId="14100"/>
          <ac:spMkLst>
            <pc:docMk/>
            <pc:sldMk cId="1341686056" sldId="464"/>
            <ac:spMk id="13" creationId="{6F1D6B0D-64ED-A341-A616-7FD377BBB178}"/>
          </ac:spMkLst>
        </pc:spChg>
        <pc:spChg chg="add mod">
          <ac:chgData name="Kun Suo" userId="41c30799-3a2b-4880-86a3-8488be07954a" providerId="ADAL" clId="{2BF2CC9B-12EF-0E41-B469-FF54B54C9EE1}" dt="2019-11-29T17:47:05.719" v="1431" actId="1076"/>
          <ac:spMkLst>
            <pc:docMk/>
            <pc:sldMk cId="1341686056" sldId="464"/>
            <ac:spMk id="14" creationId="{16C19C30-608C-A940-AB8B-E3235FA0A230}"/>
          </ac:spMkLst>
        </pc:spChg>
        <pc:spChg chg="add mod">
          <ac:chgData name="Kun Suo" userId="41c30799-3a2b-4880-86a3-8488be07954a" providerId="ADAL" clId="{2BF2CC9B-12EF-0E41-B469-FF54B54C9EE1}" dt="2019-11-29T17:47:45.415" v="1436" actId="1076"/>
          <ac:spMkLst>
            <pc:docMk/>
            <pc:sldMk cId="1341686056" sldId="464"/>
            <ac:spMk id="16" creationId="{75F82527-5552-C143-B3B9-764343FF23A1}"/>
          </ac:spMkLst>
        </pc:spChg>
        <pc:spChg chg="add mod">
          <ac:chgData name="Kun Suo" userId="41c30799-3a2b-4880-86a3-8488be07954a" providerId="ADAL" clId="{2BF2CC9B-12EF-0E41-B469-FF54B54C9EE1}" dt="2019-11-29T17:48:01.686" v="1449" actId="1076"/>
          <ac:spMkLst>
            <pc:docMk/>
            <pc:sldMk cId="1341686056" sldId="464"/>
            <ac:spMk id="17" creationId="{2D4DF98D-E3FD-4D49-9CFD-F08865D24DEE}"/>
          </ac:spMkLst>
        </pc:spChg>
        <pc:spChg chg="add mod">
          <ac:chgData name="Kun Suo" userId="41c30799-3a2b-4880-86a3-8488be07954a" providerId="ADAL" clId="{2BF2CC9B-12EF-0E41-B469-FF54B54C9EE1}" dt="2019-11-29T17:48:48.864" v="1461" actId="14100"/>
          <ac:spMkLst>
            <pc:docMk/>
            <pc:sldMk cId="1341686056" sldId="464"/>
            <ac:spMk id="18" creationId="{86A3CF83-A293-524B-9746-039A068BB931}"/>
          </ac:spMkLst>
        </pc:spChg>
        <pc:spChg chg="add mod">
          <ac:chgData name="Kun Suo" userId="41c30799-3a2b-4880-86a3-8488be07954a" providerId="ADAL" clId="{2BF2CC9B-12EF-0E41-B469-FF54B54C9EE1}" dt="2019-11-29T17:50:19.865" v="1482" actId="14100"/>
          <ac:spMkLst>
            <pc:docMk/>
            <pc:sldMk cId="1341686056" sldId="464"/>
            <ac:spMk id="19" creationId="{3EB4191E-CC48-0547-BFA3-5646C3DF75A1}"/>
          </ac:spMkLst>
        </pc:spChg>
        <pc:spChg chg="add mod">
          <ac:chgData name="Kun Suo" userId="41c30799-3a2b-4880-86a3-8488be07954a" providerId="ADAL" clId="{2BF2CC9B-12EF-0E41-B469-FF54B54C9EE1}" dt="2019-11-29T17:50:54.913" v="1531" actId="1076"/>
          <ac:spMkLst>
            <pc:docMk/>
            <pc:sldMk cId="1341686056" sldId="464"/>
            <ac:spMk id="20" creationId="{72738011-A6F8-3E46-A7ED-625583AB1FE5}"/>
          </ac:spMkLst>
        </pc:spChg>
        <pc:picChg chg="del">
          <ac:chgData name="Kun Suo" userId="41c30799-3a2b-4880-86a3-8488be07954a" providerId="ADAL" clId="{2BF2CC9B-12EF-0E41-B469-FF54B54C9EE1}" dt="2019-11-29T17:41:03.799" v="1368" actId="478"/>
          <ac:picMkLst>
            <pc:docMk/>
            <pc:sldMk cId="1341686056" sldId="464"/>
            <ac:picMk id="6" creationId="{FB188ED8-6493-D242-A6A1-C92935A56895}"/>
          </ac:picMkLst>
        </pc:picChg>
        <pc:picChg chg="del">
          <ac:chgData name="Kun Suo" userId="41c30799-3a2b-4880-86a3-8488be07954a" providerId="ADAL" clId="{2BF2CC9B-12EF-0E41-B469-FF54B54C9EE1}" dt="2019-11-29T17:41:03.799" v="1368" actId="478"/>
          <ac:picMkLst>
            <pc:docMk/>
            <pc:sldMk cId="1341686056" sldId="464"/>
            <ac:picMk id="7" creationId="{8EAE01E1-7D01-B748-853D-06852440AD19}"/>
          </ac:picMkLst>
        </pc:picChg>
        <pc:picChg chg="del">
          <ac:chgData name="Kun Suo" userId="41c30799-3a2b-4880-86a3-8488be07954a" providerId="ADAL" clId="{2BF2CC9B-12EF-0E41-B469-FF54B54C9EE1}" dt="2019-11-29T17:41:05.451" v="1369" actId="478"/>
          <ac:picMkLst>
            <pc:docMk/>
            <pc:sldMk cId="1341686056" sldId="464"/>
            <ac:picMk id="8" creationId="{61A0A816-7F64-F444-9ED5-A8ABDF4016F6}"/>
          </ac:picMkLst>
        </pc:picChg>
        <pc:picChg chg="add mod">
          <ac:chgData name="Kun Suo" userId="41c30799-3a2b-4880-86a3-8488be07954a" providerId="ADAL" clId="{2BF2CC9B-12EF-0E41-B469-FF54B54C9EE1}" dt="2019-11-29T17:47:48.070" v="1437" actId="1076"/>
          <ac:picMkLst>
            <pc:docMk/>
            <pc:sldMk cId="1341686056" sldId="464"/>
            <ac:picMk id="15" creationId="{C6A30953-0F43-2B4A-9C1D-80B01EA02C19}"/>
          </ac:picMkLst>
        </pc:picChg>
      </pc:sldChg>
      <pc:sldChg chg="modSp add">
        <pc:chgData name="Kun Suo" userId="41c30799-3a2b-4880-86a3-8488be07954a" providerId="ADAL" clId="{2BF2CC9B-12EF-0E41-B469-FF54B54C9EE1}" dt="2019-11-29T17:55:35.965" v="1755" actId="20577"/>
        <pc:sldMkLst>
          <pc:docMk/>
          <pc:sldMk cId="839684088" sldId="465"/>
        </pc:sldMkLst>
        <pc:spChg chg="mod">
          <ac:chgData name="Kun Suo" userId="41c30799-3a2b-4880-86a3-8488be07954a" providerId="ADAL" clId="{2BF2CC9B-12EF-0E41-B469-FF54B54C9EE1}" dt="2019-11-29T17:55:35.965" v="1755" actId="20577"/>
          <ac:spMkLst>
            <pc:docMk/>
            <pc:sldMk cId="839684088" sldId="465"/>
            <ac:spMk id="2" creationId="{8E85EF52-ABC7-7A41-A923-BA08B88FC076}"/>
          </ac:spMkLst>
        </pc:spChg>
        <pc:spChg chg="mod">
          <ac:chgData name="Kun Suo" userId="41c30799-3a2b-4880-86a3-8488be07954a" providerId="ADAL" clId="{2BF2CC9B-12EF-0E41-B469-FF54B54C9EE1}" dt="2019-11-29T17:55:07.043" v="1752" actId="20577"/>
          <ac:spMkLst>
            <pc:docMk/>
            <pc:sldMk cId="839684088" sldId="465"/>
            <ac:spMk id="5" creationId="{FBBF3B6D-B5C5-8540-87B7-2A9B7A7DE17D}"/>
          </ac:spMkLst>
        </pc:spChg>
        <pc:spChg chg="mod">
          <ac:chgData name="Kun Suo" userId="41c30799-3a2b-4880-86a3-8488be07954a" providerId="ADAL" clId="{2BF2CC9B-12EF-0E41-B469-FF54B54C9EE1}" dt="2019-11-29T17:52:31.118" v="1604" actId="1076"/>
          <ac:spMkLst>
            <pc:docMk/>
            <pc:sldMk cId="839684088" sldId="465"/>
            <ac:spMk id="11" creationId="{2D007A43-35BE-4440-80FC-68479B63E83C}"/>
          </ac:spMkLst>
        </pc:spChg>
        <pc:spChg chg="mod">
          <ac:chgData name="Kun Suo" userId="41c30799-3a2b-4880-86a3-8488be07954a" providerId="ADAL" clId="{2BF2CC9B-12EF-0E41-B469-FF54B54C9EE1}" dt="2019-11-29T17:52:31.118" v="1604" actId="1076"/>
          <ac:spMkLst>
            <pc:docMk/>
            <pc:sldMk cId="839684088" sldId="465"/>
            <ac:spMk id="12" creationId="{52D4E3AB-785D-6F48-BA04-0EC446CA1A39}"/>
          </ac:spMkLst>
        </pc:spChg>
        <pc:spChg chg="mod">
          <ac:chgData name="Kun Suo" userId="41c30799-3a2b-4880-86a3-8488be07954a" providerId="ADAL" clId="{2BF2CC9B-12EF-0E41-B469-FF54B54C9EE1}" dt="2019-11-29T17:52:31.118" v="1604" actId="1076"/>
          <ac:spMkLst>
            <pc:docMk/>
            <pc:sldMk cId="839684088" sldId="465"/>
            <ac:spMk id="13" creationId="{6F1D6B0D-64ED-A341-A616-7FD377BBB178}"/>
          </ac:spMkLst>
        </pc:spChg>
        <pc:spChg chg="mod">
          <ac:chgData name="Kun Suo" userId="41c30799-3a2b-4880-86a3-8488be07954a" providerId="ADAL" clId="{2BF2CC9B-12EF-0E41-B469-FF54B54C9EE1}" dt="2019-11-29T17:52:31.118" v="1604" actId="1076"/>
          <ac:spMkLst>
            <pc:docMk/>
            <pc:sldMk cId="839684088" sldId="465"/>
            <ac:spMk id="14" creationId="{16C19C30-608C-A940-AB8B-E3235FA0A230}"/>
          </ac:spMkLst>
        </pc:spChg>
        <pc:spChg chg="mod">
          <ac:chgData name="Kun Suo" userId="41c30799-3a2b-4880-86a3-8488be07954a" providerId="ADAL" clId="{2BF2CC9B-12EF-0E41-B469-FF54B54C9EE1}" dt="2019-11-29T17:52:31.118" v="1604" actId="1076"/>
          <ac:spMkLst>
            <pc:docMk/>
            <pc:sldMk cId="839684088" sldId="465"/>
            <ac:spMk id="16" creationId="{75F82527-5552-C143-B3B9-764343FF23A1}"/>
          </ac:spMkLst>
        </pc:spChg>
        <pc:spChg chg="mod">
          <ac:chgData name="Kun Suo" userId="41c30799-3a2b-4880-86a3-8488be07954a" providerId="ADAL" clId="{2BF2CC9B-12EF-0E41-B469-FF54B54C9EE1}" dt="2019-11-29T17:52:31.118" v="1604" actId="1076"/>
          <ac:spMkLst>
            <pc:docMk/>
            <pc:sldMk cId="839684088" sldId="465"/>
            <ac:spMk id="17" creationId="{2D4DF98D-E3FD-4D49-9CFD-F08865D24DEE}"/>
          </ac:spMkLst>
        </pc:spChg>
        <pc:spChg chg="mod">
          <ac:chgData name="Kun Suo" userId="41c30799-3a2b-4880-86a3-8488be07954a" providerId="ADAL" clId="{2BF2CC9B-12EF-0E41-B469-FF54B54C9EE1}" dt="2019-11-29T17:52:31.118" v="1604" actId="1076"/>
          <ac:spMkLst>
            <pc:docMk/>
            <pc:sldMk cId="839684088" sldId="465"/>
            <ac:spMk id="18" creationId="{86A3CF83-A293-524B-9746-039A068BB931}"/>
          </ac:spMkLst>
        </pc:spChg>
        <pc:spChg chg="mod">
          <ac:chgData name="Kun Suo" userId="41c30799-3a2b-4880-86a3-8488be07954a" providerId="ADAL" clId="{2BF2CC9B-12EF-0E41-B469-FF54B54C9EE1}" dt="2019-11-29T17:52:31.118" v="1604" actId="1076"/>
          <ac:spMkLst>
            <pc:docMk/>
            <pc:sldMk cId="839684088" sldId="465"/>
            <ac:spMk id="19" creationId="{3EB4191E-CC48-0547-BFA3-5646C3DF75A1}"/>
          </ac:spMkLst>
        </pc:spChg>
        <pc:spChg chg="mod">
          <ac:chgData name="Kun Suo" userId="41c30799-3a2b-4880-86a3-8488be07954a" providerId="ADAL" clId="{2BF2CC9B-12EF-0E41-B469-FF54B54C9EE1}" dt="2019-11-29T17:52:31.118" v="1604" actId="1076"/>
          <ac:spMkLst>
            <pc:docMk/>
            <pc:sldMk cId="839684088" sldId="465"/>
            <ac:spMk id="20" creationId="{72738011-A6F8-3E46-A7ED-625583AB1FE5}"/>
          </ac:spMkLst>
        </pc:spChg>
        <pc:picChg chg="mod">
          <ac:chgData name="Kun Suo" userId="41c30799-3a2b-4880-86a3-8488be07954a" providerId="ADAL" clId="{2BF2CC9B-12EF-0E41-B469-FF54B54C9EE1}" dt="2019-11-29T17:52:31.118" v="1604" actId="1076"/>
          <ac:picMkLst>
            <pc:docMk/>
            <pc:sldMk cId="839684088" sldId="465"/>
            <ac:picMk id="15" creationId="{C6A30953-0F43-2B4A-9C1D-80B01EA02C19}"/>
          </ac:picMkLst>
        </pc:picChg>
      </pc:sldChg>
      <pc:sldChg chg="addSp delSp modSp add">
        <pc:chgData name="Kun Suo" userId="41c30799-3a2b-4880-86a3-8488be07954a" providerId="ADAL" clId="{2BF2CC9B-12EF-0E41-B469-FF54B54C9EE1}" dt="2019-11-29T17:58:57.743" v="1795" actId="478"/>
        <pc:sldMkLst>
          <pc:docMk/>
          <pc:sldMk cId="2710035132" sldId="466"/>
        </pc:sldMkLst>
        <pc:spChg chg="mod">
          <ac:chgData name="Kun Suo" userId="41c30799-3a2b-4880-86a3-8488be07954a" providerId="ADAL" clId="{2BF2CC9B-12EF-0E41-B469-FF54B54C9EE1}" dt="2019-11-29T17:55:38.190" v="1756"/>
          <ac:spMkLst>
            <pc:docMk/>
            <pc:sldMk cId="2710035132" sldId="466"/>
            <ac:spMk id="2" creationId="{712DF517-A501-7B4E-AC07-67326E9DD7BD}"/>
          </ac:spMkLst>
        </pc:spChg>
        <pc:spChg chg="mod">
          <ac:chgData name="Kun Suo" userId="41c30799-3a2b-4880-86a3-8488be07954a" providerId="ADAL" clId="{2BF2CC9B-12EF-0E41-B469-FF54B54C9EE1}" dt="2019-11-29T17:55:56.964" v="1759" actId="27636"/>
          <ac:spMkLst>
            <pc:docMk/>
            <pc:sldMk cId="2710035132" sldId="466"/>
            <ac:spMk id="5" creationId="{8D34F6BD-3162-C94B-8BC7-1D8A7C09755D}"/>
          </ac:spMkLst>
        </pc:spChg>
        <pc:spChg chg="add del mod">
          <ac:chgData name="Kun Suo" userId="41c30799-3a2b-4880-86a3-8488be07954a" providerId="ADAL" clId="{2BF2CC9B-12EF-0E41-B469-FF54B54C9EE1}" dt="2019-11-29T17:56:45.384" v="1771" actId="478"/>
          <ac:spMkLst>
            <pc:docMk/>
            <pc:sldMk cId="2710035132" sldId="466"/>
            <ac:spMk id="6" creationId="{251DCF17-AB1A-B641-B678-8B77ECB6EB07}"/>
          </ac:spMkLst>
        </pc:spChg>
        <pc:spChg chg="add mod">
          <ac:chgData name="Kun Suo" userId="41c30799-3a2b-4880-86a3-8488be07954a" providerId="ADAL" clId="{2BF2CC9B-12EF-0E41-B469-FF54B54C9EE1}" dt="2019-11-29T17:56:51.397" v="1774" actId="20577"/>
          <ac:spMkLst>
            <pc:docMk/>
            <pc:sldMk cId="2710035132" sldId="466"/>
            <ac:spMk id="7" creationId="{CDC6729D-07F8-924C-BC3D-ABC3A17E575F}"/>
          </ac:spMkLst>
        </pc:spChg>
        <pc:spChg chg="add mod">
          <ac:chgData name="Kun Suo" userId="41c30799-3a2b-4880-86a3-8488be07954a" providerId="ADAL" clId="{2BF2CC9B-12EF-0E41-B469-FF54B54C9EE1}" dt="2019-11-29T17:57:06.764" v="1784" actId="20577"/>
          <ac:spMkLst>
            <pc:docMk/>
            <pc:sldMk cId="2710035132" sldId="466"/>
            <ac:spMk id="8" creationId="{F5AF843A-64C4-D446-986A-544CE0B4A7D2}"/>
          </ac:spMkLst>
        </pc:spChg>
        <pc:spChg chg="add mod">
          <ac:chgData name="Kun Suo" userId="41c30799-3a2b-4880-86a3-8488be07954a" providerId="ADAL" clId="{2BF2CC9B-12EF-0E41-B469-FF54B54C9EE1}" dt="2019-11-29T17:57:04.245" v="1782" actId="20577"/>
          <ac:spMkLst>
            <pc:docMk/>
            <pc:sldMk cId="2710035132" sldId="466"/>
            <ac:spMk id="9" creationId="{91B11F89-AE64-DE41-8E65-9C7200EB0130}"/>
          </ac:spMkLst>
        </pc:spChg>
        <pc:spChg chg="add mod">
          <ac:chgData name="Kun Suo" userId="41c30799-3a2b-4880-86a3-8488be07954a" providerId="ADAL" clId="{2BF2CC9B-12EF-0E41-B469-FF54B54C9EE1}" dt="2019-11-29T17:57:01.648" v="1780" actId="20577"/>
          <ac:spMkLst>
            <pc:docMk/>
            <pc:sldMk cId="2710035132" sldId="466"/>
            <ac:spMk id="10" creationId="{CCAA6F01-DB5A-E64E-9EF8-7414771E366C}"/>
          </ac:spMkLst>
        </pc:spChg>
        <pc:spChg chg="add mod">
          <ac:chgData name="Kun Suo" userId="41c30799-3a2b-4880-86a3-8488be07954a" providerId="ADAL" clId="{2BF2CC9B-12EF-0E41-B469-FF54B54C9EE1}" dt="2019-11-29T17:56:59.450" v="1778" actId="20577"/>
          <ac:spMkLst>
            <pc:docMk/>
            <pc:sldMk cId="2710035132" sldId="466"/>
            <ac:spMk id="11" creationId="{F4C3C84F-1693-3141-8FEB-4D3871AA62C9}"/>
          </ac:spMkLst>
        </pc:spChg>
        <pc:cxnChg chg="add del mod">
          <ac:chgData name="Kun Suo" userId="41c30799-3a2b-4880-86a3-8488be07954a" providerId="ADAL" clId="{2BF2CC9B-12EF-0E41-B469-FF54B54C9EE1}" dt="2019-11-29T17:58:57.743" v="1795" actId="478"/>
          <ac:cxnSpMkLst>
            <pc:docMk/>
            <pc:sldMk cId="2710035132" sldId="466"/>
            <ac:cxnSpMk id="13" creationId="{4E5D9787-3692-3342-8844-B2EFA13BBC83}"/>
          </ac:cxnSpMkLst>
        </pc:cxnChg>
      </pc:sldChg>
      <pc:sldChg chg="addSp modSp add">
        <pc:chgData name="Kun Suo" userId="41c30799-3a2b-4880-86a3-8488be07954a" providerId="ADAL" clId="{2BF2CC9B-12EF-0E41-B469-FF54B54C9EE1}" dt="2019-11-29T17:59:54.193" v="1818" actId="14100"/>
        <pc:sldMkLst>
          <pc:docMk/>
          <pc:sldMk cId="1501651226" sldId="467"/>
        </pc:sldMkLst>
        <pc:spChg chg="mod">
          <ac:chgData name="Kun Suo" userId="41c30799-3a2b-4880-86a3-8488be07954a" providerId="ADAL" clId="{2BF2CC9B-12EF-0E41-B469-FF54B54C9EE1}" dt="2019-11-29T17:59:17.878" v="1806" actId="27636"/>
          <ac:spMkLst>
            <pc:docMk/>
            <pc:sldMk cId="1501651226" sldId="467"/>
            <ac:spMk id="5" creationId="{8D34F6BD-3162-C94B-8BC7-1D8A7C09755D}"/>
          </ac:spMkLst>
        </pc:spChg>
        <pc:cxnChg chg="add mod">
          <ac:chgData name="Kun Suo" userId="41c30799-3a2b-4880-86a3-8488be07954a" providerId="ADAL" clId="{2BF2CC9B-12EF-0E41-B469-FF54B54C9EE1}" dt="2019-11-29T17:59:41.570" v="1809" actId="14100"/>
          <ac:cxnSpMkLst>
            <pc:docMk/>
            <pc:sldMk cId="1501651226" sldId="467"/>
            <ac:cxnSpMk id="12" creationId="{DB7D5524-8D49-7442-A607-87E2EBB06B2F}"/>
          </ac:cxnSpMkLst>
        </pc:cxnChg>
        <pc:cxnChg chg="add mod">
          <ac:chgData name="Kun Suo" userId="41c30799-3a2b-4880-86a3-8488be07954a" providerId="ADAL" clId="{2BF2CC9B-12EF-0E41-B469-FF54B54C9EE1}" dt="2019-11-29T17:59:45.977" v="1812" actId="14100"/>
          <ac:cxnSpMkLst>
            <pc:docMk/>
            <pc:sldMk cId="1501651226" sldId="467"/>
            <ac:cxnSpMk id="14" creationId="{4BD0AE1C-AC9B-B842-8C81-9E13B1C8B12B}"/>
          </ac:cxnSpMkLst>
        </pc:cxnChg>
        <pc:cxnChg chg="add mod">
          <ac:chgData name="Kun Suo" userId="41c30799-3a2b-4880-86a3-8488be07954a" providerId="ADAL" clId="{2BF2CC9B-12EF-0E41-B469-FF54B54C9EE1}" dt="2019-11-29T17:59:49.777" v="1815" actId="14100"/>
          <ac:cxnSpMkLst>
            <pc:docMk/>
            <pc:sldMk cId="1501651226" sldId="467"/>
            <ac:cxnSpMk id="16" creationId="{867C993E-D3F5-CE43-9327-C828150D5A06}"/>
          </ac:cxnSpMkLst>
        </pc:cxnChg>
        <pc:cxnChg chg="add mod">
          <ac:chgData name="Kun Suo" userId="41c30799-3a2b-4880-86a3-8488be07954a" providerId="ADAL" clId="{2BF2CC9B-12EF-0E41-B469-FF54B54C9EE1}" dt="2019-11-29T17:59:54.193" v="1818" actId="14100"/>
          <ac:cxnSpMkLst>
            <pc:docMk/>
            <pc:sldMk cId="1501651226" sldId="467"/>
            <ac:cxnSpMk id="18" creationId="{6416C3F6-C592-8C4F-A46B-6EB1960660BD}"/>
          </ac:cxnSpMkLst>
        </pc:cxnChg>
      </pc:sldChg>
      <pc:sldChg chg="addSp delSp modSp add">
        <pc:chgData name="Kun Suo" userId="41c30799-3a2b-4880-86a3-8488be07954a" providerId="ADAL" clId="{2BF2CC9B-12EF-0E41-B469-FF54B54C9EE1}" dt="2019-11-29T18:03:48.699" v="1904" actId="1076"/>
        <pc:sldMkLst>
          <pc:docMk/>
          <pc:sldMk cId="1620744988" sldId="468"/>
        </pc:sldMkLst>
        <pc:spChg chg="mod">
          <ac:chgData name="Kun Suo" userId="41c30799-3a2b-4880-86a3-8488be07954a" providerId="ADAL" clId="{2BF2CC9B-12EF-0E41-B469-FF54B54C9EE1}" dt="2019-11-29T18:02:34.987" v="1876" actId="27636"/>
          <ac:spMkLst>
            <pc:docMk/>
            <pc:sldMk cId="1620744988" sldId="468"/>
            <ac:spMk id="5" creationId="{8D34F6BD-3162-C94B-8BC7-1D8A7C09755D}"/>
          </ac:spMkLst>
        </pc:spChg>
        <pc:spChg chg="add mod">
          <ac:chgData name="Kun Suo" userId="41c30799-3a2b-4880-86a3-8488be07954a" providerId="ADAL" clId="{2BF2CC9B-12EF-0E41-B469-FF54B54C9EE1}" dt="2019-11-29T18:03:08.618" v="1885" actId="1076"/>
          <ac:spMkLst>
            <pc:docMk/>
            <pc:sldMk cId="1620744988" sldId="468"/>
            <ac:spMk id="6" creationId="{DE55A96C-10A3-9740-B5AF-9FD68F07015D}"/>
          </ac:spMkLst>
        </pc:spChg>
        <pc:spChg chg="add mod">
          <ac:chgData name="Kun Suo" userId="41c30799-3a2b-4880-86a3-8488be07954a" providerId="ADAL" clId="{2BF2CC9B-12EF-0E41-B469-FF54B54C9EE1}" dt="2019-11-29T18:03:39.115" v="1898" actId="1076"/>
          <ac:spMkLst>
            <pc:docMk/>
            <pc:sldMk cId="1620744988" sldId="468"/>
            <ac:spMk id="15" creationId="{27B97311-FECE-C846-816B-C3773C2715A1}"/>
          </ac:spMkLst>
        </pc:spChg>
        <pc:spChg chg="add mod">
          <ac:chgData name="Kun Suo" userId="41c30799-3a2b-4880-86a3-8488be07954a" providerId="ADAL" clId="{2BF2CC9B-12EF-0E41-B469-FF54B54C9EE1}" dt="2019-11-29T18:03:12.747" v="1887" actId="1076"/>
          <ac:spMkLst>
            <pc:docMk/>
            <pc:sldMk cId="1620744988" sldId="468"/>
            <ac:spMk id="17" creationId="{EDED1292-CEB9-AC42-BD66-9858F1C717F8}"/>
          </ac:spMkLst>
        </pc:spChg>
        <pc:spChg chg="add del mod">
          <ac:chgData name="Kun Suo" userId="41c30799-3a2b-4880-86a3-8488be07954a" providerId="ADAL" clId="{2BF2CC9B-12EF-0E41-B469-FF54B54C9EE1}" dt="2019-11-29T18:03:29.884" v="1896" actId="478"/>
          <ac:spMkLst>
            <pc:docMk/>
            <pc:sldMk cId="1620744988" sldId="468"/>
            <ac:spMk id="19" creationId="{AA829ABF-9BF2-7949-B86D-CA34E8851CD4}"/>
          </ac:spMkLst>
        </pc:spChg>
        <pc:spChg chg="add mod">
          <ac:chgData name="Kun Suo" userId="41c30799-3a2b-4880-86a3-8488be07954a" providerId="ADAL" clId="{2BF2CC9B-12EF-0E41-B469-FF54B54C9EE1}" dt="2019-11-29T18:03:25.322" v="1893" actId="1076"/>
          <ac:spMkLst>
            <pc:docMk/>
            <pc:sldMk cId="1620744988" sldId="468"/>
            <ac:spMk id="20" creationId="{1B647666-A401-5E4D-AF76-86E46E5581ED}"/>
          </ac:spMkLst>
        </pc:spChg>
        <pc:spChg chg="add mod">
          <ac:chgData name="Kun Suo" userId="41c30799-3a2b-4880-86a3-8488be07954a" providerId="ADAL" clId="{2BF2CC9B-12EF-0E41-B469-FF54B54C9EE1}" dt="2019-11-29T18:03:28.491" v="1895" actId="1076"/>
          <ac:spMkLst>
            <pc:docMk/>
            <pc:sldMk cId="1620744988" sldId="468"/>
            <ac:spMk id="21" creationId="{040B577A-CB43-E04C-8566-8CA712774B93}"/>
          </ac:spMkLst>
        </pc:spChg>
        <pc:spChg chg="add mod">
          <ac:chgData name="Kun Suo" userId="41c30799-3a2b-4880-86a3-8488be07954a" providerId="ADAL" clId="{2BF2CC9B-12EF-0E41-B469-FF54B54C9EE1}" dt="2019-11-29T18:03:42.468" v="1900" actId="1076"/>
          <ac:spMkLst>
            <pc:docMk/>
            <pc:sldMk cId="1620744988" sldId="468"/>
            <ac:spMk id="22" creationId="{DF1888B1-954F-964A-81A8-F61D28D7E06F}"/>
          </ac:spMkLst>
        </pc:spChg>
        <pc:spChg chg="add mod">
          <ac:chgData name="Kun Suo" userId="41c30799-3a2b-4880-86a3-8488be07954a" providerId="ADAL" clId="{2BF2CC9B-12EF-0E41-B469-FF54B54C9EE1}" dt="2019-11-29T18:03:45.275" v="1902" actId="1076"/>
          <ac:spMkLst>
            <pc:docMk/>
            <pc:sldMk cId="1620744988" sldId="468"/>
            <ac:spMk id="23" creationId="{CF1B5533-0D2F-CD4D-BF65-904356B5F429}"/>
          </ac:spMkLst>
        </pc:spChg>
        <pc:spChg chg="add mod">
          <ac:chgData name="Kun Suo" userId="41c30799-3a2b-4880-86a3-8488be07954a" providerId="ADAL" clId="{2BF2CC9B-12EF-0E41-B469-FF54B54C9EE1}" dt="2019-11-29T18:03:48.699" v="1904" actId="1076"/>
          <ac:spMkLst>
            <pc:docMk/>
            <pc:sldMk cId="1620744988" sldId="468"/>
            <ac:spMk id="24" creationId="{22F618EE-5B89-B443-9CB6-7B053976CDC8}"/>
          </ac:spMkLst>
        </pc:spChg>
      </pc:sldChg>
      <pc:sldChg chg="addSp modSp add">
        <pc:chgData name="Kun Suo" userId="41c30799-3a2b-4880-86a3-8488be07954a" providerId="ADAL" clId="{2BF2CC9B-12EF-0E41-B469-FF54B54C9EE1}" dt="2019-11-29T18:06:21.645" v="1945" actId="14100"/>
        <pc:sldMkLst>
          <pc:docMk/>
          <pc:sldMk cId="115551669" sldId="469"/>
        </pc:sldMkLst>
        <pc:spChg chg="mod">
          <ac:chgData name="Kun Suo" userId="41c30799-3a2b-4880-86a3-8488be07954a" providerId="ADAL" clId="{2BF2CC9B-12EF-0E41-B469-FF54B54C9EE1}" dt="2019-11-29T18:05:09.611" v="1929" actId="20577"/>
          <ac:spMkLst>
            <pc:docMk/>
            <pc:sldMk cId="115551669" sldId="469"/>
            <ac:spMk id="5" creationId="{8D34F6BD-3162-C94B-8BC7-1D8A7C09755D}"/>
          </ac:spMkLst>
        </pc:spChg>
        <pc:spChg chg="mod">
          <ac:chgData name="Kun Suo" userId="41c30799-3a2b-4880-86a3-8488be07954a" providerId="ADAL" clId="{2BF2CC9B-12EF-0E41-B469-FF54B54C9EE1}" dt="2019-11-29T18:05:54.874" v="1933" actId="1076"/>
          <ac:spMkLst>
            <pc:docMk/>
            <pc:sldMk cId="115551669" sldId="469"/>
            <ac:spMk id="10" creationId="{CCAA6F01-DB5A-E64E-9EF8-7414771E366C}"/>
          </ac:spMkLst>
        </pc:spChg>
        <pc:cxnChg chg="add mod">
          <ac:chgData name="Kun Suo" userId="41c30799-3a2b-4880-86a3-8488be07954a" providerId="ADAL" clId="{2BF2CC9B-12EF-0E41-B469-FF54B54C9EE1}" dt="2019-11-29T18:06:01.900" v="1936" actId="14100"/>
          <ac:cxnSpMkLst>
            <pc:docMk/>
            <pc:sldMk cId="115551669" sldId="469"/>
            <ac:cxnSpMk id="25" creationId="{9EA63C54-76D6-6B4B-BA71-BEECB9910C2E}"/>
          </ac:cxnSpMkLst>
        </pc:cxnChg>
        <pc:cxnChg chg="add mod">
          <ac:chgData name="Kun Suo" userId="41c30799-3a2b-4880-86a3-8488be07954a" providerId="ADAL" clId="{2BF2CC9B-12EF-0E41-B469-FF54B54C9EE1}" dt="2019-11-29T18:06:09.285" v="1939" actId="14100"/>
          <ac:cxnSpMkLst>
            <pc:docMk/>
            <pc:sldMk cId="115551669" sldId="469"/>
            <ac:cxnSpMk id="27" creationId="{9719DB68-4031-AD48-BFB4-0650C6F9265D}"/>
          </ac:cxnSpMkLst>
        </pc:cxnChg>
        <pc:cxnChg chg="add mod">
          <ac:chgData name="Kun Suo" userId="41c30799-3a2b-4880-86a3-8488be07954a" providerId="ADAL" clId="{2BF2CC9B-12EF-0E41-B469-FF54B54C9EE1}" dt="2019-11-29T18:06:16.517" v="1942" actId="14100"/>
          <ac:cxnSpMkLst>
            <pc:docMk/>
            <pc:sldMk cId="115551669" sldId="469"/>
            <ac:cxnSpMk id="29" creationId="{C92A8194-D581-B24B-86AA-E81DD1986BF9}"/>
          </ac:cxnSpMkLst>
        </pc:cxnChg>
        <pc:cxnChg chg="add mod">
          <ac:chgData name="Kun Suo" userId="41c30799-3a2b-4880-86a3-8488be07954a" providerId="ADAL" clId="{2BF2CC9B-12EF-0E41-B469-FF54B54C9EE1}" dt="2019-11-29T18:06:21.645" v="1945" actId="14100"/>
          <ac:cxnSpMkLst>
            <pc:docMk/>
            <pc:sldMk cId="115551669" sldId="469"/>
            <ac:cxnSpMk id="31" creationId="{28000E5A-2F26-D348-8354-206A729F54C1}"/>
          </ac:cxnSpMkLst>
        </pc:cxnChg>
      </pc:sldChg>
      <pc:sldChg chg="addSp modSp add">
        <pc:chgData name="Kun Suo" userId="41c30799-3a2b-4880-86a3-8488be07954a" providerId="ADAL" clId="{2BF2CC9B-12EF-0E41-B469-FF54B54C9EE1}" dt="2019-11-29T18:08:55.278" v="2118" actId="1076"/>
        <pc:sldMkLst>
          <pc:docMk/>
          <pc:sldMk cId="4259885942" sldId="470"/>
        </pc:sldMkLst>
        <pc:spChg chg="mod">
          <ac:chgData name="Kun Suo" userId="41c30799-3a2b-4880-86a3-8488be07954a" providerId="ADAL" clId="{2BF2CC9B-12EF-0E41-B469-FF54B54C9EE1}" dt="2019-11-29T18:08:00.753" v="2093" actId="27636"/>
          <ac:spMkLst>
            <pc:docMk/>
            <pc:sldMk cId="4259885942" sldId="470"/>
            <ac:spMk id="5" creationId="{8D34F6BD-3162-C94B-8BC7-1D8A7C09755D}"/>
          </ac:spMkLst>
        </pc:spChg>
        <pc:spChg chg="add mod">
          <ac:chgData name="Kun Suo" userId="41c30799-3a2b-4880-86a3-8488be07954a" providerId="ADAL" clId="{2BF2CC9B-12EF-0E41-B469-FF54B54C9EE1}" dt="2019-11-29T18:08:39.176" v="2112" actId="113"/>
          <ac:spMkLst>
            <pc:docMk/>
            <pc:sldMk cId="4259885942" sldId="470"/>
            <ac:spMk id="28" creationId="{4B6072AE-2003-414E-BB7D-149F156A6655}"/>
          </ac:spMkLst>
        </pc:spChg>
        <pc:spChg chg="add mod">
          <ac:chgData name="Kun Suo" userId="41c30799-3a2b-4880-86a3-8488be07954a" providerId="ADAL" clId="{2BF2CC9B-12EF-0E41-B469-FF54B54C9EE1}" dt="2019-11-29T18:08:47.214" v="2114" actId="1076"/>
          <ac:spMkLst>
            <pc:docMk/>
            <pc:sldMk cId="4259885942" sldId="470"/>
            <ac:spMk id="30" creationId="{A54D56B8-333D-954B-B161-E55AC544699F}"/>
          </ac:spMkLst>
        </pc:spChg>
        <pc:spChg chg="add mod">
          <ac:chgData name="Kun Suo" userId="41c30799-3a2b-4880-86a3-8488be07954a" providerId="ADAL" clId="{2BF2CC9B-12EF-0E41-B469-FF54B54C9EE1}" dt="2019-11-29T18:08:51.278" v="2116" actId="1076"/>
          <ac:spMkLst>
            <pc:docMk/>
            <pc:sldMk cId="4259885942" sldId="470"/>
            <ac:spMk id="32" creationId="{181C0455-D199-E64F-AF35-0328E4BB905C}"/>
          </ac:spMkLst>
        </pc:spChg>
        <pc:spChg chg="add mod">
          <ac:chgData name="Kun Suo" userId="41c30799-3a2b-4880-86a3-8488be07954a" providerId="ADAL" clId="{2BF2CC9B-12EF-0E41-B469-FF54B54C9EE1}" dt="2019-11-29T18:08:55.278" v="2118" actId="1076"/>
          <ac:spMkLst>
            <pc:docMk/>
            <pc:sldMk cId="4259885942" sldId="470"/>
            <ac:spMk id="33" creationId="{9EA224B6-EF83-5C44-9E18-7E0CF067D2F7}"/>
          </ac:spMkLst>
        </pc:spChg>
      </pc:sldChg>
      <pc:sldChg chg="modSp add">
        <pc:chgData name="Kun Suo" userId="41c30799-3a2b-4880-86a3-8488be07954a" providerId="ADAL" clId="{2BF2CC9B-12EF-0E41-B469-FF54B54C9EE1}" dt="2019-11-29T18:11:40.424" v="2277" actId="20577"/>
        <pc:sldMkLst>
          <pc:docMk/>
          <pc:sldMk cId="2268046423" sldId="471"/>
        </pc:sldMkLst>
        <pc:spChg chg="mod">
          <ac:chgData name="Kun Suo" userId="41c30799-3a2b-4880-86a3-8488be07954a" providerId="ADAL" clId="{2BF2CC9B-12EF-0E41-B469-FF54B54C9EE1}" dt="2019-11-29T18:10:02.144" v="2120"/>
          <ac:spMkLst>
            <pc:docMk/>
            <pc:sldMk cId="2268046423" sldId="471"/>
            <ac:spMk id="2" creationId="{9B220CC2-1C8A-4445-9E41-9A7169A95668}"/>
          </ac:spMkLst>
        </pc:spChg>
        <pc:spChg chg="mod">
          <ac:chgData name="Kun Suo" userId="41c30799-3a2b-4880-86a3-8488be07954a" providerId="ADAL" clId="{2BF2CC9B-12EF-0E41-B469-FF54B54C9EE1}" dt="2019-11-29T18:11:40.424" v="2277" actId="20577"/>
          <ac:spMkLst>
            <pc:docMk/>
            <pc:sldMk cId="2268046423" sldId="471"/>
            <ac:spMk id="5" creationId="{F98F1540-A0F5-2942-9529-F5C66D0E6DA7}"/>
          </ac:spMkLst>
        </pc:spChg>
      </pc:sldChg>
      <pc:sldChg chg="modSp add">
        <pc:chgData name="Kun Suo" userId="41c30799-3a2b-4880-86a3-8488be07954a" providerId="ADAL" clId="{2BF2CC9B-12EF-0E41-B469-FF54B54C9EE1}" dt="2019-11-29T18:14:33.445" v="2362" actId="20577"/>
        <pc:sldMkLst>
          <pc:docMk/>
          <pc:sldMk cId="2036148637" sldId="472"/>
        </pc:sldMkLst>
        <pc:spChg chg="mod">
          <ac:chgData name="Kun Suo" userId="41c30799-3a2b-4880-86a3-8488be07954a" providerId="ADAL" clId="{2BF2CC9B-12EF-0E41-B469-FF54B54C9EE1}" dt="2019-11-29T18:14:33.445" v="2362" actId="20577"/>
          <ac:spMkLst>
            <pc:docMk/>
            <pc:sldMk cId="2036148637" sldId="472"/>
            <ac:spMk id="5" creationId="{F98F1540-A0F5-2942-9529-F5C66D0E6DA7}"/>
          </ac:spMkLst>
        </pc:spChg>
      </pc:sldChg>
      <pc:sldChg chg="modSp add">
        <pc:chgData name="Kun Suo" userId="41c30799-3a2b-4880-86a3-8488be07954a" providerId="ADAL" clId="{2BF2CC9B-12EF-0E41-B469-FF54B54C9EE1}" dt="2019-11-29T18:29:31.096" v="2465" actId="27636"/>
        <pc:sldMkLst>
          <pc:docMk/>
          <pc:sldMk cId="326308979" sldId="473"/>
        </pc:sldMkLst>
        <pc:spChg chg="mod">
          <ac:chgData name="Kun Suo" userId="41c30799-3a2b-4880-86a3-8488be07954a" providerId="ADAL" clId="{2BF2CC9B-12EF-0E41-B469-FF54B54C9EE1}" dt="2019-11-29T18:15:14.067" v="2370" actId="20577"/>
          <ac:spMkLst>
            <pc:docMk/>
            <pc:sldMk cId="326308979" sldId="473"/>
            <ac:spMk id="2" creationId="{72B515FB-412B-2646-96D1-3664193D43C1}"/>
          </ac:spMkLst>
        </pc:spChg>
        <pc:spChg chg="mod">
          <ac:chgData name="Kun Suo" userId="41c30799-3a2b-4880-86a3-8488be07954a" providerId="ADAL" clId="{2BF2CC9B-12EF-0E41-B469-FF54B54C9EE1}" dt="2019-11-29T18:29:31.096" v="2465" actId="27636"/>
          <ac:spMkLst>
            <pc:docMk/>
            <pc:sldMk cId="326308979" sldId="473"/>
            <ac:spMk id="5" creationId="{76C50D2D-7B70-2348-9BE3-CE20E08C9875}"/>
          </ac:spMkLst>
        </pc:spChg>
      </pc:sldChg>
      <pc:sldChg chg="addSp modSp add">
        <pc:chgData name="Kun Suo" userId="41c30799-3a2b-4880-86a3-8488be07954a" providerId="ADAL" clId="{2BF2CC9B-12EF-0E41-B469-FF54B54C9EE1}" dt="2019-11-29T18:30:26.989" v="2474" actId="1076"/>
        <pc:sldMkLst>
          <pc:docMk/>
          <pc:sldMk cId="2074479928" sldId="474"/>
        </pc:sldMkLst>
        <pc:spChg chg="mod">
          <ac:chgData name="Kun Suo" userId="41c30799-3a2b-4880-86a3-8488be07954a" providerId="ADAL" clId="{2BF2CC9B-12EF-0E41-B469-FF54B54C9EE1}" dt="2019-11-29T18:30:09.006" v="2471"/>
          <ac:spMkLst>
            <pc:docMk/>
            <pc:sldMk cId="2074479928" sldId="474"/>
            <ac:spMk id="2" creationId="{0A31C2E3-3DBB-374A-B38F-C263569F9FDC}"/>
          </ac:spMkLst>
        </pc:spChg>
        <pc:spChg chg="mod">
          <ac:chgData name="Kun Suo" userId="41c30799-3a2b-4880-86a3-8488be07954a" providerId="ADAL" clId="{2BF2CC9B-12EF-0E41-B469-FF54B54C9EE1}" dt="2019-11-29T18:30:05.495" v="2470" actId="27636"/>
          <ac:spMkLst>
            <pc:docMk/>
            <pc:sldMk cId="2074479928" sldId="474"/>
            <ac:spMk id="5" creationId="{47D395C2-D79F-8649-BDFA-452D05948D19}"/>
          </ac:spMkLst>
        </pc:spChg>
        <pc:picChg chg="add mod">
          <ac:chgData name="Kun Suo" userId="41c30799-3a2b-4880-86a3-8488be07954a" providerId="ADAL" clId="{2BF2CC9B-12EF-0E41-B469-FF54B54C9EE1}" dt="2019-11-29T18:30:26.989" v="2474" actId="1076"/>
          <ac:picMkLst>
            <pc:docMk/>
            <pc:sldMk cId="2074479928" sldId="474"/>
            <ac:picMk id="6" creationId="{887F35EA-29CA-D74B-A7D2-3CD1C271DA87}"/>
          </ac:picMkLst>
        </pc:picChg>
      </pc:sldChg>
      <pc:sldChg chg="addSp delSp modSp add">
        <pc:chgData name="Kun Suo" userId="41c30799-3a2b-4880-86a3-8488be07954a" providerId="ADAL" clId="{2BF2CC9B-12EF-0E41-B469-FF54B54C9EE1}" dt="2019-11-29T18:42:08.913" v="2743" actId="27636"/>
        <pc:sldMkLst>
          <pc:docMk/>
          <pc:sldMk cId="577379218" sldId="475"/>
        </pc:sldMkLst>
        <pc:spChg chg="mod">
          <ac:chgData name="Kun Suo" userId="41c30799-3a2b-4880-86a3-8488be07954a" providerId="ADAL" clId="{2BF2CC9B-12EF-0E41-B469-FF54B54C9EE1}" dt="2019-11-29T18:42:08.913" v="2743" actId="27636"/>
          <ac:spMkLst>
            <pc:docMk/>
            <pc:sldMk cId="577379218" sldId="475"/>
            <ac:spMk id="5" creationId="{76C50D2D-7B70-2348-9BE3-CE20E08C9875}"/>
          </ac:spMkLst>
        </pc:spChg>
        <pc:spChg chg="add del mod">
          <ac:chgData name="Kun Suo" userId="41c30799-3a2b-4880-86a3-8488be07954a" providerId="ADAL" clId="{2BF2CC9B-12EF-0E41-B469-FF54B54C9EE1}" dt="2019-11-29T18:33:27.630" v="2506"/>
          <ac:spMkLst>
            <pc:docMk/>
            <pc:sldMk cId="577379218" sldId="475"/>
            <ac:spMk id="6" creationId="{24254519-DCB8-354C-9970-09030DED8121}"/>
          </ac:spMkLst>
        </pc:spChg>
      </pc:sldChg>
      <pc:sldChg chg="addSp delSp modSp add">
        <pc:chgData name="Kun Suo" userId="41c30799-3a2b-4880-86a3-8488be07954a" providerId="ADAL" clId="{2BF2CC9B-12EF-0E41-B469-FF54B54C9EE1}" dt="2019-11-29T18:38:59.972" v="2666" actId="20577"/>
        <pc:sldMkLst>
          <pc:docMk/>
          <pc:sldMk cId="1895798009" sldId="476"/>
        </pc:sldMkLst>
        <pc:spChg chg="mod">
          <ac:chgData name="Kun Suo" userId="41c30799-3a2b-4880-86a3-8488be07954a" providerId="ADAL" clId="{2BF2CC9B-12EF-0E41-B469-FF54B54C9EE1}" dt="2019-11-29T18:36:32.539" v="2633" actId="20577"/>
          <ac:spMkLst>
            <pc:docMk/>
            <pc:sldMk cId="1895798009" sldId="476"/>
            <ac:spMk id="5" creationId="{76C50D2D-7B70-2348-9BE3-CE20E08C9875}"/>
          </ac:spMkLst>
        </pc:spChg>
        <pc:spChg chg="add del">
          <ac:chgData name="Kun Suo" userId="41c30799-3a2b-4880-86a3-8488be07954a" providerId="ADAL" clId="{2BF2CC9B-12EF-0E41-B469-FF54B54C9EE1}" dt="2019-11-29T18:37:56.509" v="2635" actId="478"/>
          <ac:spMkLst>
            <pc:docMk/>
            <pc:sldMk cId="1895798009" sldId="476"/>
            <ac:spMk id="6" creationId="{12A563AB-1EDA-C242-A3F7-67BF943DDE91}"/>
          </ac:spMkLst>
        </pc:spChg>
        <pc:spChg chg="add mod">
          <ac:chgData name="Kun Suo" userId="41c30799-3a2b-4880-86a3-8488be07954a" providerId="ADAL" clId="{2BF2CC9B-12EF-0E41-B469-FF54B54C9EE1}" dt="2019-11-29T18:38:16.151" v="2643" actId="20577"/>
          <ac:spMkLst>
            <pc:docMk/>
            <pc:sldMk cId="1895798009" sldId="476"/>
            <ac:spMk id="7" creationId="{E323BD58-3553-8D40-800D-8260793A41FE}"/>
          </ac:spMkLst>
        </pc:spChg>
        <pc:spChg chg="add del">
          <ac:chgData name="Kun Suo" userId="41c30799-3a2b-4880-86a3-8488be07954a" providerId="ADAL" clId="{2BF2CC9B-12EF-0E41-B469-FF54B54C9EE1}" dt="2019-11-29T18:38:08.181" v="2639" actId="478"/>
          <ac:spMkLst>
            <pc:docMk/>
            <pc:sldMk cId="1895798009" sldId="476"/>
            <ac:spMk id="8" creationId="{108CC410-CEF9-6840-BA75-788AAF868C2A}"/>
          </ac:spMkLst>
        </pc:spChg>
        <pc:spChg chg="add del mod">
          <ac:chgData name="Kun Suo" userId="41c30799-3a2b-4880-86a3-8488be07954a" providerId="ADAL" clId="{2BF2CC9B-12EF-0E41-B469-FF54B54C9EE1}" dt="2019-11-29T18:38:37.357" v="2650" actId="1076"/>
          <ac:spMkLst>
            <pc:docMk/>
            <pc:sldMk cId="1895798009" sldId="476"/>
            <ac:spMk id="9" creationId="{FB0FFCC1-CF69-E94B-9B84-4448F6E8349A}"/>
          </ac:spMkLst>
        </pc:spChg>
        <pc:spChg chg="add mod">
          <ac:chgData name="Kun Suo" userId="41c30799-3a2b-4880-86a3-8488be07954a" providerId="ADAL" clId="{2BF2CC9B-12EF-0E41-B469-FF54B54C9EE1}" dt="2019-11-29T18:38:19.024" v="2644" actId="20577"/>
          <ac:spMkLst>
            <pc:docMk/>
            <pc:sldMk cId="1895798009" sldId="476"/>
            <ac:spMk id="10" creationId="{0184B06A-0A2F-BF4B-BB11-FC9AF6101670}"/>
          </ac:spMkLst>
        </pc:spChg>
        <pc:spChg chg="add del">
          <ac:chgData name="Kun Suo" userId="41c30799-3a2b-4880-86a3-8488be07954a" providerId="ADAL" clId="{2BF2CC9B-12EF-0E41-B469-FF54B54C9EE1}" dt="2019-11-29T18:38:08.886" v="2640" actId="478"/>
          <ac:spMkLst>
            <pc:docMk/>
            <pc:sldMk cId="1895798009" sldId="476"/>
            <ac:spMk id="11" creationId="{6B763E86-C201-6545-8AEC-63EDE95EEC5C}"/>
          </ac:spMkLst>
        </pc:spChg>
        <pc:spChg chg="add mod">
          <ac:chgData name="Kun Suo" userId="41c30799-3a2b-4880-86a3-8488be07954a" providerId="ADAL" clId="{2BF2CC9B-12EF-0E41-B469-FF54B54C9EE1}" dt="2019-11-29T18:38:46.741" v="2653" actId="1076"/>
          <ac:spMkLst>
            <pc:docMk/>
            <pc:sldMk cId="1895798009" sldId="476"/>
            <ac:spMk id="17" creationId="{B9033627-C55B-9F4E-9AAB-0092BC78D922}"/>
          </ac:spMkLst>
        </pc:spChg>
        <pc:spChg chg="add mod">
          <ac:chgData name="Kun Suo" userId="41c30799-3a2b-4880-86a3-8488be07954a" providerId="ADAL" clId="{2BF2CC9B-12EF-0E41-B469-FF54B54C9EE1}" dt="2019-11-29T18:38:52.783" v="2660" actId="20577"/>
          <ac:spMkLst>
            <pc:docMk/>
            <pc:sldMk cId="1895798009" sldId="476"/>
            <ac:spMk id="18" creationId="{CBBA277F-E658-DE43-92B8-8DAB090CCA17}"/>
          </ac:spMkLst>
        </pc:spChg>
        <pc:spChg chg="add mod">
          <ac:chgData name="Kun Suo" userId="41c30799-3a2b-4880-86a3-8488be07954a" providerId="ADAL" clId="{2BF2CC9B-12EF-0E41-B469-FF54B54C9EE1}" dt="2019-11-29T18:38:59.972" v="2666" actId="20577"/>
          <ac:spMkLst>
            <pc:docMk/>
            <pc:sldMk cId="1895798009" sldId="476"/>
            <ac:spMk id="19" creationId="{93E8F694-F7ED-C642-AD6F-BC305170F8CF}"/>
          </ac:spMkLst>
        </pc:spChg>
        <pc:cxnChg chg="add del">
          <ac:chgData name="Kun Suo" userId="41c30799-3a2b-4880-86a3-8488be07954a" providerId="ADAL" clId="{2BF2CC9B-12EF-0E41-B469-FF54B54C9EE1}" dt="2019-11-29T18:38:30.871" v="2649" actId="478"/>
          <ac:cxnSpMkLst>
            <pc:docMk/>
            <pc:sldMk cId="1895798009" sldId="476"/>
            <ac:cxnSpMk id="12" creationId="{6AF75476-3D19-A44E-8004-5E5A06F0A979}"/>
          </ac:cxnSpMkLst>
        </pc:cxnChg>
        <pc:cxnChg chg="add del mod">
          <ac:chgData name="Kun Suo" userId="41c30799-3a2b-4880-86a3-8488be07954a" providerId="ADAL" clId="{2BF2CC9B-12EF-0E41-B469-FF54B54C9EE1}" dt="2019-11-29T18:38:09.426" v="2641" actId="478"/>
          <ac:cxnSpMkLst>
            <pc:docMk/>
            <pc:sldMk cId="1895798009" sldId="476"/>
            <ac:cxnSpMk id="13" creationId="{7EEC7A38-914F-8942-89CF-5936FCDBD56E}"/>
          </ac:cxnSpMkLst>
        </pc:cxnChg>
        <pc:cxnChg chg="add del">
          <ac:chgData name="Kun Suo" userId="41c30799-3a2b-4880-86a3-8488be07954a" providerId="ADAL" clId="{2BF2CC9B-12EF-0E41-B469-FF54B54C9EE1}" dt="2019-11-29T18:38:29.414" v="2647" actId="478"/>
          <ac:cxnSpMkLst>
            <pc:docMk/>
            <pc:sldMk cId="1895798009" sldId="476"/>
            <ac:cxnSpMk id="14" creationId="{BF66118A-9133-A04F-9E4B-8664DCF5A765}"/>
          </ac:cxnSpMkLst>
        </pc:cxnChg>
        <pc:cxnChg chg="add del mod">
          <ac:chgData name="Kun Suo" userId="41c30799-3a2b-4880-86a3-8488be07954a" providerId="ADAL" clId="{2BF2CC9B-12EF-0E41-B469-FF54B54C9EE1}" dt="2019-11-29T18:38:30.265" v="2648" actId="478"/>
          <ac:cxnSpMkLst>
            <pc:docMk/>
            <pc:sldMk cId="1895798009" sldId="476"/>
            <ac:cxnSpMk id="15" creationId="{DCE2BD5C-90C7-0640-898B-09A74BC575FB}"/>
          </ac:cxnSpMkLst>
        </pc:cxnChg>
        <pc:cxnChg chg="add del mod">
          <ac:chgData name="Kun Suo" userId="41c30799-3a2b-4880-86a3-8488be07954a" providerId="ADAL" clId="{2BF2CC9B-12EF-0E41-B469-FF54B54C9EE1}" dt="2019-11-29T18:38:07.493" v="2638" actId="478"/>
          <ac:cxnSpMkLst>
            <pc:docMk/>
            <pc:sldMk cId="1895798009" sldId="476"/>
            <ac:cxnSpMk id="16" creationId="{FCF663E9-5370-754D-B7A3-B1281DFD22EC}"/>
          </ac:cxnSpMkLst>
        </pc:cxnChg>
      </pc:sldChg>
      <pc:sldChg chg="addSp delSp modSp add">
        <pc:chgData name="Kun Suo" userId="41c30799-3a2b-4880-86a3-8488be07954a" providerId="ADAL" clId="{2BF2CC9B-12EF-0E41-B469-FF54B54C9EE1}" dt="2019-11-29T18:39:32.855" v="2678" actId="14100"/>
        <pc:sldMkLst>
          <pc:docMk/>
          <pc:sldMk cId="239505318" sldId="477"/>
        </pc:sldMkLst>
        <pc:spChg chg="mod">
          <ac:chgData name="Kun Suo" userId="41c30799-3a2b-4880-86a3-8488be07954a" providerId="ADAL" clId="{2BF2CC9B-12EF-0E41-B469-FF54B54C9EE1}" dt="2019-11-29T18:39:23.073" v="2671" actId="27636"/>
          <ac:spMkLst>
            <pc:docMk/>
            <pc:sldMk cId="239505318" sldId="477"/>
            <ac:spMk id="5" creationId="{76C50D2D-7B70-2348-9BE3-CE20E08C9875}"/>
          </ac:spMkLst>
        </pc:spChg>
        <pc:spChg chg="del">
          <ac:chgData name="Kun Suo" userId="41c30799-3a2b-4880-86a3-8488be07954a" providerId="ADAL" clId="{2BF2CC9B-12EF-0E41-B469-FF54B54C9EE1}" dt="2019-11-29T18:39:06.805" v="2667" actId="478"/>
          <ac:spMkLst>
            <pc:docMk/>
            <pc:sldMk cId="239505318" sldId="477"/>
            <ac:spMk id="7" creationId="{E323BD58-3553-8D40-800D-8260793A41FE}"/>
          </ac:spMkLst>
        </pc:spChg>
        <pc:spChg chg="del">
          <ac:chgData name="Kun Suo" userId="41c30799-3a2b-4880-86a3-8488be07954a" providerId="ADAL" clId="{2BF2CC9B-12EF-0E41-B469-FF54B54C9EE1}" dt="2019-11-29T18:39:06.805" v="2667" actId="478"/>
          <ac:spMkLst>
            <pc:docMk/>
            <pc:sldMk cId="239505318" sldId="477"/>
            <ac:spMk id="9" creationId="{FB0FFCC1-CF69-E94B-9B84-4448F6E8349A}"/>
          </ac:spMkLst>
        </pc:spChg>
        <pc:spChg chg="del">
          <ac:chgData name="Kun Suo" userId="41c30799-3a2b-4880-86a3-8488be07954a" providerId="ADAL" clId="{2BF2CC9B-12EF-0E41-B469-FF54B54C9EE1}" dt="2019-11-29T18:39:06.805" v="2667" actId="478"/>
          <ac:spMkLst>
            <pc:docMk/>
            <pc:sldMk cId="239505318" sldId="477"/>
            <ac:spMk id="10" creationId="{0184B06A-0A2F-BF4B-BB11-FC9AF6101670}"/>
          </ac:spMkLst>
        </pc:spChg>
        <pc:spChg chg="add">
          <ac:chgData name="Kun Suo" userId="41c30799-3a2b-4880-86a3-8488be07954a" providerId="ADAL" clId="{2BF2CC9B-12EF-0E41-B469-FF54B54C9EE1}" dt="2019-11-29T18:39:07.319" v="2668"/>
          <ac:spMkLst>
            <pc:docMk/>
            <pc:sldMk cId="239505318" sldId="477"/>
            <ac:spMk id="13" creationId="{3278210D-BC2F-AC47-BC28-7B9698F29820}"/>
          </ac:spMkLst>
        </pc:spChg>
        <pc:spChg chg="add">
          <ac:chgData name="Kun Suo" userId="41c30799-3a2b-4880-86a3-8488be07954a" providerId="ADAL" clId="{2BF2CC9B-12EF-0E41-B469-FF54B54C9EE1}" dt="2019-11-29T18:39:07.319" v="2668"/>
          <ac:spMkLst>
            <pc:docMk/>
            <pc:sldMk cId="239505318" sldId="477"/>
            <ac:spMk id="16" creationId="{6635F2EB-0806-A842-86C7-9954A3C1DB69}"/>
          </ac:spMkLst>
        </pc:spChg>
        <pc:spChg chg="add">
          <ac:chgData name="Kun Suo" userId="41c30799-3a2b-4880-86a3-8488be07954a" providerId="ADAL" clId="{2BF2CC9B-12EF-0E41-B469-FF54B54C9EE1}" dt="2019-11-29T18:39:07.319" v="2668"/>
          <ac:spMkLst>
            <pc:docMk/>
            <pc:sldMk cId="239505318" sldId="477"/>
            <ac:spMk id="17" creationId="{34EFCD80-A601-F54D-A7D3-04FE5B2D160F}"/>
          </ac:spMkLst>
        </pc:spChg>
        <pc:spChg chg="add">
          <ac:chgData name="Kun Suo" userId="41c30799-3a2b-4880-86a3-8488be07954a" providerId="ADAL" clId="{2BF2CC9B-12EF-0E41-B469-FF54B54C9EE1}" dt="2019-11-29T18:39:07.319" v="2668"/>
          <ac:spMkLst>
            <pc:docMk/>
            <pc:sldMk cId="239505318" sldId="477"/>
            <ac:spMk id="18" creationId="{3AA2B7FF-9059-8C48-BC8C-FF4466C37D69}"/>
          </ac:spMkLst>
        </pc:spChg>
        <pc:spChg chg="add">
          <ac:chgData name="Kun Suo" userId="41c30799-3a2b-4880-86a3-8488be07954a" providerId="ADAL" clId="{2BF2CC9B-12EF-0E41-B469-FF54B54C9EE1}" dt="2019-11-29T18:39:07.319" v="2668"/>
          <ac:spMkLst>
            <pc:docMk/>
            <pc:sldMk cId="239505318" sldId="477"/>
            <ac:spMk id="19" creationId="{E9AEA97B-1A04-2345-9507-6D4FEC0603D5}"/>
          </ac:spMkLst>
        </pc:spChg>
        <pc:spChg chg="add">
          <ac:chgData name="Kun Suo" userId="41c30799-3a2b-4880-86a3-8488be07954a" providerId="ADAL" clId="{2BF2CC9B-12EF-0E41-B469-FF54B54C9EE1}" dt="2019-11-29T18:39:07.319" v="2668"/>
          <ac:spMkLst>
            <pc:docMk/>
            <pc:sldMk cId="239505318" sldId="477"/>
            <ac:spMk id="20" creationId="{09791ED6-BF38-8D4C-86EA-23C2597BE8CB}"/>
          </ac:spMkLst>
        </pc:spChg>
        <pc:cxnChg chg="mod">
          <ac:chgData name="Kun Suo" userId="41c30799-3a2b-4880-86a3-8488be07954a" providerId="ADAL" clId="{2BF2CC9B-12EF-0E41-B469-FF54B54C9EE1}" dt="2019-11-29T18:39:25.094" v="2672" actId="1076"/>
          <ac:cxnSpMkLst>
            <pc:docMk/>
            <pc:sldMk cId="239505318" sldId="477"/>
            <ac:cxnSpMk id="12" creationId="{6AF75476-3D19-A44E-8004-5E5A06F0A979}"/>
          </ac:cxnSpMkLst>
        </pc:cxnChg>
        <pc:cxnChg chg="del">
          <ac:chgData name="Kun Suo" userId="41c30799-3a2b-4880-86a3-8488be07954a" providerId="ADAL" clId="{2BF2CC9B-12EF-0E41-B469-FF54B54C9EE1}" dt="2019-11-29T18:39:06.805" v="2667" actId="478"/>
          <ac:cxnSpMkLst>
            <pc:docMk/>
            <pc:sldMk cId="239505318" sldId="477"/>
            <ac:cxnSpMk id="14" creationId="{BF66118A-9133-A04F-9E4B-8664DCF5A765}"/>
          </ac:cxnSpMkLst>
        </pc:cxnChg>
        <pc:cxnChg chg="del mod">
          <ac:chgData name="Kun Suo" userId="41c30799-3a2b-4880-86a3-8488be07954a" providerId="ADAL" clId="{2BF2CC9B-12EF-0E41-B469-FF54B54C9EE1}" dt="2019-11-29T18:39:06.805" v="2667" actId="478"/>
          <ac:cxnSpMkLst>
            <pc:docMk/>
            <pc:sldMk cId="239505318" sldId="477"/>
            <ac:cxnSpMk id="15" creationId="{DCE2BD5C-90C7-0640-898B-09A74BC575FB}"/>
          </ac:cxnSpMkLst>
        </pc:cxnChg>
        <pc:cxnChg chg="add mod">
          <ac:chgData name="Kun Suo" userId="41c30799-3a2b-4880-86a3-8488be07954a" providerId="ADAL" clId="{2BF2CC9B-12EF-0E41-B469-FF54B54C9EE1}" dt="2019-11-29T18:39:28.847" v="2675" actId="14100"/>
          <ac:cxnSpMkLst>
            <pc:docMk/>
            <pc:sldMk cId="239505318" sldId="477"/>
            <ac:cxnSpMk id="21" creationId="{6BE6E4A5-9928-D445-9B0F-4F54320B4D9D}"/>
          </ac:cxnSpMkLst>
        </pc:cxnChg>
        <pc:cxnChg chg="add mod">
          <ac:chgData name="Kun Suo" userId="41c30799-3a2b-4880-86a3-8488be07954a" providerId="ADAL" clId="{2BF2CC9B-12EF-0E41-B469-FF54B54C9EE1}" dt="2019-11-29T18:39:32.855" v="2678" actId="14100"/>
          <ac:cxnSpMkLst>
            <pc:docMk/>
            <pc:sldMk cId="239505318" sldId="477"/>
            <ac:cxnSpMk id="22" creationId="{CF11A342-3551-BA45-BA9A-07CC5BF49815}"/>
          </ac:cxnSpMkLst>
        </pc:cxnChg>
      </pc:sldChg>
      <pc:sldChg chg="addSp delSp modSp add">
        <pc:chgData name="Kun Suo" userId="41c30799-3a2b-4880-86a3-8488be07954a" providerId="ADAL" clId="{2BF2CC9B-12EF-0E41-B469-FF54B54C9EE1}" dt="2019-11-29T18:42:56.624" v="2778" actId="1076"/>
        <pc:sldMkLst>
          <pc:docMk/>
          <pc:sldMk cId="3238899110" sldId="478"/>
        </pc:sldMkLst>
        <pc:spChg chg="mod">
          <ac:chgData name="Kun Suo" userId="41c30799-3a2b-4880-86a3-8488be07954a" providerId="ADAL" clId="{2BF2CC9B-12EF-0E41-B469-FF54B54C9EE1}" dt="2019-11-29T18:40:15.728" v="2690" actId="20577"/>
          <ac:spMkLst>
            <pc:docMk/>
            <pc:sldMk cId="3238899110" sldId="478"/>
            <ac:spMk id="5" creationId="{76C50D2D-7B70-2348-9BE3-CE20E08C9875}"/>
          </ac:spMkLst>
        </pc:spChg>
        <pc:spChg chg="add mod">
          <ac:chgData name="Kun Suo" userId="41c30799-3a2b-4880-86a3-8488be07954a" providerId="ADAL" clId="{2BF2CC9B-12EF-0E41-B469-FF54B54C9EE1}" dt="2019-11-29T18:40:40.303" v="2692" actId="1076"/>
          <ac:spMkLst>
            <pc:docMk/>
            <pc:sldMk cId="3238899110" sldId="478"/>
            <ac:spMk id="15" creationId="{98084339-D32B-C94B-BF2B-1251B9803F04}"/>
          </ac:spMkLst>
        </pc:spChg>
        <pc:spChg chg="mod">
          <ac:chgData name="Kun Suo" userId="41c30799-3a2b-4880-86a3-8488be07954a" providerId="ADAL" clId="{2BF2CC9B-12EF-0E41-B469-FF54B54C9EE1}" dt="2019-11-29T18:42:29.718" v="2762" actId="1076"/>
          <ac:spMkLst>
            <pc:docMk/>
            <pc:sldMk cId="3238899110" sldId="478"/>
            <ac:spMk id="18" creationId="{3AA2B7FF-9059-8C48-BC8C-FF4466C37D69}"/>
          </ac:spMkLst>
        </pc:spChg>
        <pc:spChg chg="del">
          <ac:chgData name="Kun Suo" userId="41c30799-3a2b-4880-86a3-8488be07954a" providerId="ADAL" clId="{2BF2CC9B-12EF-0E41-B469-FF54B54C9EE1}" dt="2019-11-29T18:42:37.816" v="2768" actId="478"/>
          <ac:spMkLst>
            <pc:docMk/>
            <pc:sldMk cId="3238899110" sldId="478"/>
            <ac:spMk id="19" creationId="{E9AEA97B-1A04-2345-9507-6D4FEC0603D5}"/>
          </ac:spMkLst>
        </pc:spChg>
        <pc:spChg chg="del">
          <ac:chgData name="Kun Suo" userId="41c30799-3a2b-4880-86a3-8488be07954a" providerId="ADAL" clId="{2BF2CC9B-12EF-0E41-B469-FF54B54C9EE1}" dt="2019-11-29T18:42:53.725" v="2777" actId="478"/>
          <ac:spMkLst>
            <pc:docMk/>
            <pc:sldMk cId="3238899110" sldId="478"/>
            <ac:spMk id="20" creationId="{09791ED6-BF38-8D4C-86EA-23C2597BE8CB}"/>
          </ac:spMkLst>
        </pc:spChg>
        <pc:spChg chg="add mod">
          <ac:chgData name="Kun Suo" userId="41c30799-3a2b-4880-86a3-8488be07954a" providerId="ADAL" clId="{2BF2CC9B-12EF-0E41-B469-FF54B54C9EE1}" dt="2019-11-29T18:40:44.200" v="2694" actId="20577"/>
          <ac:spMkLst>
            <pc:docMk/>
            <pc:sldMk cId="3238899110" sldId="478"/>
            <ac:spMk id="23" creationId="{D4306E8D-4BF3-C646-9135-33A97A560DAE}"/>
          </ac:spMkLst>
        </pc:spChg>
        <pc:spChg chg="add mod">
          <ac:chgData name="Kun Suo" userId="41c30799-3a2b-4880-86a3-8488be07954a" providerId="ADAL" clId="{2BF2CC9B-12EF-0E41-B469-FF54B54C9EE1}" dt="2019-11-29T18:40:50.904" v="2696" actId="1076"/>
          <ac:spMkLst>
            <pc:docMk/>
            <pc:sldMk cId="3238899110" sldId="478"/>
            <ac:spMk id="24" creationId="{21FA0855-EBD1-D844-B0D7-24B56941DD4E}"/>
          </ac:spMkLst>
        </pc:spChg>
        <pc:spChg chg="add mod">
          <ac:chgData name="Kun Suo" userId="41c30799-3a2b-4880-86a3-8488be07954a" providerId="ADAL" clId="{2BF2CC9B-12EF-0E41-B469-FF54B54C9EE1}" dt="2019-11-29T18:40:53.215" v="2697" actId="1076"/>
          <ac:spMkLst>
            <pc:docMk/>
            <pc:sldMk cId="3238899110" sldId="478"/>
            <ac:spMk id="25" creationId="{7050452D-1CE3-0345-93CC-B616600B0FC7}"/>
          </ac:spMkLst>
        </pc:spChg>
        <pc:spChg chg="add mod">
          <ac:chgData name="Kun Suo" userId="41c30799-3a2b-4880-86a3-8488be07954a" providerId="ADAL" clId="{2BF2CC9B-12EF-0E41-B469-FF54B54C9EE1}" dt="2019-11-29T18:41:02.071" v="2701" actId="1076"/>
          <ac:spMkLst>
            <pc:docMk/>
            <pc:sldMk cId="3238899110" sldId="478"/>
            <ac:spMk id="26" creationId="{6C352DCA-0DEE-A649-B558-F951C4B20C1B}"/>
          </ac:spMkLst>
        </pc:spChg>
        <pc:spChg chg="add mod">
          <ac:chgData name="Kun Suo" userId="41c30799-3a2b-4880-86a3-8488be07954a" providerId="ADAL" clId="{2BF2CC9B-12EF-0E41-B469-FF54B54C9EE1}" dt="2019-11-29T18:41:03.983" v="2702" actId="1076"/>
          <ac:spMkLst>
            <pc:docMk/>
            <pc:sldMk cId="3238899110" sldId="478"/>
            <ac:spMk id="27" creationId="{F9C8A448-0601-3944-935F-E4C2E93ED595}"/>
          </ac:spMkLst>
        </pc:spChg>
        <pc:spChg chg="add mod">
          <ac:chgData name="Kun Suo" userId="41c30799-3a2b-4880-86a3-8488be07954a" providerId="ADAL" clId="{2BF2CC9B-12EF-0E41-B469-FF54B54C9EE1}" dt="2019-11-29T18:42:42.504" v="2770" actId="1076"/>
          <ac:spMkLst>
            <pc:docMk/>
            <pc:sldMk cId="3238899110" sldId="478"/>
            <ac:spMk id="28" creationId="{EF83AB5B-46A9-784C-A57D-1FC9ABE57E10}"/>
          </ac:spMkLst>
        </pc:spChg>
        <pc:spChg chg="add mod">
          <ac:chgData name="Kun Suo" userId="41c30799-3a2b-4880-86a3-8488be07954a" providerId="ADAL" clId="{2BF2CC9B-12EF-0E41-B469-FF54B54C9EE1}" dt="2019-11-29T18:42:56.624" v="2778" actId="1076"/>
          <ac:spMkLst>
            <pc:docMk/>
            <pc:sldMk cId="3238899110" sldId="478"/>
            <ac:spMk id="29" creationId="{466A959F-3CB9-8443-A3B7-312D500E69FE}"/>
          </ac:spMkLst>
        </pc:spChg>
      </pc:sldChg>
      <pc:sldChg chg="addSp delSp modSp add">
        <pc:chgData name="Kun Suo" userId="41c30799-3a2b-4880-86a3-8488be07954a" providerId="ADAL" clId="{2BF2CC9B-12EF-0E41-B469-FF54B54C9EE1}" dt="2019-11-29T18:44:27.579" v="2798" actId="14100"/>
        <pc:sldMkLst>
          <pc:docMk/>
          <pc:sldMk cId="3180340685" sldId="479"/>
        </pc:sldMkLst>
        <pc:spChg chg="mod">
          <ac:chgData name="Kun Suo" userId="41c30799-3a2b-4880-86a3-8488be07954a" providerId="ADAL" clId="{2BF2CC9B-12EF-0E41-B469-FF54B54C9EE1}" dt="2019-11-29T18:44:08.698" v="2793" actId="33524"/>
          <ac:spMkLst>
            <pc:docMk/>
            <pc:sldMk cId="3180340685" sldId="479"/>
            <ac:spMk id="5" creationId="{76C50D2D-7B70-2348-9BE3-CE20E08C9875}"/>
          </ac:spMkLst>
        </pc:spChg>
        <pc:spChg chg="add del mod">
          <ac:chgData name="Kun Suo" userId="41c30799-3a2b-4880-86a3-8488be07954a" providerId="ADAL" clId="{2BF2CC9B-12EF-0E41-B469-FF54B54C9EE1}" dt="2019-11-29T18:44:00.560" v="2786" actId="478"/>
          <ac:spMkLst>
            <pc:docMk/>
            <pc:sldMk cId="3180340685" sldId="479"/>
            <ac:spMk id="30" creationId="{8358FD84-1ABF-E441-A786-8A386E9187B8}"/>
          </ac:spMkLst>
        </pc:spChg>
        <pc:cxnChg chg="add mod">
          <ac:chgData name="Kun Suo" userId="41c30799-3a2b-4880-86a3-8488be07954a" providerId="ADAL" clId="{2BF2CC9B-12EF-0E41-B469-FF54B54C9EE1}" dt="2019-11-29T18:44:21.339" v="2795" actId="14100"/>
          <ac:cxnSpMkLst>
            <pc:docMk/>
            <pc:sldMk cId="3180340685" sldId="479"/>
            <ac:cxnSpMk id="31" creationId="{105573AA-5222-AC4F-BE79-A2FA7EA65B20}"/>
          </ac:cxnSpMkLst>
        </pc:cxnChg>
        <pc:cxnChg chg="add mod">
          <ac:chgData name="Kun Suo" userId="41c30799-3a2b-4880-86a3-8488be07954a" providerId="ADAL" clId="{2BF2CC9B-12EF-0E41-B469-FF54B54C9EE1}" dt="2019-11-29T18:44:27.579" v="2798" actId="14100"/>
          <ac:cxnSpMkLst>
            <pc:docMk/>
            <pc:sldMk cId="3180340685" sldId="479"/>
            <ac:cxnSpMk id="32" creationId="{2C0A578D-248A-1E4E-A6F7-AB18B1701E2D}"/>
          </ac:cxnSpMkLst>
        </pc:cxnChg>
      </pc:sldChg>
      <pc:sldChg chg="addSp delSp modSp add">
        <pc:chgData name="Kun Suo" userId="41c30799-3a2b-4880-86a3-8488be07954a" providerId="ADAL" clId="{2BF2CC9B-12EF-0E41-B469-FF54B54C9EE1}" dt="2019-11-29T18:45:16.476" v="2813" actId="27636"/>
        <pc:sldMkLst>
          <pc:docMk/>
          <pc:sldMk cId="132413376" sldId="480"/>
        </pc:sldMkLst>
        <pc:spChg chg="mod">
          <ac:chgData name="Kun Suo" userId="41c30799-3a2b-4880-86a3-8488be07954a" providerId="ADAL" clId="{2BF2CC9B-12EF-0E41-B469-FF54B54C9EE1}" dt="2019-11-29T18:45:16.476" v="2813" actId="27636"/>
          <ac:spMkLst>
            <pc:docMk/>
            <pc:sldMk cId="132413376" sldId="480"/>
            <ac:spMk id="5" creationId="{76C50D2D-7B70-2348-9BE3-CE20E08C9875}"/>
          </ac:spMkLst>
        </pc:spChg>
        <pc:spChg chg="add del mod">
          <ac:chgData name="Kun Suo" userId="41c30799-3a2b-4880-86a3-8488be07954a" providerId="ADAL" clId="{2BF2CC9B-12EF-0E41-B469-FF54B54C9EE1}" dt="2019-11-29T18:45:12.509" v="2809" actId="478"/>
          <ac:spMkLst>
            <pc:docMk/>
            <pc:sldMk cId="132413376" sldId="480"/>
            <ac:spMk id="30" creationId="{4ECC63E7-43BF-9240-BB0B-BBE4366B98FE}"/>
          </ac:spMkLst>
        </pc:spChg>
        <pc:spChg chg="add mod">
          <ac:chgData name="Kun Suo" userId="41c30799-3a2b-4880-86a3-8488be07954a" providerId="ADAL" clId="{2BF2CC9B-12EF-0E41-B469-FF54B54C9EE1}" dt="2019-11-29T18:45:04.202" v="2805" actId="1076"/>
          <ac:spMkLst>
            <pc:docMk/>
            <pc:sldMk cId="132413376" sldId="480"/>
            <ac:spMk id="33" creationId="{3ECB866B-EF9C-E644-8A24-5C46754647F8}"/>
          </ac:spMkLst>
        </pc:spChg>
        <pc:spChg chg="add mod">
          <ac:chgData name="Kun Suo" userId="41c30799-3a2b-4880-86a3-8488be07954a" providerId="ADAL" clId="{2BF2CC9B-12EF-0E41-B469-FF54B54C9EE1}" dt="2019-11-29T18:45:01.820" v="2804" actId="1076"/>
          <ac:spMkLst>
            <pc:docMk/>
            <pc:sldMk cId="132413376" sldId="480"/>
            <ac:spMk id="34" creationId="{38EEEB45-D9F9-854C-9803-62C91CE15572}"/>
          </ac:spMkLst>
        </pc:spChg>
      </pc:sldChg>
      <pc:sldChg chg="modSp add">
        <pc:chgData name="Kun Suo" userId="41c30799-3a2b-4880-86a3-8488be07954a" providerId="ADAL" clId="{2BF2CC9B-12EF-0E41-B469-FF54B54C9EE1}" dt="2019-11-29T18:46:40.816" v="2817"/>
        <pc:sldMkLst>
          <pc:docMk/>
          <pc:sldMk cId="122870647" sldId="481"/>
        </pc:sldMkLst>
        <pc:spChg chg="mod">
          <ac:chgData name="Kun Suo" userId="41c30799-3a2b-4880-86a3-8488be07954a" providerId="ADAL" clId="{2BF2CC9B-12EF-0E41-B469-FF54B54C9EE1}" dt="2019-11-29T18:45:44.402" v="2815"/>
          <ac:spMkLst>
            <pc:docMk/>
            <pc:sldMk cId="122870647" sldId="481"/>
            <ac:spMk id="2" creationId="{9B220CC2-1C8A-4445-9E41-9A7169A95668}"/>
          </ac:spMkLst>
        </pc:spChg>
        <pc:spChg chg="mod">
          <ac:chgData name="Kun Suo" userId="41c30799-3a2b-4880-86a3-8488be07954a" providerId="ADAL" clId="{2BF2CC9B-12EF-0E41-B469-FF54B54C9EE1}" dt="2019-11-29T18:46:40.816" v="2817"/>
          <ac:spMkLst>
            <pc:docMk/>
            <pc:sldMk cId="122870647" sldId="481"/>
            <ac:spMk id="5" creationId="{F98F1540-A0F5-2942-9529-F5C66D0E6DA7}"/>
          </ac:spMkLst>
        </pc:spChg>
      </pc:sldChg>
      <pc:sldChg chg="modSp add">
        <pc:chgData name="Kun Suo" userId="41c30799-3a2b-4880-86a3-8488be07954a" providerId="ADAL" clId="{2BF2CC9B-12EF-0E41-B469-FF54B54C9EE1}" dt="2019-11-29T18:49:00.845" v="2919" actId="20577"/>
        <pc:sldMkLst>
          <pc:docMk/>
          <pc:sldMk cId="1645599245" sldId="482"/>
        </pc:sldMkLst>
        <pc:spChg chg="mod">
          <ac:chgData name="Kun Suo" userId="41c30799-3a2b-4880-86a3-8488be07954a" providerId="ADAL" clId="{2BF2CC9B-12EF-0E41-B469-FF54B54C9EE1}" dt="2019-11-29T18:45:46.453" v="2816"/>
          <ac:spMkLst>
            <pc:docMk/>
            <pc:sldMk cId="1645599245" sldId="482"/>
            <ac:spMk id="2" creationId="{9B220CC2-1C8A-4445-9E41-9A7169A95668}"/>
          </ac:spMkLst>
        </pc:spChg>
        <pc:spChg chg="mod">
          <ac:chgData name="Kun Suo" userId="41c30799-3a2b-4880-86a3-8488be07954a" providerId="ADAL" clId="{2BF2CC9B-12EF-0E41-B469-FF54B54C9EE1}" dt="2019-11-29T18:49:00.845" v="2919" actId="20577"/>
          <ac:spMkLst>
            <pc:docMk/>
            <pc:sldMk cId="1645599245" sldId="482"/>
            <ac:spMk id="5" creationId="{F98F1540-A0F5-2942-9529-F5C66D0E6DA7}"/>
          </ac:spMkLst>
        </pc:spChg>
      </pc:sldChg>
      <pc:sldChg chg="addSp modSp add">
        <pc:chgData name="Kun Suo" userId="41c30799-3a2b-4880-86a3-8488be07954a" providerId="ADAL" clId="{2BF2CC9B-12EF-0E41-B469-FF54B54C9EE1}" dt="2019-11-29T19:03:06.353" v="3020" actId="33524"/>
        <pc:sldMkLst>
          <pc:docMk/>
          <pc:sldMk cId="846572597" sldId="483"/>
        </pc:sldMkLst>
        <pc:spChg chg="mod">
          <ac:chgData name="Kun Suo" userId="41c30799-3a2b-4880-86a3-8488be07954a" providerId="ADAL" clId="{2BF2CC9B-12EF-0E41-B469-FF54B54C9EE1}" dt="2019-11-29T18:49:38.846" v="2927" actId="20577"/>
          <ac:spMkLst>
            <pc:docMk/>
            <pc:sldMk cId="846572597" sldId="483"/>
            <ac:spMk id="2" creationId="{AE0150FC-85B1-284E-B9D5-A00B876764CE}"/>
          </ac:spMkLst>
        </pc:spChg>
        <pc:spChg chg="mod">
          <ac:chgData name="Kun Suo" userId="41c30799-3a2b-4880-86a3-8488be07954a" providerId="ADAL" clId="{2BF2CC9B-12EF-0E41-B469-FF54B54C9EE1}" dt="2019-11-29T19:03:06.353" v="3020" actId="33524"/>
          <ac:spMkLst>
            <pc:docMk/>
            <pc:sldMk cId="846572597" sldId="483"/>
            <ac:spMk id="5" creationId="{88E5D9D7-EC4C-5B41-9D4D-E7E722F9D7EF}"/>
          </ac:spMkLst>
        </pc:spChg>
        <pc:picChg chg="add mod">
          <ac:chgData name="Kun Suo" userId="41c30799-3a2b-4880-86a3-8488be07954a" providerId="ADAL" clId="{2BF2CC9B-12EF-0E41-B469-FF54B54C9EE1}" dt="2019-11-29T19:02:29.393" v="2965" actId="1076"/>
          <ac:picMkLst>
            <pc:docMk/>
            <pc:sldMk cId="846572597" sldId="483"/>
            <ac:picMk id="6" creationId="{E91D9661-F5D3-544F-8EC2-1741F30ED1A0}"/>
          </ac:picMkLst>
        </pc:picChg>
      </pc:sldChg>
      <pc:sldChg chg="addSp delSp modSp add">
        <pc:chgData name="Kun Suo" userId="41c30799-3a2b-4880-86a3-8488be07954a" providerId="ADAL" clId="{2BF2CC9B-12EF-0E41-B469-FF54B54C9EE1}" dt="2019-11-29T19:27:30.344" v="3867" actId="1076"/>
        <pc:sldMkLst>
          <pc:docMk/>
          <pc:sldMk cId="3717347800" sldId="484"/>
        </pc:sldMkLst>
        <pc:spChg chg="mod">
          <ac:chgData name="Kun Suo" userId="41c30799-3a2b-4880-86a3-8488be07954a" providerId="ADAL" clId="{2BF2CC9B-12EF-0E41-B469-FF54B54C9EE1}" dt="2019-11-29T19:24:38.606" v="3705" actId="27636"/>
          <ac:spMkLst>
            <pc:docMk/>
            <pc:sldMk cId="3717347800" sldId="484"/>
            <ac:spMk id="5" creationId="{88E5D9D7-EC4C-5B41-9D4D-E7E722F9D7EF}"/>
          </ac:spMkLst>
        </pc:spChg>
        <pc:spChg chg="add mod">
          <ac:chgData name="Kun Suo" userId="41c30799-3a2b-4880-86a3-8488be07954a" providerId="ADAL" clId="{2BF2CC9B-12EF-0E41-B469-FF54B54C9EE1}" dt="2019-11-29T19:08:18.279" v="3091" actId="20577"/>
          <ac:spMkLst>
            <pc:docMk/>
            <pc:sldMk cId="3717347800" sldId="484"/>
            <ac:spMk id="7" creationId="{C4684790-6663-2E4E-970C-1A678ADF0881}"/>
          </ac:spMkLst>
        </pc:spChg>
        <pc:spChg chg="add del mod">
          <ac:chgData name="Kun Suo" userId="41c30799-3a2b-4880-86a3-8488be07954a" providerId="ADAL" clId="{2BF2CC9B-12EF-0E41-B469-FF54B54C9EE1}" dt="2019-11-29T19:25:12.657" v="3724" actId="478"/>
          <ac:spMkLst>
            <pc:docMk/>
            <pc:sldMk cId="3717347800" sldId="484"/>
            <ac:spMk id="8" creationId="{65FB3142-559F-B343-9CA1-D83B3698167C}"/>
          </ac:spMkLst>
        </pc:spChg>
        <pc:spChg chg="add mod">
          <ac:chgData name="Kun Suo" userId="41c30799-3a2b-4880-86a3-8488be07954a" providerId="ADAL" clId="{2BF2CC9B-12EF-0E41-B469-FF54B54C9EE1}" dt="2019-11-29T19:24:56.477" v="3713" actId="20577"/>
          <ac:spMkLst>
            <pc:docMk/>
            <pc:sldMk cId="3717347800" sldId="484"/>
            <ac:spMk id="9" creationId="{532759C9-EEF2-BB4A-AC5A-6C3136843EEC}"/>
          </ac:spMkLst>
        </pc:spChg>
        <pc:spChg chg="add mod">
          <ac:chgData name="Kun Suo" userId="41c30799-3a2b-4880-86a3-8488be07954a" providerId="ADAL" clId="{2BF2CC9B-12EF-0E41-B469-FF54B54C9EE1}" dt="2019-11-29T19:08:30.174" v="3095" actId="1076"/>
          <ac:spMkLst>
            <pc:docMk/>
            <pc:sldMk cId="3717347800" sldId="484"/>
            <ac:spMk id="11" creationId="{B0EB7CBA-203C-2342-AB1A-09E05920BF27}"/>
          </ac:spMkLst>
        </pc:spChg>
        <pc:spChg chg="add mod">
          <ac:chgData name="Kun Suo" userId="41c30799-3a2b-4880-86a3-8488be07954a" providerId="ADAL" clId="{2BF2CC9B-12EF-0E41-B469-FF54B54C9EE1}" dt="2019-11-29T19:08:32.503" v="3097" actId="1076"/>
          <ac:spMkLst>
            <pc:docMk/>
            <pc:sldMk cId="3717347800" sldId="484"/>
            <ac:spMk id="12" creationId="{A7B1F182-D640-1C40-91B2-8CB2E63547D5}"/>
          </ac:spMkLst>
        </pc:spChg>
        <pc:spChg chg="add mod">
          <ac:chgData name="Kun Suo" userId="41c30799-3a2b-4880-86a3-8488be07954a" providerId="ADAL" clId="{2BF2CC9B-12EF-0E41-B469-FF54B54C9EE1}" dt="2019-11-29T19:24:59.148" v="3714" actId="1076"/>
          <ac:spMkLst>
            <pc:docMk/>
            <pc:sldMk cId="3717347800" sldId="484"/>
            <ac:spMk id="13" creationId="{687D6516-3D90-1749-9630-679A3A2D836C}"/>
          </ac:spMkLst>
        </pc:spChg>
        <pc:spChg chg="add del mod">
          <ac:chgData name="Kun Suo" userId="41c30799-3a2b-4880-86a3-8488be07954a" providerId="ADAL" clId="{2BF2CC9B-12EF-0E41-B469-FF54B54C9EE1}" dt="2019-11-29T19:25:12.837" v="3726"/>
          <ac:spMkLst>
            <pc:docMk/>
            <pc:sldMk cId="3717347800" sldId="484"/>
            <ac:spMk id="15" creationId="{9875A8D2-305D-DC4B-B604-5C1F3DA0D123}"/>
          </ac:spMkLst>
        </pc:spChg>
        <pc:spChg chg="add mod">
          <ac:chgData name="Kun Suo" userId="41c30799-3a2b-4880-86a3-8488be07954a" providerId="ADAL" clId="{2BF2CC9B-12EF-0E41-B469-FF54B54C9EE1}" dt="2019-11-29T19:25:19.190" v="3728" actId="1076"/>
          <ac:spMkLst>
            <pc:docMk/>
            <pc:sldMk cId="3717347800" sldId="484"/>
            <ac:spMk id="18" creationId="{32395AF1-5A0B-BD4B-8412-572EC44AC990}"/>
          </ac:spMkLst>
        </pc:spChg>
        <pc:spChg chg="add mod">
          <ac:chgData name="Kun Suo" userId="41c30799-3a2b-4880-86a3-8488be07954a" providerId="ADAL" clId="{2BF2CC9B-12EF-0E41-B469-FF54B54C9EE1}" dt="2019-11-29T19:25:25.062" v="3730" actId="20577"/>
          <ac:spMkLst>
            <pc:docMk/>
            <pc:sldMk cId="3717347800" sldId="484"/>
            <ac:spMk id="20" creationId="{2EB5C74C-2570-2F40-B5C4-F8453DDCF3DB}"/>
          </ac:spMkLst>
        </pc:spChg>
        <pc:spChg chg="add mod">
          <ac:chgData name="Kun Suo" userId="41c30799-3a2b-4880-86a3-8488be07954a" providerId="ADAL" clId="{2BF2CC9B-12EF-0E41-B469-FF54B54C9EE1}" dt="2019-11-29T19:25:31.165" v="3733" actId="20577"/>
          <ac:spMkLst>
            <pc:docMk/>
            <pc:sldMk cId="3717347800" sldId="484"/>
            <ac:spMk id="23" creationId="{7C24D701-1DE7-314C-ABB4-204396F61467}"/>
          </ac:spMkLst>
        </pc:spChg>
        <pc:spChg chg="add mod">
          <ac:chgData name="Kun Suo" userId="41c30799-3a2b-4880-86a3-8488be07954a" providerId="ADAL" clId="{2BF2CC9B-12EF-0E41-B469-FF54B54C9EE1}" dt="2019-11-29T19:25:52.162" v="3741" actId="20577"/>
          <ac:spMkLst>
            <pc:docMk/>
            <pc:sldMk cId="3717347800" sldId="484"/>
            <ac:spMk id="26" creationId="{5AF72C1A-7D66-8042-BB8B-618FFA89A77C}"/>
          </ac:spMkLst>
        </pc:spChg>
        <pc:spChg chg="add mod">
          <ac:chgData name="Kun Suo" userId="41c30799-3a2b-4880-86a3-8488be07954a" providerId="ADAL" clId="{2BF2CC9B-12EF-0E41-B469-FF54B54C9EE1}" dt="2019-11-29T19:27:24.806" v="3863" actId="1076"/>
          <ac:spMkLst>
            <pc:docMk/>
            <pc:sldMk cId="3717347800" sldId="484"/>
            <ac:spMk id="28" creationId="{83852FC2-4657-7A48-BF76-2A35A3B2F7E4}"/>
          </ac:spMkLst>
        </pc:spChg>
        <pc:spChg chg="add mod">
          <ac:chgData name="Kun Suo" userId="41c30799-3a2b-4880-86a3-8488be07954a" providerId="ADAL" clId="{2BF2CC9B-12EF-0E41-B469-FF54B54C9EE1}" dt="2019-11-29T19:27:27.591" v="3865" actId="1076"/>
          <ac:spMkLst>
            <pc:docMk/>
            <pc:sldMk cId="3717347800" sldId="484"/>
            <ac:spMk id="29" creationId="{0367B16C-80FA-094A-ACFC-5E0529C8BE60}"/>
          </ac:spMkLst>
        </pc:spChg>
        <pc:spChg chg="add mod">
          <ac:chgData name="Kun Suo" userId="41c30799-3a2b-4880-86a3-8488be07954a" providerId="ADAL" clId="{2BF2CC9B-12EF-0E41-B469-FF54B54C9EE1}" dt="2019-11-29T19:27:30.344" v="3867" actId="1076"/>
          <ac:spMkLst>
            <pc:docMk/>
            <pc:sldMk cId="3717347800" sldId="484"/>
            <ac:spMk id="30" creationId="{6D5DF7D4-78CA-6E4D-B99C-26C22F6C354C}"/>
          </ac:spMkLst>
        </pc:spChg>
        <pc:picChg chg="del">
          <ac:chgData name="Kun Suo" userId="41c30799-3a2b-4880-86a3-8488be07954a" providerId="ADAL" clId="{2BF2CC9B-12EF-0E41-B469-FF54B54C9EE1}" dt="2019-11-29T19:03:35.083" v="3022" actId="478"/>
          <ac:picMkLst>
            <pc:docMk/>
            <pc:sldMk cId="3717347800" sldId="484"/>
            <ac:picMk id="6" creationId="{E91D9661-F5D3-544F-8EC2-1741F30ED1A0}"/>
          </ac:picMkLst>
        </pc:picChg>
        <pc:cxnChg chg="add mod">
          <ac:chgData name="Kun Suo" userId="41c30799-3a2b-4880-86a3-8488be07954a" providerId="ADAL" clId="{2BF2CC9B-12EF-0E41-B469-FF54B54C9EE1}" dt="2019-11-29T19:25:11.230" v="3723" actId="14100"/>
          <ac:cxnSpMkLst>
            <pc:docMk/>
            <pc:sldMk cId="3717347800" sldId="484"/>
            <ac:cxnSpMk id="10" creationId="{BA616491-3CB1-A244-8042-B221F6B05515}"/>
          </ac:cxnSpMkLst>
        </pc:cxnChg>
        <pc:cxnChg chg="add mod">
          <ac:chgData name="Kun Suo" userId="41c30799-3a2b-4880-86a3-8488be07954a" providerId="ADAL" clId="{2BF2CC9B-12EF-0E41-B469-FF54B54C9EE1}" dt="2019-11-29T19:25:07.302" v="3721" actId="14100"/>
          <ac:cxnSpMkLst>
            <pc:docMk/>
            <pc:sldMk cId="3717347800" sldId="484"/>
            <ac:cxnSpMk id="14" creationId="{4BDF9EB1-7BD1-0049-A933-69E0B4D10054}"/>
          </ac:cxnSpMkLst>
        </pc:cxnChg>
        <pc:cxnChg chg="add mod">
          <ac:chgData name="Kun Suo" userId="41c30799-3a2b-4880-86a3-8488be07954a" providerId="ADAL" clId="{2BF2CC9B-12EF-0E41-B469-FF54B54C9EE1}" dt="2019-11-29T19:25:23.229" v="3729" actId="1076"/>
          <ac:cxnSpMkLst>
            <pc:docMk/>
            <pc:sldMk cId="3717347800" sldId="484"/>
            <ac:cxnSpMk id="19" creationId="{B491592B-408A-5F4D-A9B4-2704FD2464E7}"/>
          </ac:cxnSpMkLst>
        </pc:cxnChg>
        <pc:cxnChg chg="add mod">
          <ac:chgData name="Kun Suo" userId="41c30799-3a2b-4880-86a3-8488be07954a" providerId="ADAL" clId="{2BF2CC9B-12EF-0E41-B469-FF54B54C9EE1}" dt="2019-11-29T19:25:19.190" v="3728" actId="1076"/>
          <ac:cxnSpMkLst>
            <pc:docMk/>
            <pc:sldMk cId="3717347800" sldId="484"/>
            <ac:cxnSpMk id="21" creationId="{FB9C746A-46F6-B043-91CE-0AEB7739E41A}"/>
          </ac:cxnSpMkLst>
        </pc:cxnChg>
        <pc:cxnChg chg="add mod">
          <ac:chgData name="Kun Suo" userId="41c30799-3a2b-4880-86a3-8488be07954a" providerId="ADAL" clId="{2BF2CC9B-12EF-0E41-B469-FF54B54C9EE1}" dt="2019-11-29T19:25:34.390" v="3735" actId="14100"/>
          <ac:cxnSpMkLst>
            <pc:docMk/>
            <pc:sldMk cId="3717347800" sldId="484"/>
            <ac:cxnSpMk id="22" creationId="{AA8149F6-4AD2-8C4B-A1C9-19C05EAF6236}"/>
          </ac:cxnSpMkLst>
        </pc:cxnChg>
        <pc:cxnChg chg="add mod">
          <ac:chgData name="Kun Suo" userId="41c30799-3a2b-4880-86a3-8488be07954a" providerId="ADAL" clId="{2BF2CC9B-12EF-0E41-B469-FF54B54C9EE1}" dt="2019-11-29T19:25:49.838" v="3740" actId="14100"/>
          <ac:cxnSpMkLst>
            <pc:docMk/>
            <pc:sldMk cId="3717347800" sldId="484"/>
            <ac:cxnSpMk id="25" creationId="{85CBAADF-544A-9B4D-BF98-75B17F97F91F}"/>
          </ac:cxnSpMkLst>
        </pc:cxnChg>
      </pc:sldChg>
      <pc:sldChg chg="addSp delSp modSp add">
        <pc:chgData name="Kun Suo" userId="41c30799-3a2b-4880-86a3-8488be07954a" providerId="ADAL" clId="{2BF2CC9B-12EF-0E41-B469-FF54B54C9EE1}" dt="2019-11-29T19:12:04.145" v="3149" actId="1076"/>
        <pc:sldMkLst>
          <pc:docMk/>
          <pc:sldMk cId="3106089611" sldId="485"/>
        </pc:sldMkLst>
        <pc:spChg chg="mod">
          <ac:chgData name="Kun Suo" userId="41c30799-3a2b-4880-86a3-8488be07954a" providerId="ADAL" clId="{2BF2CC9B-12EF-0E41-B469-FF54B54C9EE1}" dt="2019-11-29T19:12:00.527" v="3146" actId="20577"/>
          <ac:spMkLst>
            <pc:docMk/>
            <pc:sldMk cId="3106089611" sldId="485"/>
            <ac:spMk id="5" creationId="{88E5D9D7-EC4C-5B41-9D4D-E7E722F9D7EF}"/>
          </ac:spMkLst>
        </pc:spChg>
        <pc:spChg chg="del">
          <ac:chgData name="Kun Suo" userId="41c30799-3a2b-4880-86a3-8488be07954a" providerId="ADAL" clId="{2BF2CC9B-12EF-0E41-B469-FF54B54C9EE1}" dt="2019-11-29T19:11:42.388" v="3140" actId="478"/>
          <ac:spMkLst>
            <pc:docMk/>
            <pc:sldMk cId="3106089611" sldId="485"/>
            <ac:spMk id="7" creationId="{C4684790-6663-2E4E-970C-1A678ADF0881}"/>
          </ac:spMkLst>
        </pc:spChg>
        <pc:spChg chg="del">
          <ac:chgData name="Kun Suo" userId="41c30799-3a2b-4880-86a3-8488be07954a" providerId="ADAL" clId="{2BF2CC9B-12EF-0E41-B469-FF54B54C9EE1}" dt="2019-11-29T19:11:42.388" v="3140" actId="478"/>
          <ac:spMkLst>
            <pc:docMk/>
            <pc:sldMk cId="3106089611" sldId="485"/>
            <ac:spMk id="8" creationId="{65FB3142-559F-B343-9CA1-D83B3698167C}"/>
          </ac:spMkLst>
        </pc:spChg>
        <pc:spChg chg="del">
          <ac:chgData name="Kun Suo" userId="41c30799-3a2b-4880-86a3-8488be07954a" providerId="ADAL" clId="{2BF2CC9B-12EF-0E41-B469-FF54B54C9EE1}" dt="2019-11-29T19:11:42.388" v="3140" actId="478"/>
          <ac:spMkLst>
            <pc:docMk/>
            <pc:sldMk cId="3106089611" sldId="485"/>
            <ac:spMk id="9" creationId="{532759C9-EEF2-BB4A-AC5A-6C3136843EEC}"/>
          </ac:spMkLst>
        </pc:spChg>
        <pc:spChg chg="del">
          <ac:chgData name="Kun Suo" userId="41c30799-3a2b-4880-86a3-8488be07954a" providerId="ADAL" clId="{2BF2CC9B-12EF-0E41-B469-FF54B54C9EE1}" dt="2019-11-29T19:11:42.388" v="3140" actId="478"/>
          <ac:spMkLst>
            <pc:docMk/>
            <pc:sldMk cId="3106089611" sldId="485"/>
            <ac:spMk id="11" creationId="{B0EB7CBA-203C-2342-AB1A-09E05920BF27}"/>
          </ac:spMkLst>
        </pc:spChg>
        <pc:spChg chg="del">
          <ac:chgData name="Kun Suo" userId="41c30799-3a2b-4880-86a3-8488be07954a" providerId="ADAL" clId="{2BF2CC9B-12EF-0E41-B469-FF54B54C9EE1}" dt="2019-11-29T19:11:42.388" v="3140" actId="478"/>
          <ac:spMkLst>
            <pc:docMk/>
            <pc:sldMk cId="3106089611" sldId="485"/>
            <ac:spMk id="12" creationId="{A7B1F182-D640-1C40-91B2-8CB2E63547D5}"/>
          </ac:spMkLst>
        </pc:spChg>
        <pc:picChg chg="add mod">
          <ac:chgData name="Kun Suo" userId="41c30799-3a2b-4880-86a3-8488be07954a" providerId="ADAL" clId="{2BF2CC9B-12EF-0E41-B469-FF54B54C9EE1}" dt="2019-11-29T19:12:04.145" v="3149" actId="1076"/>
          <ac:picMkLst>
            <pc:docMk/>
            <pc:sldMk cId="3106089611" sldId="485"/>
            <ac:picMk id="6" creationId="{8D67C069-BED6-BB4C-8AFB-1B1D7A974501}"/>
          </ac:picMkLst>
        </pc:picChg>
        <pc:cxnChg chg="del">
          <ac:chgData name="Kun Suo" userId="41c30799-3a2b-4880-86a3-8488be07954a" providerId="ADAL" clId="{2BF2CC9B-12EF-0E41-B469-FF54B54C9EE1}" dt="2019-11-29T19:11:42.388" v="3140" actId="478"/>
          <ac:cxnSpMkLst>
            <pc:docMk/>
            <pc:sldMk cId="3106089611" sldId="485"/>
            <ac:cxnSpMk id="10" creationId="{BA616491-3CB1-A244-8042-B221F6B05515}"/>
          </ac:cxnSpMkLst>
        </pc:cxnChg>
      </pc:sldChg>
      <pc:sldChg chg="modSp add">
        <pc:chgData name="Kun Suo" userId="41c30799-3a2b-4880-86a3-8488be07954a" providerId="ADAL" clId="{2BF2CC9B-12EF-0E41-B469-FF54B54C9EE1}" dt="2019-11-29T19:18:32.599" v="3425" actId="27636"/>
        <pc:sldMkLst>
          <pc:docMk/>
          <pc:sldMk cId="1963273250" sldId="486"/>
        </pc:sldMkLst>
        <pc:spChg chg="mod">
          <ac:chgData name="Kun Suo" userId="41c30799-3a2b-4880-86a3-8488be07954a" providerId="ADAL" clId="{2BF2CC9B-12EF-0E41-B469-FF54B54C9EE1}" dt="2019-11-29T19:14:22.522" v="3151"/>
          <ac:spMkLst>
            <pc:docMk/>
            <pc:sldMk cId="1963273250" sldId="486"/>
            <ac:spMk id="2" creationId="{9B220CC2-1C8A-4445-9E41-9A7169A95668}"/>
          </ac:spMkLst>
        </pc:spChg>
        <pc:spChg chg="mod">
          <ac:chgData name="Kun Suo" userId="41c30799-3a2b-4880-86a3-8488be07954a" providerId="ADAL" clId="{2BF2CC9B-12EF-0E41-B469-FF54B54C9EE1}" dt="2019-11-29T19:18:32.599" v="3425" actId="27636"/>
          <ac:spMkLst>
            <pc:docMk/>
            <pc:sldMk cId="1963273250" sldId="486"/>
            <ac:spMk id="5" creationId="{F98F1540-A0F5-2942-9529-F5C66D0E6DA7}"/>
          </ac:spMkLst>
        </pc:spChg>
      </pc:sldChg>
      <pc:sldChg chg="modSp add">
        <pc:chgData name="Kun Suo" userId="41c30799-3a2b-4880-86a3-8488be07954a" providerId="ADAL" clId="{2BF2CC9B-12EF-0E41-B469-FF54B54C9EE1}" dt="2019-11-29T19:21:24.637" v="3533"/>
        <pc:sldMkLst>
          <pc:docMk/>
          <pc:sldMk cId="1472820474" sldId="487"/>
        </pc:sldMkLst>
        <pc:spChg chg="mod">
          <ac:chgData name="Kun Suo" userId="41c30799-3a2b-4880-86a3-8488be07954a" providerId="ADAL" clId="{2BF2CC9B-12EF-0E41-B469-FF54B54C9EE1}" dt="2019-11-29T19:14:24.472" v="3152"/>
          <ac:spMkLst>
            <pc:docMk/>
            <pc:sldMk cId="1472820474" sldId="487"/>
            <ac:spMk id="2" creationId="{9B220CC2-1C8A-4445-9E41-9A7169A95668}"/>
          </ac:spMkLst>
        </pc:spChg>
        <pc:spChg chg="mod">
          <ac:chgData name="Kun Suo" userId="41c30799-3a2b-4880-86a3-8488be07954a" providerId="ADAL" clId="{2BF2CC9B-12EF-0E41-B469-FF54B54C9EE1}" dt="2019-11-29T19:21:24.637" v="3533"/>
          <ac:spMkLst>
            <pc:docMk/>
            <pc:sldMk cId="1472820474" sldId="487"/>
            <ac:spMk id="5" creationId="{F98F1540-A0F5-2942-9529-F5C66D0E6DA7}"/>
          </ac:spMkLst>
        </pc:spChg>
      </pc:sldChg>
      <pc:sldChg chg="addSp modSp add">
        <pc:chgData name="Kun Suo" userId="41c30799-3a2b-4880-86a3-8488be07954a" providerId="ADAL" clId="{2BF2CC9B-12EF-0E41-B469-FF54B54C9EE1}" dt="2019-11-29T19:27:48.925" v="3882" actId="1076"/>
        <pc:sldMkLst>
          <pc:docMk/>
          <pc:sldMk cId="1492587045" sldId="488"/>
        </pc:sldMkLst>
        <pc:spChg chg="mod">
          <ac:chgData name="Kun Suo" userId="41c30799-3a2b-4880-86a3-8488be07954a" providerId="ADAL" clId="{2BF2CC9B-12EF-0E41-B469-FF54B54C9EE1}" dt="2019-11-29T19:26:39.204" v="3846" actId="20577"/>
          <ac:spMkLst>
            <pc:docMk/>
            <pc:sldMk cId="1492587045" sldId="488"/>
            <ac:spMk id="5" creationId="{88E5D9D7-EC4C-5B41-9D4D-E7E722F9D7EF}"/>
          </ac:spMkLst>
        </pc:spChg>
        <pc:spChg chg="add mod">
          <ac:chgData name="Kun Suo" userId="41c30799-3a2b-4880-86a3-8488be07954a" providerId="ADAL" clId="{2BF2CC9B-12EF-0E41-B469-FF54B54C9EE1}" dt="2019-11-29T19:27:42.815" v="3878" actId="1076"/>
          <ac:spMkLst>
            <pc:docMk/>
            <pc:sldMk cId="1492587045" sldId="488"/>
            <ac:spMk id="29" creationId="{EA7A3C02-86A8-7F4E-8BB1-FDC4A586E619}"/>
          </ac:spMkLst>
        </pc:spChg>
        <pc:spChg chg="add">
          <ac:chgData name="Kun Suo" userId="41c30799-3a2b-4880-86a3-8488be07954a" providerId="ADAL" clId="{2BF2CC9B-12EF-0E41-B469-FF54B54C9EE1}" dt="2019-11-29T19:27:34.423" v="3868"/>
          <ac:spMkLst>
            <pc:docMk/>
            <pc:sldMk cId="1492587045" sldId="488"/>
            <ac:spMk id="30" creationId="{9E031831-FA33-6643-9A80-88368863D507}"/>
          </ac:spMkLst>
        </pc:spChg>
        <pc:spChg chg="add">
          <ac:chgData name="Kun Suo" userId="41c30799-3a2b-4880-86a3-8488be07954a" providerId="ADAL" clId="{2BF2CC9B-12EF-0E41-B469-FF54B54C9EE1}" dt="2019-11-29T19:27:34.423" v="3868"/>
          <ac:spMkLst>
            <pc:docMk/>
            <pc:sldMk cId="1492587045" sldId="488"/>
            <ac:spMk id="31" creationId="{01DAC7D9-4009-1B48-8D5C-6A5988125149}"/>
          </ac:spMkLst>
        </pc:spChg>
        <pc:spChg chg="add">
          <ac:chgData name="Kun Suo" userId="41c30799-3a2b-4880-86a3-8488be07954a" providerId="ADAL" clId="{2BF2CC9B-12EF-0E41-B469-FF54B54C9EE1}" dt="2019-11-29T19:27:37.367" v="3869"/>
          <ac:spMkLst>
            <pc:docMk/>
            <pc:sldMk cId="1492587045" sldId="488"/>
            <ac:spMk id="32" creationId="{FD4C94DF-9390-5E43-9184-0ED75EF3EF02}"/>
          </ac:spMkLst>
        </pc:spChg>
        <pc:spChg chg="add mod">
          <ac:chgData name="Kun Suo" userId="41c30799-3a2b-4880-86a3-8488be07954a" providerId="ADAL" clId="{2BF2CC9B-12EF-0E41-B469-FF54B54C9EE1}" dt="2019-11-29T19:27:46.254" v="3880" actId="1076"/>
          <ac:spMkLst>
            <pc:docMk/>
            <pc:sldMk cId="1492587045" sldId="488"/>
            <ac:spMk id="33" creationId="{9BBD2A4F-F8B1-8A47-9C6A-77786725F759}"/>
          </ac:spMkLst>
        </pc:spChg>
        <pc:spChg chg="add mod">
          <ac:chgData name="Kun Suo" userId="41c30799-3a2b-4880-86a3-8488be07954a" providerId="ADAL" clId="{2BF2CC9B-12EF-0E41-B469-FF54B54C9EE1}" dt="2019-11-29T19:27:48.925" v="3882" actId="1076"/>
          <ac:spMkLst>
            <pc:docMk/>
            <pc:sldMk cId="1492587045" sldId="488"/>
            <ac:spMk id="34" creationId="{41E76A05-24D3-9A41-B769-872F6021CF95}"/>
          </ac:spMkLst>
        </pc:spChg>
        <pc:cxnChg chg="add mod">
          <ac:chgData name="Kun Suo" userId="41c30799-3a2b-4880-86a3-8488be07954a" providerId="ADAL" clId="{2BF2CC9B-12EF-0E41-B469-FF54B54C9EE1}" dt="2019-11-29T19:26:58.031" v="3851" actId="14100"/>
          <ac:cxnSpMkLst>
            <pc:docMk/>
            <pc:sldMk cId="1492587045" sldId="488"/>
            <ac:cxnSpMk id="24" creationId="{D4870438-D91A-9F44-89DD-96D4647ABF84}"/>
          </ac:cxnSpMkLst>
        </pc:cxnChg>
        <pc:cxnChg chg="add mod">
          <ac:chgData name="Kun Suo" userId="41c30799-3a2b-4880-86a3-8488be07954a" providerId="ADAL" clId="{2BF2CC9B-12EF-0E41-B469-FF54B54C9EE1}" dt="2019-11-29T19:27:02.749" v="3854" actId="14100"/>
          <ac:cxnSpMkLst>
            <pc:docMk/>
            <pc:sldMk cId="1492587045" sldId="488"/>
            <ac:cxnSpMk id="27" creationId="{60A5F689-30E6-8C4D-A9AE-8B4AEE6FFCC7}"/>
          </ac:cxnSpMkLst>
        </pc:cxnChg>
        <pc:cxnChg chg="add mod">
          <ac:chgData name="Kun Suo" userId="41c30799-3a2b-4880-86a3-8488be07954a" providerId="ADAL" clId="{2BF2CC9B-12EF-0E41-B469-FF54B54C9EE1}" dt="2019-11-29T19:27:06.960" v="3857" actId="14100"/>
          <ac:cxnSpMkLst>
            <pc:docMk/>
            <pc:sldMk cId="1492587045" sldId="488"/>
            <ac:cxnSpMk id="28" creationId="{A094C191-32A0-C64E-944E-464250665459}"/>
          </ac:cxnSpMkLst>
        </pc:cxnChg>
      </pc:sldChg>
      <pc:sldChg chg="addSp delSp modSp add">
        <pc:chgData name="Kun Suo" userId="41c30799-3a2b-4880-86a3-8488be07954a" providerId="ADAL" clId="{2BF2CC9B-12EF-0E41-B469-FF54B54C9EE1}" dt="2019-11-29T19:29:24.063" v="3891" actId="1076"/>
        <pc:sldMkLst>
          <pc:docMk/>
          <pc:sldMk cId="880287664" sldId="489"/>
        </pc:sldMkLst>
        <pc:spChg chg="mod">
          <ac:chgData name="Kun Suo" userId="41c30799-3a2b-4880-86a3-8488be07954a" providerId="ADAL" clId="{2BF2CC9B-12EF-0E41-B469-FF54B54C9EE1}" dt="2019-11-29T19:28:19.759" v="3884"/>
          <ac:spMkLst>
            <pc:docMk/>
            <pc:sldMk cId="880287664" sldId="489"/>
            <ac:spMk id="2" creationId="{AE0150FC-85B1-284E-B9D5-A00B876764CE}"/>
          </ac:spMkLst>
        </pc:spChg>
        <pc:spChg chg="mod">
          <ac:chgData name="Kun Suo" userId="41c30799-3a2b-4880-86a3-8488be07954a" providerId="ADAL" clId="{2BF2CC9B-12EF-0E41-B469-FF54B54C9EE1}" dt="2019-11-29T19:28:43.330" v="3887" actId="20577"/>
          <ac:spMkLst>
            <pc:docMk/>
            <pc:sldMk cId="880287664" sldId="489"/>
            <ac:spMk id="5" creationId="{88E5D9D7-EC4C-5B41-9D4D-E7E722F9D7EF}"/>
          </ac:spMkLst>
        </pc:spChg>
        <pc:picChg chg="del">
          <ac:chgData name="Kun Suo" userId="41c30799-3a2b-4880-86a3-8488be07954a" providerId="ADAL" clId="{2BF2CC9B-12EF-0E41-B469-FF54B54C9EE1}" dt="2019-11-29T19:29:19.136" v="3888" actId="478"/>
          <ac:picMkLst>
            <pc:docMk/>
            <pc:sldMk cId="880287664" sldId="489"/>
            <ac:picMk id="6" creationId="{8D67C069-BED6-BB4C-8AFB-1B1D7A974501}"/>
          </ac:picMkLst>
        </pc:picChg>
        <pc:picChg chg="add mod">
          <ac:chgData name="Kun Suo" userId="41c30799-3a2b-4880-86a3-8488be07954a" providerId="ADAL" clId="{2BF2CC9B-12EF-0E41-B469-FF54B54C9EE1}" dt="2019-11-29T19:29:24.063" v="3891" actId="1076"/>
          <ac:picMkLst>
            <pc:docMk/>
            <pc:sldMk cId="880287664" sldId="489"/>
            <ac:picMk id="7" creationId="{5BFE7FB7-5392-3745-98F6-6FE4EBA063F1}"/>
          </ac:picMkLst>
        </pc:picChg>
      </pc:sldChg>
      <pc:sldChg chg="addSp delSp modSp add">
        <pc:chgData name="Kun Suo" userId="41c30799-3a2b-4880-86a3-8488be07954a" providerId="ADAL" clId="{2BF2CC9B-12EF-0E41-B469-FF54B54C9EE1}" dt="2019-11-29T19:33:19.027" v="4151" actId="122"/>
        <pc:sldMkLst>
          <pc:docMk/>
          <pc:sldMk cId="249241364" sldId="490"/>
        </pc:sldMkLst>
        <pc:spChg chg="mod">
          <ac:chgData name="Kun Suo" userId="41c30799-3a2b-4880-86a3-8488be07954a" providerId="ADAL" clId="{2BF2CC9B-12EF-0E41-B469-FF54B54C9EE1}" dt="2019-11-29T19:29:44.502" v="3904" actId="20577"/>
          <ac:spMkLst>
            <pc:docMk/>
            <pc:sldMk cId="249241364" sldId="490"/>
            <ac:spMk id="2" creationId="{6B476C8E-982A-D34F-95AC-2F6A0F29C0AB}"/>
          </ac:spMkLst>
        </pc:spChg>
        <pc:spChg chg="del">
          <ac:chgData name="Kun Suo" userId="41c30799-3a2b-4880-86a3-8488be07954a" providerId="ADAL" clId="{2BF2CC9B-12EF-0E41-B469-FF54B54C9EE1}" dt="2019-11-29T19:29:55.366" v="3905" actId="3680"/>
          <ac:spMkLst>
            <pc:docMk/>
            <pc:sldMk cId="249241364" sldId="490"/>
            <ac:spMk id="5" creationId="{B760AF7B-E2D9-AE47-81D7-88FCF1DFD864}"/>
          </ac:spMkLst>
        </pc:spChg>
        <pc:graphicFrameChg chg="add mod modGraphic">
          <ac:chgData name="Kun Suo" userId="41c30799-3a2b-4880-86a3-8488be07954a" providerId="ADAL" clId="{2BF2CC9B-12EF-0E41-B469-FF54B54C9EE1}" dt="2019-11-29T19:33:19.027" v="4151" actId="122"/>
          <ac:graphicFrameMkLst>
            <pc:docMk/>
            <pc:sldMk cId="249241364" sldId="490"/>
            <ac:graphicFrameMk id="6" creationId="{C4DA5850-AD64-7B41-AA54-B6ECC7932AE6}"/>
          </ac:graphicFrameMkLst>
        </pc:graphicFrameChg>
      </pc:sldChg>
      <pc:sldChg chg="modSp add">
        <pc:chgData name="Kun Suo" userId="41c30799-3a2b-4880-86a3-8488be07954a" providerId="ADAL" clId="{2BF2CC9B-12EF-0E41-B469-FF54B54C9EE1}" dt="2019-11-29T19:37:37.572" v="4315" actId="27636"/>
        <pc:sldMkLst>
          <pc:docMk/>
          <pc:sldMk cId="3957084249" sldId="491"/>
        </pc:sldMkLst>
        <pc:spChg chg="mod">
          <ac:chgData name="Kun Suo" userId="41c30799-3a2b-4880-86a3-8488be07954a" providerId="ADAL" clId="{2BF2CC9B-12EF-0E41-B469-FF54B54C9EE1}" dt="2019-11-29T19:34:27.841" v="4183" actId="20577"/>
          <ac:spMkLst>
            <pc:docMk/>
            <pc:sldMk cId="3957084249" sldId="491"/>
            <ac:spMk id="2" creationId="{A083000D-6965-004C-875E-EE27883FA5DC}"/>
          </ac:spMkLst>
        </pc:spChg>
        <pc:spChg chg="mod">
          <ac:chgData name="Kun Suo" userId="41c30799-3a2b-4880-86a3-8488be07954a" providerId="ADAL" clId="{2BF2CC9B-12EF-0E41-B469-FF54B54C9EE1}" dt="2019-11-29T19:37:37.572" v="4315" actId="27636"/>
          <ac:spMkLst>
            <pc:docMk/>
            <pc:sldMk cId="3957084249" sldId="491"/>
            <ac:spMk id="5" creationId="{9D2A7AC4-A861-4C43-AC5F-C4F6D1A1C4D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sz="quarter" idx="1"/>
          </p:nvPr>
        </p:nvSpPr>
        <p:spPr>
          <a:xfrm>
            <a:off x="3848645" y="4"/>
            <a:ext cx="2944284" cy="495935"/>
          </a:xfrm>
          <a:prstGeom prst="rect">
            <a:avLst/>
          </a:prstGeom>
        </p:spPr>
        <p:txBody>
          <a:bodyPr vert="horz" lIns="94698" tIns="47348" rIns="94698" bIns="47348" rtlCol="0"/>
          <a:lstStyle>
            <a:lvl1pPr algn="r">
              <a:defRPr sz="1300"/>
            </a:lvl1pPr>
          </a:lstStyle>
          <a:p>
            <a:fld id="{623508D7-CD65-4285-B828-B369E2351DE2}" type="datetimeFigureOut">
              <a:rPr lang="en-US" smtClean="0"/>
              <a:pPr/>
              <a:t>8/19/26</a:t>
            </a:fld>
            <a:endParaRPr lang="en-US"/>
          </a:p>
        </p:txBody>
      </p:sp>
      <p:sp>
        <p:nvSpPr>
          <p:cNvPr id="4" name="Footer Placeholder 3"/>
          <p:cNvSpPr>
            <a:spLocks noGrp="1"/>
          </p:cNvSpPr>
          <p:nvPr>
            <p:ph type="ftr" sz="quarter" idx="2"/>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5" name="Slide Number Placeholder 4"/>
          <p:cNvSpPr>
            <a:spLocks noGrp="1"/>
          </p:cNvSpPr>
          <p:nvPr>
            <p:ph type="sldNum" sz="quarter" idx="3"/>
          </p:nvPr>
        </p:nvSpPr>
        <p:spPr>
          <a:xfrm>
            <a:off x="3848645" y="9421048"/>
            <a:ext cx="2944284" cy="495935"/>
          </a:xfrm>
          <a:prstGeom prst="rect">
            <a:avLst/>
          </a:prstGeom>
        </p:spPr>
        <p:txBody>
          <a:bodyPr vert="horz" lIns="94698" tIns="47348" rIns="94698" bIns="47348" rtlCol="0" anchor="b"/>
          <a:lstStyle>
            <a:lvl1pPr algn="r">
              <a:defRPr sz="1300"/>
            </a:lvl1pPr>
          </a:lstStyle>
          <a:p>
            <a:fld id="{6A854FC7-2F89-40CE-8D5B-3D90DD628EC1}" type="slidenum">
              <a:rPr lang="en-US" smtClean="0"/>
              <a:pPr/>
              <a:t>‹#›</a:t>
            </a:fld>
            <a:endParaRPr lang="en-US"/>
          </a:p>
        </p:txBody>
      </p:sp>
    </p:spTree>
    <p:extLst>
      <p:ext uri="{BB962C8B-B14F-4D97-AF65-F5344CB8AC3E}">
        <p14:creationId xmlns:p14="http://schemas.microsoft.com/office/powerpoint/2010/main" val="327477346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4"/>
            <a:ext cx="2944284" cy="495935"/>
          </a:xfrm>
          <a:prstGeom prst="rect">
            <a:avLst/>
          </a:prstGeom>
        </p:spPr>
        <p:txBody>
          <a:bodyPr vert="horz" lIns="94698" tIns="47348" rIns="94698" bIns="47348" rtlCol="0"/>
          <a:lstStyle>
            <a:lvl1pPr algn="l">
              <a:defRPr sz="1300"/>
            </a:lvl1pPr>
          </a:lstStyle>
          <a:p>
            <a:endParaRPr lang="en-US"/>
          </a:p>
        </p:txBody>
      </p:sp>
      <p:sp>
        <p:nvSpPr>
          <p:cNvPr id="3" name="Date Placeholder 2"/>
          <p:cNvSpPr>
            <a:spLocks noGrp="1"/>
          </p:cNvSpPr>
          <p:nvPr>
            <p:ph type="dt" idx="1"/>
          </p:nvPr>
        </p:nvSpPr>
        <p:spPr>
          <a:xfrm>
            <a:off x="3848645" y="4"/>
            <a:ext cx="2944284" cy="495935"/>
          </a:xfrm>
          <a:prstGeom prst="rect">
            <a:avLst/>
          </a:prstGeom>
        </p:spPr>
        <p:txBody>
          <a:bodyPr vert="horz" lIns="94698" tIns="47348" rIns="94698" bIns="47348" rtlCol="0"/>
          <a:lstStyle>
            <a:lvl1pPr algn="r">
              <a:defRPr sz="1300"/>
            </a:lvl1pPr>
          </a:lstStyle>
          <a:p>
            <a:fld id="{68A3EB84-E0F6-4EF5-A6B6-15B35501A2C4}" type="datetimeFigureOut">
              <a:rPr lang="en-US" smtClean="0"/>
              <a:pPr/>
              <a:t>8/19/26</a:t>
            </a:fld>
            <a:endParaRPr lang="en-US"/>
          </a:p>
        </p:txBody>
      </p:sp>
      <p:sp>
        <p:nvSpPr>
          <p:cNvPr id="4" name="Slide Image Placeholder 3"/>
          <p:cNvSpPr>
            <a:spLocks noGrp="1" noRot="1" noChangeAspect="1"/>
          </p:cNvSpPr>
          <p:nvPr>
            <p:ph type="sldImg" idx="2"/>
          </p:nvPr>
        </p:nvSpPr>
        <p:spPr>
          <a:xfrm>
            <a:off x="917575" y="744538"/>
            <a:ext cx="4959350" cy="3719512"/>
          </a:xfrm>
          <a:prstGeom prst="rect">
            <a:avLst/>
          </a:prstGeom>
          <a:noFill/>
          <a:ln w="12700">
            <a:solidFill>
              <a:prstClr val="black"/>
            </a:solidFill>
          </a:ln>
        </p:spPr>
        <p:txBody>
          <a:bodyPr vert="horz" lIns="94698" tIns="47348" rIns="94698" bIns="47348" rtlCol="0" anchor="ctr"/>
          <a:lstStyle/>
          <a:p>
            <a:endParaRPr lang="en-US"/>
          </a:p>
        </p:txBody>
      </p:sp>
      <p:sp>
        <p:nvSpPr>
          <p:cNvPr id="5" name="Notes Placeholder 4"/>
          <p:cNvSpPr>
            <a:spLocks noGrp="1"/>
          </p:cNvSpPr>
          <p:nvPr>
            <p:ph type="body" sz="quarter" idx="3"/>
          </p:nvPr>
        </p:nvSpPr>
        <p:spPr>
          <a:xfrm>
            <a:off x="679450" y="4711385"/>
            <a:ext cx="5435600" cy="4463415"/>
          </a:xfrm>
          <a:prstGeom prst="rect">
            <a:avLst/>
          </a:prstGeom>
        </p:spPr>
        <p:txBody>
          <a:bodyPr vert="horz" lIns="94698" tIns="47348" rIns="94698" bIns="4734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1" y="9421048"/>
            <a:ext cx="2944284" cy="495935"/>
          </a:xfrm>
          <a:prstGeom prst="rect">
            <a:avLst/>
          </a:prstGeom>
        </p:spPr>
        <p:txBody>
          <a:bodyPr vert="horz" lIns="94698" tIns="47348" rIns="94698" bIns="47348" rtlCol="0" anchor="b"/>
          <a:lstStyle>
            <a:lvl1pPr algn="l">
              <a:defRPr sz="1300"/>
            </a:lvl1pPr>
          </a:lstStyle>
          <a:p>
            <a:endParaRPr lang="en-US"/>
          </a:p>
        </p:txBody>
      </p:sp>
      <p:sp>
        <p:nvSpPr>
          <p:cNvPr id="7" name="Slide Number Placeholder 6"/>
          <p:cNvSpPr>
            <a:spLocks noGrp="1"/>
          </p:cNvSpPr>
          <p:nvPr>
            <p:ph type="sldNum" sz="quarter" idx="5"/>
          </p:nvPr>
        </p:nvSpPr>
        <p:spPr>
          <a:xfrm>
            <a:off x="3848645" y="9421048"/>
            <a:ext cx="2944284" cy="495935"/>
          </a:xfrm>
          <a:prstGeom prst="rect">
            <a:avLst/>
          </a:prstGeom>
        </p:spPr>
        <p:txBody>
          <a:bodyPr vert="horz" lIns="94698" tIns="47348" rIns="94698" bIns="47348" rtlCol="0" anchor="b"/>
          <a:lstStyle>
            <a:lvl1pPr algn="r">
              <a:defRPr sz="1300"/>
            </a:lvl1pPr>
          </a:lstStyle>
          <a:p>
            <a:fld id="{70A64E9A-006E-4595-84A4-B133CBD63029}" type="slidenum">
              <a:rPr lang="en-US" smtClean="0"/>
              <a:pPr/>
              <a:t>‹#›</a:t>
            </a:fld>
            <a:endParaRPr lang="en-US"/>
          </a:p>
        </p:txBody>
      </p:sp>
    </p:spTree>
    <p:extLst>
      <p:ext uri="{BB962C8B-B14F-4D97-AF65-F5344CB8AC3E}">
        <p14:creationId xmlns:p14="http://schemas.microsoft.com/office/powerpoint/2010/main" val="27833221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59350" cy="3719512"/>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0A64E9A-006E-4595-84A4-B133CBD63029}"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dirty="0"/>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6400800" y="6355080"/>
            <a:ext cx="2286000" cy="365760"/>
          </a:xfrm>
        </p:spPr>
        <p:txBody>
          <a:bodyPr/>
          <a:lstStyle>
            <a:lvl1pPr algn="ctr">
              <a:defRPr sz="1400"/>
            </a:lvl1pPr>
          </a:lstStyle>
          <a:p>
            <a:r>
              <a:rPr lang="en-US"/>
              <a:t>Parallel and Distributed Computation</a:t>
            </a:r>
            <a:endParaRPr lang="en-US" dirty="0"/>
          </a:p>
        </p:txBody>
      </p:sp>
      <p:sp>
        <p:nvSpPr>
          <p:cNvPr id="17" name="Footer Placeholder 16"/>
          <p:cNvSpPr>
            <a:spLocks noGrp="1"/>
          </p:cNvSpPr>
          <p:nvPr>
            <p:ph type="ftr" sz="quarter" idx="11"/>
          </p:nvPr>
        </p:nvSpPr>
        <p:spPr>
          <a:xfrm>
            <a:off x="2898648" y="6355080"/>
            <a:ext cx="3474720" cy="365760"/>
          </a:xfrm>
        </p:spPr>
        <p:txBody>
          <a:bodyPr/>
          <a:lstStyle/>
          <a:p>
            <a:endParaRPr lang="en-US" dirty="0"/>
          </a:p>
        </p:txBody>
      </p:sp>
      <p:sp>
        <p:nvSpPr>
          <p:cNvPr id="29" name="Slide Number Placeholder 28"/>
          <p:cNvSpPr>
            <a:spLocks noGrp="1"/>
          </p:cNvSpPr>
          <p:nvPr>
            <p:ph type="sldNum" sz="quarter" idx="12"/>
          </p:nvPr>
        </p:nvSpPr>
        <p:spPr>
          <a:xfrm>
            <a:off x="1216152" y="6355080"/>
            <a:ext cx="1219200" cy="365760"/>
          </a:xfrm>
        </p:spPr>
        <p:txBody>
          <a:bodyPr/>
          <a:lstStyle>
            <a:lvl1pPr algn="ctr">
              <a:defRPr/>
            </a:lvl1pPr>
          </a:lstStyle>
          <a:p>
            <a:r>
              <a:rPr lang="en-US" dirty="0"/>
              <a:t>CS 4504</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90600"/>
          </a:xfrm>
        </p:spPr>
        <p:txBody>
          <a:bodyPr>
            <a:normAutofit/>
          </a:bodyPr>
          <a:lstStyle>
            <a:lvl1pPr>
              <a:defRPr sz="4000" b="1" cap="none" spc="0" baseline="0">
                <a:ln w="17780" cmpd="sng">
                  <a:noFill/>
                  <a:prstDash val="solid"/>
                  <a:miter lim="800000"/>
                </a:ln>
                <a:solidFill>
                  <a:schemeClr val="accent2"/>
                </a:solidFill>
                <a:effectLst/>
              </a:defRPr>
            </a:lvl1pPr>
          </a:lstStyle>
          <a:p>
            <a:r>
              <a:rPr kumimoji="0" lang="en-US" dirty="0"/>
              <a:t>Click to edit Master title style</a:t>
            </a:r>
          </a:p>
        </p:txBody>
      </p:sp>
      <p:sp>
        <p:nvSpPr>
          <p:cNvPr id="4" name="Date Placeholder 3"/>
          <p:cNvSpPr>
            <a:spLocks noGrp="1"/>
          </p:cNvSpPr>
          <p:nvPr>
            <p:ph type="dt" sz="half" idx="10"/>
          </p:nvPr>
        </p:nvSpPr>
        <p:spPr>
          <a:xfrm>
            <a:off x="5410200" y="6356350"/>
            <a:ext cx="3279648" cy="365760"/>
          </a:xfrm>
        </p:spPr>
        <p:txBody>
          <a:bodyPr/>
          <a:lstStyle>
            <a:lvl1pPr algn="ctr">
              <a:defRPr/>
            </a:lvl1pPr>
          </a:lstStyle>
          <a:p>
            <a:r>
              <a:rPr lang="en-US"/>
              <a:t>Parallel and Distributed Computation</a:t>
            </a:r>
            <a:endParaRPr lang="en-US" dirty="0"/>
          </a:p>
        </p:txBody>
      </p:sp>
      <p:sp>
        <p:nvSpPr>
          <p:cNvPr id="5" name="Footer Placeholder 4"/>
          <p:cNvSpPr>
            <a:spLocks noGrp="1"/>
          </p:cNvSpPr>
          <p:nvPr>
            <p:ph type="ftr" sz="quarter" idx="11"/>
          </p:nvPr>
        </p:nvSpPr>
        <p:spPr>
          <a:xfrm>
            <a:off x="2438400" y="6356350"/>
            <a:ext cx="3505200" cy="365760"/>
          </a:xfrm>
        </p:spPr>
        <p:txBody>
          <a:bodyPr/>
          <a:lstStyle/>
          <a:p>
            <a:endParaRPr lang="en-US" dirty="0"/>
          </a:p>
        </p:txBody>
      </p:sp>
      <p:sp>
        <p:nvSpPr>
          <p:cNvPr id="6" name="Slide Number Placeholder 5"/>
          <p:cNvSpPr>
            <a:spLocks noGrp="1"/>
          </p:cNvSpPr>
          <p:nvPr>
            <p:ph type="sldNum" sz="quarter" idx="12"/>
          </p:nvPr>
        </p:nvSpPr>
        <p:spPr/>
        <p:txBody>
          <a:bodyPr/>
          <a:lstStyle>
            <a:lvl1pPr algn="ctr">
              <a:defRPr/>
            </a:lvl1pPr>
          </a:lstStyle>
          <a:p>
            <a:r>
              <a:rPr lang="en-US" dirty="0"/>
              <a:t>CS 4504</a:t>
            </a:r>
          </a:p>
        </p:txBody>
      </p:sp>
      <p:sp>
        <p:nvSpPr>
          <p:cNvPr id="8" name="Content Placeholder 7"/>
          <p:cNvSpPr>
            <a:spLocks noGrp="1"/>
          </p:cNvSpPr>
          <p:nvPr>
            <p:ph sz="quarter" idx="1"/>
          </p:nvPr>
        </p:nvSpPr>
        <p:spPr>
          <a:xfrm>
            <a:off x="457200" y="1219200"/>
            <a:ext cx="8229600" cy="4937760"/>
          </a:xfrm>
        </p:spPr>
        <p:txBody>
          <a:bodyPr/>
          <a:lstStyle>
            <a:lvl1pPr>
              <a:lnSpc>
                <a:spcPct val="125000"/>
              </a:lnSpc>
              <a:buSzPct val="100000"/>
              <a:buFont typeface="Arial" pitchFamily="34" charset="0"/>
              <a:buChar char="•"/>
              <a:defRPr sz="3200" baseline="0"/>
            </a:lvl1pPr>
            <a:lvl2pPr>
              <a:lnSpc>
                <a:spcPct val="125000"/>
              </a:lnSpc>
              <a:buSzPct val="65000"/>
              <a:buFont typeface="Courier New" pitchFamily="49" charset="0"/>
              <a:buChar char="o"/>
              <a:defRPr sz="2400" baseline="0"/>
            </a:lvl2pPr>
            <a:lvl3pPr>
              <a:lnSpc>
                <a:spcPct val="125000"/>
              </a:lnSpc>
              <a:defRPr/>
            </a:lvl3pPr>
            <a:lvl4pPr>
              <a:lnSpc>
                <a:spcPct val="125000"/>
              </a:lnSpc>
              <a:defRPr/>
            </a:lvl4pPr>
            <a:lvl5pPr>
              <a:lnSpc>
                <a:spcPct val="125000"/>
              </a:lnSpc>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632199"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1"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1"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r>
              <a:rPr lang="en-US"/>
              <a:t>Parallel and Distributed Computation</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dirty="0"/>
              <a:t>Click to edit Master title style</a:t>
            </a:r>
          </a:p>
        </p:txBody>
      </p:sp>
      <p:sp>
        <p:nvSpPr>
          <p:cNvPr id="3" name="Date Placeholder 2"/>
          <p:cNvSpPr>
            <a:spLocks noGrp="1"/>
          </p:cNvSpPr>
          <p:nvPr>
            <p:ph type="dt" sz="half" idx="10"/>
          </p:nvPr>
        </p:nvSpPr>
        <p:spPr/>
        <p:txBody>
          <a:bodyPr/>
          <a:lstStyle/>
          <a:p>
            <a:r>
              <a:rPr lang="en-US"/>
              <a:t>Parallel and Distributed Computation</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Parallel and Distributed Computation</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3" descr="C:\Documents and Settings\Jia Rao\Desktop\wsu.gif"/>
          <p:cNvPicPr>
            <a:picLocks noChangeAspect="1" noChangeArrowheads="1"/>
          </p:cNvPicPr>
          <p:nvPr userDrawn="1"/>
        </p:nvPicPr>
        <p:blipFill>
          <a:blip r:embed="rId2" cstate="print"/>
          <a:stretch>
            <a:fillRect/>
          </a:stretch>
        </p:blipFill>
        <p:spPr bwMode="auto">
          <a:xfrm>
            <a:off x="7924800" y="5181600"/>
            <a:ext cx="1143000" cy="11430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1"/>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r>
              <a:rPr lang="en-US"/>
              <a:t>Parallel and Distributed Computation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r>
              <a:rPr lang="en-US"/>
              <a:t>Parallel and Distributed Computation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8" name="Date Placeholder 27"/>
          <p:cNvSpPr>
            <a:spLocks noGrp="1"/>
          </p:cNvSpPr>
          <p:nvPr>
            <p:ph type="dt" sz="half" idx="10"/>
          </p:nvPr>
        </p:nvSpPr>
        <p:spPr>
          <a:xfrm>
            <a:off x="6400800" y="6355080"/>
            <a:ext cx="2286000" cy="365760"/>
          </a:xfrm>
        </p:spPr>
        <p:txBody>
          <a:bodyPr/>
          <a:lstStyle>
            <a:lvl1pPr>
              <a:defRPr sz="1400"/>
            </a:lvl1pPr>
          </a:lstStyle>
          <a:p>
            <a:r>
              <a:rPr lang="en-US"/>
              <a:t>Parallel and Distributed Computation</a:t>
            </a:r>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10" name="Title 9"/>
          <p:cNvSpPr>
            <a:spLocks noGrp="1"/>
          </p:cNvSpPr>
          <p:nvPr>
            <p:ph type="title"/>
          </p:nvPr>
        </p:nvSpPr>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t>Parallel and Distributed Computation</a:t>
            </a:r>
            <a:endParaRPr lang="en-US" dirty="0"/>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ct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ctr"/>
            <a:r>
              <a:rPr lang="en-US" dirty="0"/>
              <a:t>CS 4504</a:t>
            </a:r>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1" y="6467474"/>
            <a:ext cx="190849" cy="120315"/>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1" r:id="rId1"/>
    <p:sldLayoutId id="2147483752"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Lst>
  <p:hf hdr="0" ftr="0"/>
  <p:txStyles>
    <p:titleStyle>
      <a:lvl1pPr algn="l" rtl="0" eaLnBrk="1" latinLnBrk="0" hangingPunct="1">
        <a:spcBef>
          <a:spcPct val="0"/>
        </a:spcBef>
        <a:buNone/>
        <a:defRPr kumimoji="0" sz="3200" b="1" i="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kevinsuo.github.io/" TargetMode="External"/><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image" Target="../media/image11.tiff"/><Relationship Id="rId1" Type="http://schemas.openxmlformats.org/officeDocument/2006/relationships/slideLayout" Target="../slideLayouts/slideLayout2.xml"/><Relationship Id="rId4" Type="http://schemas.openxmlformats.org/officeDocument/2006/relationships/image" Target="../media/image13.tiff"/></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en.wikipedia.org/wiki/Cryptographic_nonc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en.wikipedia.org/wiki/Cryptographic_nonc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youtu.be/3EUAcxhuoU4"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youtu.be/M3EFi_POhps"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hyperlink" Target="https://youtu.be/OVKAOwzAwHI"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43000"/>
            <a:ext cx="7924800" cy="2590800"/>
          </a:xfrm>
        </p:spPr>
        <p:txBody>
          <a:bodyPr>
            <a:noAutofit/>
          </a:bodyPr>
          <a:lstStyle/>
          <a:p>
            <a:pPr algn="ctr"/>
            <a:r>
              <a:rPr lang="en-US" sz="3600" b="1" dirty="0">
                <a:cs typeface="Calibri" pitchFamily="34" charset="0"/>
              </a:rPr>
              <a:t>CS </a:t>
            </a:r>
            <a:r>
              <a:rPr lang="en-US" altLang="zh-CN" sz="3600" b="1" dirty="0">
                <a:cs typeface="Calibri" pitchFamily="34" charset="0"/>
              </a:rPr>
              <a:t>4504</a:t>
            </a:r>
            <a:br>
              <a:rPr lang="en-US" sz="3600" b="1" dirty="0">
                <a:cs typeface="Calibri" pitchFamily="34" charset="0"/>
              </a:rPr>
            </a:br>
            <a:r>
              <a:rPr lang="en-US" dirty="0"/>
              <a:t>Parallel and Distributed Computation</a:t>
            </a:r>
            <a:br>
              <a:rPr lang="en-US" sz="3600" b="1" dirty="0">
                <a:cs typeface="Calibri" pitchFamily="34" charset="0"/>
              </a:rPr>
            </a:br>
            <a:br>
              <a:rPr lang="en-US" sz="3600" b="1" dirty="0">
                <a:solidFill>
                  <a:srgbClr val="C00000"/>
                </a:solidFill>
                <a:cs typeface="Calibri" pitchFamily="34" charset="0"/>
              </a:rPr>
            </a:br>
            <a:r>
              <a:rPr lang="en-US" sz="3600" b="1" dirty="0">
                <a:solidFill>
                  <a:srgbClr val="C00000"/>
                </a:solidFill>
                <a:cs typeface="Calibri" pitchFamily="34" charset="0"/>
              </a:rPr>
              <a:t>D</a:t>
            </a:r>
            <a:r>
              <a:rPr lang="en-US" dirty="0">
                <a:solidFill>
                  <a:srgbClr val="C00000"/>
                </a:solidFill>
                <a:cs typeface="Calibri" pitchFamily="34" charset="0"/>
              </a:rPr>
              <a:t>istributed Consensus</a:t>
            </a:r>
            <a:endParaRPr lang="en-US" b="1" dirty="0">
              <a:solidFill>
                <a:srgbClr val="C00000"/>
              </a:solidFill>
              <a:cs typeface="Calibri" pitchFamily="34" charset="0"/>
            </a:endParaRPr>
          </a:p>
        </p:txBody>
      </p:sp>
      <p:sp>
        <p:nvSpPr>
          <p:cNvPr id="3" name="Subtitle 2"/>
          <p:cNvSpPr>
            <a:spLocks noGrp="1"/>
          </p:cNvSpPr>
          <p:nvPr>
            <p:ph type="subTitle" idx="4294967295"/>
          </p:nvPr>
        </p:nvSpPr>
        <p:spPr>
          <a:xfrm>
            <a:off x="990600" y="3886200"/>
            <a:ext cx="7086600" cy="1981200"/>
          </a:xfrm>
        </p:spPr>
        <p:txBody>
          <a:bodyPr>
            <a:noAutofit/>
          </a:bodyPr>
          <a:lstStyle/>
          <a:p>
            <a:pPr algn="ctr">
              <a:buNone/>
            </a:pPr>
            <a:endParaRPr lang="en-US" sz="2400" b="1" dirty="0">
              <a:latin typeface="Calibri" pitchFamily="34" charset="0"/>
              <a:cs typeface="Calibri" pitchFamily="34" charset="0"/>
            </a:endParaRPr>
          </a:p>
          <a:p>
            <a:pPr algn="ctr">
              <a:buNone/>
            </a:pPr>
            <a:r>
              <a:rPr lang="en-US" sz="2400" b="1" dirty="0">
                <a:latin typeface="Calibri" pitchFamily="34" charset="0"/>
                <a:cs typeface="Calibri" pitchFamily="34" charset="0"/>
              </a:rPr>
              <a:t>Kun Suo</a:t>
            </a:r>
          </a:p>
          <a:p>
            <a:pPr algn="ctr">
              <a:buNone/>
            </a:pPr>
            <a:r>
              <a:rPr lang="en-US" sz="2000" dirty="0"/>
              <a:t>Computer Science, Kennesaw State University</a:t>
            </a:r>
          </a:p>
          <a:p>
            <a:pPr algn="ctr">
              <a:buNone/>
            </a:pPr>
            <a:r>
              <a:rPr lang="en-US" sz="2000" dirty="0">
                <a:hlinkClick r:id="rId3"/>
              </a:rPr>
              <a:t>https://kevinsuo.github.io/</a:t>
            </a:r>
            <a:endParaRPr lang="en-US" sz="2000" dirty="0"/>
          </a:p>
        </p:txBody>
      </p:sp>
      <p:sp>
        <p:nvSpPr>
          <p:cNvPr id="6" name="Slide Number Placeholder 5">
            <a:extLst>
              <a:ext uri="{FF2B5EF4-FFF2-40B4-BE49-F238E27FC236}">
                <a16:creationId xmlns:a16="http://schemas.microsoft.com/office/drawing/2014/main" id="{6097F00E-7AD4-9F48-B9AC-514E3157532A}"/>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7" name="Date Placeholder 6">
            <a:extLst>
              <a:ext uri="{FF2B5EF4-FFF2-40B4-BE49-F238E27FC236}">
                <a16:creationId xmlns:a16="http://schemas.microsoft.com/office/drawing/2014/main" id="{4CF56BA7-5B0F-7943-8D6B-FE6D7FC64CB8}"/>
              </a:ext>
            </a:extLst>
          </p:cNvPr>
          <p:cNvSpPr>
            <a:spLocks noGrp="1"/>
          </p:cNvSpPr>
          <p:nvPr>
            <p:ph type="dt" sz="half" idx="10"/>
          </p:nvPr>
        </p:nvSpPr>
        <p:spPr>
          <a:xfrm>
            <a:off x="5715000" y="6355080"/>
            <a:ext cx="2971800" cy="365760"/>
          </a:xfrm>
        </p:spPr>
        <p:txBody>
          <a:bodyPr/>
          <a:lstStyle/>
          <a:p>
            <a:r>
              <a:rPr lang="en-US" dirty="0"/>
              <a:t>Parallel and Distributed Computation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Revisit Distributed Election</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5410200" cy="4953000"/>
          </a:xfrm>
        </p:spPr>
        <p:txBody>
          <a:bodyPr>
            <a:normAutofit fontScale="85000" lnSpcReduction="20000"/>
          </a:bodyPr>
          <a:lstStyle/>
          <a:p>
            <a:r>
              <a:rPr lang="en-US" dirty="0"/>
              <a:t>Distributed election is to select a master node from multiple nodes</a:t>
            </a:r>
          </a:p>
          <a:p>
            <a:endParaRPr lang="en-US" dirty="0"/>
          </a:p>
          <a:p>
            <a:r>
              <a:rPr lang="en-US" dirty="0"/>
              <a:t>Every node has the right to elect and to be elected</a:t>
            </a:r>
          </a:p>
          <a:p>
            <a:endParaRPr lang="en-US" dirty="0"/>
          </a:p>
          <a:p>
            <a:r>
              <a:rPr lang="en-US" dirty="0"/>
              <a:t>Most election methods use a majority strategy: a node can only become the master node if it has the approval of most nodes</a:t>
            </a:r>
          </a:p>
          <a:p>
            <a:endParaRPr lang="en-US" dirty="0"/>
          </a:p>
          <a:p>
            <a:endParaRPr lang="en-US" dirty="0"/>
          </a:p>
        </p:txBody>
      </p:sp>
      <p:pic>
        <p:nvPicPr>
          <p:cNvPr id="7" name="Picture 6">
            <a:extLst>
              <a:ext uri="{FF2B5EF4-FFF2-40B4-BE49-F238E27FC236}">
                <a16:creationId xmlns:a16="http://schemas.microsoft.com/office/drawing/2014/main" id="{00F50467-7FF7-4843-BC6B-47347C077746}"/>
              </a:ext>
            </a:extLst>
          </p:cNvPr>
          <p:cNvPicPr>
            <a:picLocks noChangeAspect="1"/>
          </p:cNvPicPr>
          <p:nvPr/>
        </p:nvPicPr>
        <p:blipFill>
          <a:blip r:embed="rId2"/>
          <a:stretch>
            <a:fillRect/>
          </a:stretch>
        </p:blipFill>
        <p:spPr>
          <a:xfrm>
            <a:off x="6705600" y="3838498"/>
            <a:ext cx="2246960" cy="1784350"/>
          </a:xfrm>
          <a:prstGeom prst="rect">
            <a:avLst/>
          </a:prstGeom>
        </p:spPr>
      </p:pic>
      <p:pic>
        <p:nvPicPr>
          <p:cNvPr id="8" name="Picture 7">
            <a:extLst>
              <a:ext uri="{FF2B5EF4-FFF2-40B4-BE49-F238E27FC236}">
                <a16:creationId xmlns:a16="http://schemas.microsoft.com/office/drawing/2014/main" id="{CB0C3995-2478-2549-9062-C33C4BBAD3BD}"/>
              </a:ext>
            </a:extLst>
          </p:cNvPr>
          <p:cNvPicPr>
            <a:picLocks noChangeAspect="1"/>
          </p:cNvPicPr>
          <p:nvPr/>
        </p:nvPicPr>
        <p:blipFill>
          <a:blip r:embed="rId3"/>
          <a:stretch>
            <a:fillRect/>
          </a:stretch>
        </p:blipFill>
        <p:spPr>
          <a:xfrm>
            <a:off x="6858000" y="1555750"/>
            <a:ext cx="1676400" cy="1676400"/>
          </a:xfrm>
          <a:prstGeom prst="rect">
            <a:avLst/>
          </a:prstGeom>
        </p:spPr>
      </p:pic>
    </p:spTree>
    <p:extLst>
      <p:ext uri="{BB962C8B-B14F-4D97-AF65-F5344CB8AC3E}">
        <p14:creationId xmlns:p14="http://schemas.microsoft.com/office/powerpoint/2010/main" val="212436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2855A-DEE2-0D40-A6B6-D55DE7EB2980}"/>
              </a:ext>
            </a:extLst>
          </p:cNvPr>
          <p:cNvSpPr>
            <a:spLocks noGrp="1"/>
          </p:cNvSpPr>
          <p:nvPr>
            <p:ph type="title"/>
          </p:nvPr>
        </p:nvSpPr>
        <p:spPr/>
        <p:txBody>
          <a:bodyPr/>
          <a:lstStyle/>
          <a:p>
            <a:r>
              <a:rPr lang="en-US" dirty="0"/>
              <a:t>Revisit Distributed Election</a:t>
            </a:r>
          </a:p>
        </p:txBody>
      </p:sp>
      <p:sp>
        <p:nvSpPr>
          <p:cNvPr id="3" name="Date Placeholder 2">
            <a:extLst>
              <a:ext uri="{FF2B5EF4-FFF2-40B4-BE49-F238E27FC236}">
                <a16:creationId xmlns:a16="http://schemas.microsoft.com/office/drawing/2014/main" id="{984CD552-32CB-0842-BC5A-C417A9D91E7D}"/>
              </a:ext>
            </a:extLst>
          </p:cNvPr>
          <p:cNvSpPr>
            <a:spLocks noGrp="1"/>
          </p:cNvSpPr>
          <p:nvPr>
            <p:ph type="dt" sz="half" idx="10"/>
          </p:nvPr>
        </p:nvSpPr>
        <p:spPr/>
        <p:txBody>
          <a:bodyPr/>
          <a:lstStyle/>
          <a:p>
            <a:r>
              <a:rPr lang="en-US"/>
              <a:t>Parallel and Distributed Computation</a:t>
            </a:r>
            <a:endParaRPr lang="en-US" dirty="0"/>
          </a:p>
        </p:txBody>
      </p:sp>
      <p:sp>
        <p:nvSpPr>
          <p:cNvPr id="5" name="Slide Number Placeholder 4">
            <a:extLst>
              <a:ext uri="{FF2B5EF4-FFF2-40B4-BE49-F238E27FC236}">
                <a16:creationId xmlns:a16="http://schemas.microsoft.com/office/drawing/2014/main" id="{935F4400-BB90-C94A-8A70-8CAFB251A87C}"/>
              </a:ext>
            </a:extLst>
          </p:cNvPr>
          <p:cNvSpPr>
            <a:spLocks noGrp="1"/>
          </p:cNvSpPr>
          <p:nvPr>
            <p:ph type="sldNum" sz="quarter" idx="12"/>
          </p:nvPr>
        </p:nvSpPr>
        <p:spPr/>
        <p:txBody>
          <a:bodyPr/>
          <a:lstStyle/>
          <a:p>
            <a:r>
              <a:rPr lang="en-US" dirty="0"/>
              <a:t>CS 4504</a:t>
            </a:r>
          </a:p>
        </p:txBody>
      </p:sp>
      <p:sp>
        <p:nvSpPr>
          <p:cNvPr id="6" name="Content Placeholder 5">
            <a:extLst>
              <a:ext uri="{FF2B5EF4-FFF2-40B4-BE49-F238E27FC236}">
                <a16:creationId xmlns:a16="http://schemas.microsoft.com/office/drawing/2014/main" id="{84ACBAF7-8B38-FB46-A0A9-659634E70926}"/>
              </a:ext>
            </a:extLst>
          </p:cNvPr>
          <p:cNvSpPr>
            <a:spLocks noGrp="1"/>
          </p:cNvSpPr>
          <p:nvPr>
            <p:ph sz="quarter" idx="1"/>
          </p:nvPr>
        </p:nvSpPr>
        <p:spPr>
          <a:xfrm>
            <a:off x="457200" y="1219200"/>
            <a:ext cx="5410200" cy="4953000"/>
          </a:xfrm>
        </p:spPr>
        <p:txBody>
          <a:bodyPr>
            <a:normAutofit fontScale="85000" lnSpcReduction="10000"/>
          </a:bodyPr>
          <a:lstStyle/>
          <a:p>
            <a:r>
              <a:rPr lang="en-US" dirty="0"/>
              <a:t>Distributed election is an example of distributed consensus</a:t>
            </a:r>
          </a:p>
          <a:p>
            <a:endParaRPr lang="en-US" dirty="0"/>
          </a:p>
          <a:p>
            <a:r>
              <a:rPr lang="en-US" dirty="0"/>
              <a:t>Every node follows the same rule (the majority strategy) to elect and be elected</a:t>
            </a:r>
          </a:p>
          <a:p>
            <a:endParaRPr lang="en-US" dirty="0"/>
          </a:p>
          <a:p>
            <a:r>
              <a:rPr lang="en-US" dirty="0"/>
              <a:t>Every node gets involved and the results can be trusted </a:t>
            </a:r>
          </a:p>
          <a:p>
            <a:endParaRPr lang="en-US" dirty="0"/>
          </a:p>
          <a:p>
            <a:endParaRPr lang="en-US" dirty="0"/>
          </a:p>
          <a:p>
            <a:endParaRPr lang="en-US" dirty="0"/>
          </a:p>
          <a:p>
            <a:endParaRPr lang="en-US" dirty="0"/>
          </a:p>
        </p:txBody>
      </p:sp>
      <p:pic>
        <p:nvPicPr>
          <p:cNvPr id="7" name="Picture 6">
            <a:extLst>
              <a:ext uri="{FF2B5EF4-FFF2-40B4-BE49-F238E27FC236}">
                <a16:creationId xmlns:a16="http://schemas.microsoft.com/office/drawing/2014/main" id="{00F50467-7FF7-4843-BC6B-47347C077746}"/>
              </a:ext>
            </a:extLst>
          </p:cNvPr>
          <p:cNvPicPr>
            <a:picLocks noChangeAspect="1"/>
          </p:cNvPicPr>
          <p:nvPr/>
        </p:nvPicPr>
        <p:blipFill>
          <a:blip r:embed="rId2"/>
          <a:stretch>
            <a:fillRect/>
          </a:stretch>
        </p:blipFill>
        <p:spPr>
          <a:xfrm>
            <a:off x="6705600" y="3838498"/>
            <a:ext cx="2246960" cy="1784350"/>
          </a:xfrm>
          <a:prstGeom prst="rect">
            <a:avLst/>
          </a:prstGeom>
        </p:spPr>
      </p:pic>
      <p:pic>
        <p:nvPicPr>
          <p:cNvPr id="8" name="Picture 7">
            <a:extLst>
              <a:ext uri="{FF2B5EF4-FFF2-40B4-BE49-F238E27FC236}">
                <a16:creationId xmlns:a16="http://schemas.microsoft.com/office/drawing/2014/main" id="{CB0C3995-2478-2549-9062-C33C4BBAD3BD}"/>
              </a:ext>
            </a:extLst>
          </p:cNvPr>
          <p:cNvPicPr>
            <a:picLocks noChangeAspect="1"/>
          </p:cNvPicPr>
          <p:nvPr/>
        </p:nvPicPr>
        <p:blipFill>
          <a:blip r:embed="rId3"/>
          <a:stretch>
            <a:fillRect/>
          </a:stretch>
        </p:blipFill>
        <p:spPr>
          <a:xfrm>
            <a:off x="6858000" y="1555750"/>
            <a:ext cx="1676400" cy="1676400"/>
          </a:xfrm>
          <a:prstGeom prst="rect">
            <a:avLst/>
          </a:prstGeom>
        </p:spPr>
      </p:pic>
    </p:spTree>
    <p:extLst>
      <p:ext uri="{BB962C8B-B14F-4D97-AF65-F5344CB8AC3E}">
        <p14:creationId xmlns:p14="http://schemas.microsoft.com/office/powerpoint/2010/main" val="421721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982DB-8CD5-A240-948E-4232FD796A61}"/>
              </a:ext>
            </a:extLst>
          </p:cNvPr>
          <p:cNvSpPr>
            <a:spLocks noGrp="1"/>
          </p:cNvSpPr>
          <p:nvPr>
            <p:ph type="title"/>
          </p:nvPr>
        </p:nvSpPr>
        <p:spPr/>
        <p:txBody>
          <a:bodyPr>
            <a:normAutofit fontScale="90000"/>
          </a:bodyPr>
          <a:lstStyle/>
          <a:p>
            <a:r>
              <a:rPr lang="en-US" dirty="0"/>
              <a:t>Another Example of Distributed Consensus: distributed accounting</a:t>
            </a:r>
          </a:p>
        </p:txBody>
      </p:sp>
      <p:sp>
        <p:nvSpPr>
          <p:cNvPr id="3" name="Date Placeholder 2">
            <a:extLst>
              <a:ext uri="{FF2B5EF4-FFF2-40B4-BE49-F238E27FC236}">
                <a16:creationId xmlns:a16="http://schemas.microsoft.com/office/drawing/2014/main" id="{66DD3E7B-C4AE-F04C-893C-7A0E60C9EED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DBFC903-2069-A245-ADFE-9C4554629A7A}"/>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E9674BB-D7A0-BA48-9C23-1FF5656D8618}"/>
              </a:ext>
            </a:extLst>
          </p:cNvPr>
          <p:cNvSpPr>
            <a:spLocks noGrp="1"/>
          </p:cNvSpPr>
          <p:nvPr>
            <p:ph sz="quarter" idx="1"/>
          </p:nvPr>
        </p:nvSpPr>
        <p:spPr>
          <a:xfrm>
            <a:off x="457200" y="1219200"/>
            <a:ext cx="4572000" cy="4937760"/>
          </a:xfrm>
        </p:spPr>
        <p:txBody>
          <a:bodyPr>
            <a:normAutofit fontScale="92500" lnSpcReduction="20000"/>
          </a:bodyPr>
          <a:lstStyle/>
          <a:p>
            <a:r>
              <a:rPr lang="en-US" dirty="0"/>
              <a:t>Centralized accounting:</a:t>
            </a:r>
          </a:p>
          <a:p>
            <a:pPr lvl="1"/>
            <a:r>
              <a:rPr lang="en-US" dirty="0"/>
              <a:t>E.g., suppose only one bank exists in U.S.</a:t>
            </a:r>
          </a:p>
          <a:p>
            <a:endParaRPr lang="en-US" dirty="0"/>
          </a:p>
          <a:p>
            <a:r>
              <a:rPr lang="en-US" dirty="0"/>
              <a:t>Potential problems:</a:t>
            </a:r>
          </a:p>
          <a:p>
            <a:pPr lvl="1"/>
            <a:r>
              <a:rPr lang="en-US" dirty="0"/>
              <a:t>The master node is very easy for accounting fraud </a:t>
            </a:r>
          </a:p>
          <a:p>
            <a:pPr lvl="1"/>
            <a:r>
              <a:rPr lang="en-US" dirty="0"/>
              <a:t>The master node could be performance bottlenecks</a:t>
            </a:r>
          </a:p>
          <a:p>
            <a:pPr lvl="1"/>
            <a:r>
              <a:rPr lang="en-US" dirty="0"/>
              <a:t>Low reliability, e.g., master node fails</a:t>
            </a:r>
          </a:p>
        </p:txBody>
      </p:sp>
      <p:pic>
        <p:nvPicPr>
          <p:cNvPr id="6" name="Picture 5">
            <a:extLst>
              <a:ext uri="{FF2B5EF4-FFF2-40B4-BE49-F238E27FC236}">
                <a16:creationId xmlns:a16="http://schemas.microsoft.com/office/drawing/2014/main" id="{8E11219A-2686-CF4D-95C7-7F7ADA302751}"/>
              </a:ext>
            </a:extLst>
          </p:cNvPr>
          <p:cNvPicPr>
            <a:picLocks noChangeAspect="1"/>
          </p:cNvPicPr>
          <p:nvPr/>
        </p:nvPicPr>
        <p:blipFill rotWithShape="1">
          <a:blip r:embed="rId2"/>
          <a:srcRect l="16883" r="19118"/>
          <a:stretch/>
        </p:blipFill>
        <p:spPr>
          <a:xfrm>
            <a:off x="5408064" y="2590800"/>
            <a:ext cx="3048001" cy="1905000"/>
          </a:xfrm>
          <a:prstGeom prst="rect">
            <a:avLst/>
          </a:prstGeom>
        </p:spPr>
      </p:pic>
    </p:spTree>
    <p:extLst>
      <p:ext uri="{BB962C8B-B14F-4D97-AF65-F5344CB8AC3E}">
        <p14:creationId xmlns:p14="http://schemas.microsoft.com/office/powerpoint/2010/main" val="169132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982DB-8CD5-A240-948E-4232FD796A61}"/>
              </a:ext>
            </a:extLst>
          </p:cNvPr>
          <p:cNvSpPr>
            <a:spLocks noGrp="1"/>
          </p:cNvSpPr>
          <p:nvPr>
            <p:ph type="title"/>
          </p:nvPr>
        </p:nvSpPr>
        <p:spPr/>
        <p:txBody>
          <a:bodyPr>
            <a:normAutofit fontScale="90000"/>
          </a:bodyPr>
          <a:lstStyle/>
          <a:p>
            <a:r>
              <a:rPr lang="en-US" dirty="0"/>
              <a:t>Another Example of Distributed Consensus: distributed accounting</a:t>
            </a:r>
          </a:p>
        </p:txBody>
      </p:sp>
      <p:sp>
        <p:nvSpPr>
          <p:cNvPr id="3" name="Date Placeholder 2">
            <a:extLst>
              <a:ext uri="{FF2B5EF4-FFF2-40B4-BE49-F238E27FC236}">
                <a16:creationId xmlns:a16="http://schemas.microsoft.com/office/drawing/2014/main" id="{66DD3E7B-C4AE-F04C-893C-7A0E60C9EED3}"/>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DBFC903-2069-A245-ADFE-9C4554629A7A}"/>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E9674BB-D7A0-BA48-9C23-1FF5656D8618}"/>
              </a:ext>
            </a:extLst>
          </p:cNvPr>
          <p:cNvSpPr>
            <a:spLocks noGrp="1"/>
          </p:cNvSpPr>
          <p:nvPr>
            <p:ph sz="quarter" idx="1"/>
          </p:nvPr>
        </p:nvSpPr>
        <p:spPr>
          <a:xfrm>
            <a:off x="457200" y="1219200"/>
            <a:ext cx="4953000" cy="4937760"/>
          </a:xfrm>
        </p:spPr>
        <p:txBody>
          <a:bodyPr>
            <a:normAutofit fontScale="92500"/>
          </a:bodyPr>
          <a:lstStyle/>
          <a:p>
            <a:r>
              <a:rPr lang="en-US" dirty="0"/>
              <a:t>Distributed accounting:</a:t>
            </a:r>
          </a:p>
          <a:p>
            <a:pPr lvl="1"/>
            <a:r>
              <a:rPr lang="en-US" dirty="0"/>
              <a:t>No centralized node</a:t>
            </a:r>
          </a:p>
          <a:p>
            <a:pPr lvl="1"/>
            <a:r>
              <a:rPr lang="en-US" dirty="0"/>
              <a:t>Any server that sees one transaction can record this transaction</a:t>
            </a:r>
          </a:p>
          <a:p>
            <a:endParaRPr lang="en-US" dirty="0"/>
          </a:p>
          <a:p>
            <a:r>
              <a:rPr lang="en-US" dirty="0"/>
              <a:t>Potential benefits:</a:t>
            </a:r>
          </a:p>
          <a:p>
            <a:pPr lvl="1"/>
            <a:r>
              <a:rPr lang="en-US" dirty="0"/>
              <a:t>Results are trusted and accurate</a:t>
            </a:r>
          </a:p>
          <a:p>
            <a:pPr lvl="1"/>
            <a:r>
              <a:rPr lang="en-US" dirty="0"/>
              <a:t>System is strong and has high reliability</a:t>
            </a:r>
          </a:p>
        </p:txBody>
      </p:sp>
      <p:pic>
        <p:nvPicPr>
          <p:cNvPr id="7" name="Picture 6">
            <a:extLst>
              <a:ext uri="{FF2B5EF4-FFF2-40B4-BE49-F238E27FC236}">
                <a16:creationId xmlns:a16="http://schemas.microsoft.com/office/drawing/2014/main" id="{755B838D-4424-704E-9750-69637DFE6A32}"/>
              </a:ext>
            </a:extLst>
          </p:cNvPr>
          <p:cNvPicPr>
            <a:picLocks noChangeAspect="1"/>
          </p:cNvPicPr>
          <p:nvPr/>
        </p:nvPicPr>
        <p:blipFill>
          <a:blip r:embed="rId2"/>
          <a:stretch>
            <a:fillRect/>
          </a:stretch>
        </p:blipFill>
        <p:spPr>
          <a:xfrm>
            <a:off x="5410200" y="2519680"/>
            <a:ext cx="3505200" cy="2336800"/>
          </a:xfrm>
          <a:prstGeom prst="rect">
            <a:avLst/>
          </a:prstGeom>
        </p:spPr>
      </p:pic>
    </p:spTree>
    <p:extLst>
      <p:ext uri="{BB962C8B-B14F-4D97-AF65-F5344CB8AC3E}">
        <p14:creationId xmlns:p14="http://schemas.microsoft.com/office/powerpoint/2010/main" val="3991441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745D-76B5-5645-8A2B-3C6FBB174242}"/>
              </a:ext>
            </a:extLst>
          </p:cNvPr>
          <p:cNvSpPr>
            <a:spLocks noGrp="1"/>
          </p:cNvSpPr>
          <p:nvPr>
            <p:ph type="title"/>
          </p:nvPr>
        </p:nvSpPr>
        <p:spPr/>
        <p:txBody>
          <a:bodyPr/>
          <a:lstStyle/>
          <a:p>
            <a:r>
              <a:rPr lang="en-US" dirty="0"/>
              <a:t>What is Distributed Consensus?</a:t>
            </a:r>
          </a:p>
        </p:txBody>
      </p:sp>
      <p:sp>
        <p:nvSpPr>
          <p:cNvPr id="3" name="Date Placeholder 2">
            <a:extLst>
              <a:ext uri="{FF2B5EF4-FFF2-40B4-BE49-F238E27FC236}">
                <a16:creationId xmlns:a16="http://schemas.microsoft.com/office/drawing/2014/main" id="{43C7AF01-0B28-CA4D-BFAF-C44AEE5DC692}"/>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8C67443-462F-3047-A548-0A0280A08D33}"/>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54410AB8-F295-FB40-B9FC-57A1D49797FD}"/>
              </a:ext>
            </a:extLst>
          </p:cNvPr>
          <p:cNvSpPr>
            <a:spLocks noGrp="1"/>
          </p:cNvSpPr>
          <p:nvPr>
            <p:ph sz="quarter" idx="1"/>
          </p:nvPr>
        </p:nvSpPr>
        <p:spPr>
          <a:xfrm>
            <a:off x="457200" y="1219200"/>
            <a:ext cx="8229600" cy="4419600"/>
          </a:xfrm>
        </p:spPr>
        <p:txBody>
          <a:bodyPr>
            <a:normAutofit/>
          </a:bodyPr>
          <a:lstStyle/>
          <a:p>
            <a:r>
              <a:rPr lang="en-US" dirty="0"/>
              <a:t>Example: </a:t>
            </a:r>
          </a:p>
          <a:p>
            <a:pPr lvl="1"/>
            <a:r>
              <a:rPr lang="en-US" dirty="0"/>
              <a:t>5 servers located at Georgia, Florida, Texas, California and New York</a:t>
            </a:r>
          </a:p>
          <a:p>
            <a:pPr lvl="1"/>
            <a:r>
              <a:rPr lang="en-US" dirty="0"/>
              <a:t>User A in GA send $100 to user B in TX</a:t>
            </a:r>
          </a:p>
          <a:p>
            <a:pPr lvl="1"/>
            <a:r>
              <a:rPr lang="en-US" dirty="0"/>
              <a:t>Traditional solution:</a:t>
            </a:r>
          </a:p>
          <a:p>
            <a:pPr lvl="2"/>
            <a:r>
              <a:rPr lang="en-US" dirty="0"/>
              <a:t>A – 100 and B + 100</a:t>
            </a:r>
          </a:p>
          <a:p>
            <a:pPr lvl="2"/>
            <a:r>
              <a:rPr lang="en-US" dirty="0"/>
              <a:t>Keep the record at centralized server</a:t>
            </a:r>
          </a:p>
        </p:txBody>
      </p:sp>
      <p:pic>
        <p:nvPicPr>
          <p:cNvPr id="6" name="Picture 5">
            <a:extLst>
              <a:ext uri="{FF2B5EF4-FFF2-40B4-BE49-F238E27FC236}">
                <a16:creationId xmlns:a16="http://schemas.microsoft.com/office/drawing/2014/main" id="{4AB8E240-46B3-7E4B-9256-F39B7AC3C5AA}"/>
              </a:ext>
            </a:extLst>
          </p:cNvPr>
          <p:cNvPicPr>
            <a:picLocks noChangeAspect="1"/>
          </p:cNvPicPr>
          <p:nvPr/>
        </p:nvPicPr>
        <p:blipFill>
          <a:blip r:embed="rId2"/>
          <a:stretch>
            <a:fillRect/>
          </a:stretch>
        </p:blipFill>
        <p:spPr>
          <a:xfrm>
            <a:off x="5887207" y="3657600"/>
            <a:ext cx="2325633" cy="2184400"/>
          </a:xfrm>
          <a:prstGeom prst="rect">
            <a:avLst/>
          </a:prstGeom>
        </p:spPr>
      </p:pic>
    </p:spTree>
    <p:extLst>
      <p:ext uri="{BB962C8B-B14F-4D97-AF65-F5344CB8AC3E}">
        <p14:creationId xmlns:p14="http://schemas.microsoft.com/office/powerpoint/2010/main" val="1298288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7745D-76B5-5645-8A2B-3C6FBB174242}"/>
              </a:ext>
            </a:extLst>
          </p:cNvPr>
          <p:cNvSpPr>
            <a:spLocks noGrp="1"/>
          </p:cNvSpPr>
          <p:nvPr>
            <p:ph type="title"/>
          </p:nvPr>
        </p:nvSpPr>
        <p:spPr/>
        <p:txBody>
          <a:bodyPr/>
          <a:lstStyle/>
          <a:p>
            <a:r>
              <a:rPr lang="en-US" dirty="0"/>
              <a:t>What is Distributed Consensus?</a:t>
            </a:r>
          </a:p>
        </p:txBody>
      </p:sp>
      <p:sp>
        <p:nvSpPr>
          <p:cNvPr id="3" name="Date Placeholder 2">
            <a:extLst>
              <a:ext uri="{FF2B5EF4-FFF2-40B4-BE49-F238E27FC236}">
                <a16:creationId xmlns:a16="http://schemas.microsoft.com/office/drawing/2014/main" id="{43C7AF01-0B28-CA4D-BFAF-C44AEE5DC692}"/>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8C67443-462F-3047-A548-0A0280A08D33}"/>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54410AB8-F295-FB40-B9FC-57A1D49797FD}"/>
              </a:ext>
            </a:extLst>
          </p:cNvPr>
          <p:cNvSpPr>
            <a:spLocks noGrp="1"/>
          </p:cNvSpPr>
          <p:nvPr>
            <p:ph sz="quarter" idx="1"/>
          </p:nvPr>
        </p:nvSpPr>
        <p:spPr>
          <a:xfrm>
            <a:off x="457200" y="1219200"/>
            <a:ext cx="8229600" cy="4419600"/>
          </a:xfrm>
        </p:spPr>
        <p:txBody>
          <a:bodyPr>
            <a:normAutofit/>
          </a:bodyPr>
          <a:lstStyle/>
          <a:p>
            <a:r>
              <a:rPr lang="en-US" dirty="0"/>
              <a:t>Example: </a:t>
            </a:r>
          </a:p>
          <a:p>
            <a:pPr lvl="1"/>
            <a:r>
              <a:rPr lang="en-US" dirty="0"/>
              <a:t>5 servers located at Georgia, Florida, Texas, California and New York</a:t>
            </a:r>
          </a:p>
          <a:p>
            <a:pPr lvl="1"/>
            <a:r>
              <a:rPr lang="en-US" dirty="0"/>
              <a:t>User A in GA send $100 to user B in TX</a:t>
            </a:r>
          </a:p>
          <a:p>
            <a:pPr lvl="1"/>
            <a:r>
              <a:rPr lang="en-US" dirty="0"/>
              <a:t>Distributed solution:</a:t>
            </a:r>
          </a:p>
          <a:p>
            <a:pPr lvl="2"/>
            <a:r>
              <a:rPr lang="en-US" dirty="0"/>
              <a:t>How to keep the data consistent in each server</a:t>
            </a:r>
          </a:p>
        </p:txBody>
      </p:sp>
      <p:pic>
        <p:nvPicPr>
          <p:cNvPr id="7" name="Picture 6">
            <a:extLst>
              <a:ext uri="{FF2B5EF4-FFF2-40B4-BE49-F238E27FC236}">
                <a16:creationId xmlns:a16="http://schemas.microsoft.com/office/drawing/2014/main" id="{DDAE4C5F-2F63-6E4A-82F7-2AA7D99A0848}"/>
              </a:ext>
            </a:extLst>
          </p:cNvPr>
          <p:cNvPicPr>
            <a:picLocks noChangeAspect="1"/>
          </p:cNvPicPr>
          <p:nvPr/>
        </p:nvPicPr>
        <p:blipFill>
          <a:blip r:embed="rId2"/>
          <a:stretch>
            <a:fillRect/>
          </a:stretch>
        </p:blipFill>
        <p:spPr>
          <a:xfrm>
            <a:off x="6629400" y="3467100"/>
            <a:ext cx="1885103" cy="2324100"/>
          </a:xfrm>
          <a:prstGeom prst="rect">
            <a:avLst/>
          </a:prstGeom>
        </p:spPr>
      </p:pic>
      <p:sp>
        <p:nvSpPr>
          <p:cNvPr id="8" name="Rectangle 7">
            <a:extLst>
              <a:ext uri="{FF2B5EF4-FFF2-40B4-BE49-F238E27FC236}">
                <a16:creationId xmlns:a16="http://schemas.microsoft.com/office/drawing/2014/main" id="{205281EA-13CF-D14F-B9F2-C348E1D1F9E1}"/>
              </a:ext>
            </a:extLst>
          </p:cNvPr>
          <p:cNvSpPr/>
          <p:nvPr/>
        </p:nvSpPr>
        <p:spPr>
          <a:xfrm>
            <a:off x="914400" y="4953000"/>
            <a:ext cx="4953000" cy="923330"/>
          </a:xfrm>
          <a:prstGeom prst="rect">
            <a:avLst/>
          </a:prstGeom>
        </p:spPr>
        <p:txBody>
          <a:bodyPr wrap="square">
            <a:spAutoFit/>
          </a:bodyPr>
          <a:lstStyle/>
          <a:p>
            <a:r>
              <a:rPr lang="en-US" b="1" i="1" dirty="0">
                <a:solidFill>
                  <a:schemeClr val="accent2"/>
                </a:solidFill>
              </a:rPr>
              <a:t>Distributed consensus is the process of making all nodes agree on a certain state when multiple nodes can operate or record independently.</a:t>
            </a:r>
          </a:p>
        </p:txBody>
      </p:sp>
    </p:spTree>
    <p:extLst>
      <p:ext uri="{BB962C8B-B14F-4D97-AF65-F5344CB8AC3E}">
        <p14:creationId xmlns:p14="http://schemas.microsoft.com/office/powerpoint/2010/main" val="3234839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3000D-6965-004C-875E-EE27883FA5DC}"/>
              </a:ext>
            </a:extLst>
          </p:cNvPr>
          <p:cNvSpPr>
            <a:spLocks noGrp="1"/>
          </p:cNvSpPr>
          <p:nvPr>
            <p:ph type="title"/>
          </p:nvPr>
        </p:nvSpPr>
        <p:spPr/>
        <p:txBody>
          <a:bodyPr>
            <a:normAutofit fontScale="90000"/>
          </a:bodyPr>
          <a:lstStyle/>
          <a:p>
            <a:r>
              <a:rPr lang="en-US" dirty="0"/>
              <a:t>Difference between Consistency and Consensus </a:t>
            </a:r>
          </a:p>
        </p:txBody>
      </p:sp>
      <p:sp>
        <p:nvSpPr>
          <p:cNvPr id="3" name="Date Placeholder 2">
            <a:extLst>
              <a:ext uri="{FF2B5EF4-FFF2-40B4-BE49-F238E27FC236}">
                <a16:creationId xmlns:a16="http://schemas.microsoft.com/office/drawing/2014/main" id="{5DF064C0-CACF-C147-A2D2-2574B3C04059}"/>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3D371260-821A-D24E-85F2-19D5FABC7972}"/>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9D2A7AC4-A861-4C43-AC5F-C4F6D1A1C4DD}"/>
              </a:ext>
            </a:extLst>
          </p:cNvPr>
          <p:cNvSpPr>
            <a:spLocks noGrp="1"/>
          </p:cNvSpPr>
          <p:nvPr>
            <p:ph sz="quarter" idx="1"/>
          </p:nvPr>
        </p:nvSpPr>
        <p:spPr>
          <a:xfrm>
            <a:off x="457200" y="1219200"/>
            <a:ext cx="8229600" cy="4953000"/>
          </a:xfrm>
        </p:spPr>
        <p:txBody>
          <a:bodyPr>
            <a:normAutofit fontScale="85000" lnSpcReduction="20000"/>
          </a:bodyPr>
          <a:lstStyle/>
          <a:p>
            <a:r>
              <a:rPr lang="en-US" dirty="0"/>
              <a:t>Consistency: the data or status presented to the outside is consistent after a series of operations among multiple nodes in a distributed system</a:t>
            </a:r>
          </a:p>
          <a:p>
            <a:endParaRPr lang="en-US" dirty="0"/>
          </a:p>
          <a:p>
            <a:r>
              <a:rPr lang="en-US" dirty="0"/>
              <a:t>Consistency refers to the results</a:t>
            </a:r>
          </a:p>
          <a:p>
            <a:endParaRPr lang="en-US" dirty="0"/>
          </a:p>
          <a:p>
            <a:r>
              <a:rPr lang="en-US" dirty="0"/>
              <a:t>Consensus: the process that multiple nodes in a distributed system reach an agreement.</a:t>
            </a:r>
          </a:p>
          <a:p>
            <a:endParaRPr lang="en-US" dirty="0"/>
          </a:p>
          <a:p>
            <a:r>
              <a:rPr lang="en-US" dirty="0"/>
              <a:t>Consensus refers to the process</a:t>
            </a:r>
          </a:p>
        </p:txBody>
      </p:sp>
    </p:spTree>
    <p:extLst>
      <p:ext uri="{BB962C8B-B14F-4D97-AF65-F5344CB8AC3E}">
        <p14:creationId xmlns:p14="http://schemas.microsoft.com/office/powerpoint/2010/main" val="3957084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DA146-5BE0-2348-9D72-AC15FE110603}"/>
              </a:ext>
            </a:extLst>
          </p:cNvPr>
          <p:cNvSpPr>
            <a:spLocks noGrp="1"/>
          </p:cNvSpPr>
          <p:nvPr>
            <p:ph type="title"/>
          </p:nvPr>
        </p:nvSpPr>
        <p:spPr/>
        <p:txBody>
          <a:bodyPr>
            <a:normAutofit fontScale="90000"/>
          </a:bodyPr>
          <a:lstStyle/>
          <a:p>
            <a:r>
              <a:rPr lang="en-US" dirty="0"/>
              <a:t>How</a:t>
            </a:r>
            <a:r>
              <a:rPr lang="zh-CN" altLang="en-US" dirty="0"/>
              <a:t> </a:t>
            </a:r>
            <a:r>
              <a:rPr lang="en-US" altLang="zh-CN" dirty="0"/>
              <a:t>to Achieve </a:t>
            </a:r>
            <a:r>
              <a:rPr lang="en-US" dirty="0"/>
              <a:t>Distributed Consensus?</a:t>
            </a:r>
          </a:p>
        </p:txBody>
      </p:sp>
      <p:sp>
        <p:nvSpPr>
          <p:cNvPr id="3" name="Date Placeholder 2">
            <a:extLst>
              <a:ext uri="{FF2B5EF4-FFF2-40B4-BE49-F238E27FC236}">
                <a16:creationId xmlns:a16="http://schemas.microsoft.com/office/drawing/2014/main" id="{084F7F69-E02F-EC42-9C45-D14CCBEAF1A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A4615E3B-56DB-634D-98A9-5167F9F2F39C}"/>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57A02739-8D63-8D41-899F-FB10634BBE9B}"/>
              </a:ext>
            </a:extLst>
          </p:cNvPr>
          <p:cNvSpPr>
            <a:spLocks noGrp="1"/>
          </p:cNvSpPr>
          <p:nvPr>
            <p:ph sz="quarter" idx="1"/>
          </p:nvPr>
        </p:nvSpPr>
        <p:spPr>
          <a:xfrm>
            <a:off x="457200" y="1219200"/>
            <a:ext cx="5029200" cy="4937760"/>
          </a:xfrm>
        </p:spPr>
        <p:txBody>
          <a:bodyPr>
            <a:normAutofit fontScale="85000" lnSpcReduction="10000"/>
          </a:bodyPr>
          <a:lstStyle/>
          <a:p>
            <a:r>
              <a:rPr lang="en-US" dirty="0"/>
              <a:t>Distributed consensus is the process of making all nodes agree on a certain state when multiple nodes can operate or record independently.</a:t>
            </a:r>
          </a:p>
          <a:p>
            <a:endParaRPr lang="en-US" dirty="0"/>
          </a:p>
          <a:p>
            <a:r>
              <a:rPr lang="en-US" dirty="0"/>
              <a:t>Solution:</a:t>
            </a:r>
          </a:p>
          <a:p>
            <a:pPr lvl="1"/>
            <a:r>
              <a:rPr lang="en-US" dirty="0"/>
              <a:t>PoW (Proof-of-Work)</a:t>
            </a:r>
          </a:p>
          <a:p>
            <a:pPr lvl="1"/>
            <a:r>
              <a:rPr lang="en-US" dirty="0"/>
              <a:t>PoS (Proof-of-Stake)</a:t>
            </a:r>
          </a:p>
          <a:p>
            <a:pPr lvl="1"/>
            <a:r>
              <a:rPr lang="en-US" dirty="0" err="1"/>
              <a:t>DPoS</a:t>
            </a:r>
            <a:r>
              <a:rPr lang="en-US" dirty="0"/>
              <a:t> (Delegated Proof of Stake)</a:t>
            </a:r>
          </a:p>
        </p:txBody>
      </p:sp>
      <p:pic>
        <p:nvPicPr>
          <p:cNvPr id="6" name="Picture 5">
            <a:extLst>
              <a:ext uri="{FF2B5EF4-FFF2-40B4-BE49-F238E27FC236}">
                <a16:creationId xmlns:a16="http://schemas.microsoft.com/office/drawing/2014/main" id="{B4AB00C6-7E56-2D4D-8EBD-741754650344}"/>
              </a:ext>
            </a:extLst>
          </p:cNvPr>
          <p:cNvPicPr>
            <a:picLocks noChangeAspect="1"/>
          </p:cNvPicPr>
          <p:nvPr/>
        </p:nvPicPr>
        <p:blipFill>
          <a:blip r:embed="rId2"/>
          <a:stretch>
            <a:fillRect/>
          </a:stretch>
        </p:blipFill>
        <p:spPr>
          <a:xfrm>
            <a:off x="5103321" y="2277027"/>
            <a:ext cx="4040679" cy="2784060"/>
          </a:xfrm>
          <a:prstGeom prst="rect">
            <a:avLst/>
          </a:prstGeom>
        </p:spPr>
      </p:pic>
    </p:spTree>
    <p:extLst>
      <p:ext uri="{BB962C8B-B14F-4D97-AF65-F5344CB8AC3E}">
        <p14:creationId xmlns:p14="http://schemas.microsoft.com/office/powerpoint/2010/main" val="2391191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25012-3C3B-5941-A411-946B7964EE1D}"/>
              </a:ext>
            </a:extLst>
          </p:cNvPr>
          <p:cNvSpPr>
            <a:spLocks noGrp="1"/>
          </p:cNvSpPr>
          <p:nvPr>
            <p:ph type="title"/>
          </p:nvPr>
        </p:nvSpPr>
        <p:spPr/>
        <p:txBody>
          <a:bodyPr>
            <a:normAutofit/>
          </a:bodyPr>
          <a:lstStyle/>
          <a:p>
            <a:r>
              <a:rPr lang="en-US" dirty="0"/>
              <a:t>1. PoW (Proof-of-Work)</a:t>
            </a:r>
          </a:p>
        </p:txBody>
      </p:sp>
      <p:sp>
        <p:nvSpPr>
          <p:cNvPr id="3" name="Date Placeholder 2">
            <a:extLst>
              <a:ext uri="{FF2B5EF4-FFF2-40B4-BE49-F238E27FC236}">
                <a16:creationId xmlns:a16="http://schemas.microsoft.com/office/drawing/2014/main" id="{12143914-A046-FD41-A0DD-2D84F59F29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561B642F-26DD-8B45-9935-E6589361C2A8}"/>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00B7537-6BF6-DA49-BEF5-D334D9F63828}"/>
              </a:ext>
            </a:extLst>
          </p:cNvPr>
          <p:cNvSpPr>
            <a:spLocks noGrp="1"/>
          </p:cNvSpPr>
          <p:nvPr>
            <p:ph sz="quarter" idx="1"/>
          </p:nvPr>
        </p:nvSpPr>
        <p:spPr>
          <a:xfrm>
            <a:off x="457200" y="1219199"/>
            <a:ext cx="3352800" cy="2540143"/>
          </a:xfrm>
        </p:spPr>
        <p:txBody>
          <a:bodyPr>
            <a:normAutofit fontScale="77500" lnSpcReduction="20000"/>
          </a:bodyPr>
          <a:lstStyle/>
          <a:p>
            <a:r>
              <a:rPr lang="en-US" dirty="0"/>
              <a:t>In distributed election, only one node in the same round of elections could be the master node</a:t>
            </a:r>
          </a:p>
        </p:txBody>
      </p:sp>
      <p:pic>
        <p:nvPicPr>
          <p:cNvPr id="6" name="Picture 5">
            <a:extLst>
              <a:ext uri="{FF2B5EF4-FFF2-40B4-BE49-F238E27FC236}">
                <a16:creationId xmlns:a16="http://schemas.microsoft.com/office/drawing/2014/main" id="{A35D00D1-8DC6-8C4E-B0C5-4E32507E3CD9}"/>
              </a:ext>
            </a:extLst>
          </p:cNvPr>
          <p:cNvPicPr>
            <a:picLocks noChangeAspect="1"/>
          </p:cNvPicPr>
          <p:nvPr/>
        </p:nvPicPr>
        <p:blipFill rotWithShape="1">
          <a:blip r:embed="rId2"/>
          <a:srcRect t="21230" r="10514"/>
          <a:stretch/>
        </p:blipFill>
        <p:spPr>
          <a:xfrm>
            <a:off x="143854" y="4067246"/>
            <a:ext cx="3818546" cy="1886095"/>
          </a:xfrm>
          <a:prstGeom prst="rect">
            <a:avLst/>
          </a:prstGeom>
        </p:spPr>
      </p:pic>
      <p:sp>
        <p:nvSpPr>
          <p:cNvPr id="7" name="Content Placeholder 4">
            <a:extLst>
              <a:ext uri="{FF2B5EF4-FFF2-40B4-BE49-F238E27FC236}">
                <a16:creationId xmlns:a16="http://schemas.microsoft.com/office/drawing/2014/main" id="{C8C9215D-639C-F74E-9A4B-1238B494D0A7}"/>
              </a:ext>
            </a:extLst>
          </p:cNvPr>
          <p:cNvSpPr txBox="1">
            <a:spLocks/>
          </p:cNvSpPr>
          <p:nvPr/>
        </p:nvSpPr>
        <p:spPr>
          <a:xfrm>
            <a:off x="4724400" y="1219200"/>
            <a:ext cx="3962400" cy="5029200"/>
          </a:xfrm>
          <a:prstGeom prst="rect">
            <a:avLst/>
          </a:prstGeom>
        </p:spPr>
        <p:txBody>
          <a:bodyPr vert="horz">
            <a:normAutofit fontScale="77500" lnSpcReduction="20000"/>
          </a:bodyPr>
          <a:lstStyle>
            <a:lvl1pPr marL="274320" indent="-274320" algn="l" rtl="0" eaLnBrk="1" latinLnBrk="0" hangingPunct="1">
              <a:lnSpc>
                <a:spcPct val="125000"/>
              </a:lnSpc>
              <a:spcBef>
                <a:spcPts val="600"/>
              </a:spcBef>
              <a:buClr>
                <a:schemeClr val="accent1"/>
              </a:buClr>
              <a:buSzPct val="100000"/>
              <a:buFont typeface="Arial" pitchFamily="34" charset="0"/>
              <a:buChar char="•"/>
              <a:defRPr kumimoji="0" sz="3200" kern="1200" baseline="0">
                <a:solidFill>
                  <a:schemeClr val="tx1"/>
                </a:solidFill>
                <a:latin typeface="+mn-lt"/>
                <a:ea typeface="+mn-ea"/>
                <a:cs typeface="+mn-cs"/>
              </a:defRPr>
            </a:lvl1pPr>
            <a:lvl2pPr marL="548640" indent="-274320" algn="l" rtl="0" eaLnBrk="1" latinLnBrk="0" hangingPunct="1">
              <a:lnSpc>
                <a:spcPct val="125000"/>
              </a:lnSpc>
              <a:spcBef>
                <a:spcPts val="500"/>
              </a:spcBef>
              <a:buClr>
                <a:schemeClr val="accent2"/>
              </a:buClr>
              <a:buSzPct val="65000"/>
              <a:buFont typeface="Courier New" pitchFamily="49" charset="0"/>
              <a:buChar char="o"/>
              <a:defRPr kumimoji="0" sz="2400" kern="1200" baseline="0">
                <a:solidFill>
                  <a:schemeClr val="tx2"/>
                </a:solidFill>
                <a:latin typeface="+mn-lt"/>
                <a:ea typeface="+mn-ea"/>
                <a:cs typeface="+mn-cs"/>
              </a:defRPr>
            </a:lvl2pPr>
            <a:lvl3pPr marL="822960" indent="-228600" algn="l" rtl="0" eaLnBrk="1" latinLnBrk="0" hangingPunct="1">
              <a:lnSpc>
                <a:spcPct val="125000"/>
              </a:lnSpc>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lnSpc>
                <a:spcPct val="125000"/>
              </a:lnSpc>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lnSpc>
                <a:spcPct val="125000"/>
              </a:lnSpc>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a:lstStyle>
          <a:p>
            <a:r>
              <a:rPr lang="en-US" dirty="0"/>
              <a:t>In distributed accounting, for one transaction, only one node can obtain the </a:t>
            </a:r>
            <a:r>
              <a:rPr lang="en-US" b="1" i="1" dirty="0">
                <a:solidFill>
                  <a:schemeClr val="accent2"/>
                </a:solidFill>
              </a:rPr>
              <a:t>accounting right</a:t>
            </a:r>
            <a:r>
              <a:rPr lang="en-US" dirty="0"/>
              <a:t>, and then reaches </a:t>
            </a:r>
            <a:r>
              <a:rPr lang="en-US" b="1" i="1" dirty="0">
                <a:solidFill>
                  <a:schemeClr val="accent2"/>
                </a:solidFill>
              </a:rPr>
              <a:t>an agreement </a:t>
            </a:r>
            <a:r>
              <a:rPr lang="en-US" dirty="0"/>
              <a:t>with other nodes for the accounting results</a:t>
            </a:r>
          </a:p>
          <a:p>
            <a:endParaRPr lang="en-US" dirty="0"/>
          </a:p>
          <a:p>
            <a:r>
              <a:rPr lang="en-US" dirty="0"/>
              <a:t>Two key points in distributed accounting :</a:t>
            </a:r>
          </a:p>
          <a:p>
            <a:pPr lvl="1"/>
            <a:r>
              <a:rPr lang="en-US" dirty="0"/>
              <a:t>Accounting right</a:t>
            </a:r>
          </a:p>
          <a:p>
            <a:pPr lvl="1"/>
            <a:r>
              <a:rPr lang="en-US" dirty="0"/>
              <a:t>Agreement</a:t>
            </a:r>
          </a:p>
        </p:txBody>
      </p:sp>
    </p:spTree>
    <p:extLst>
      <p:ext uri="{BB962C8B-B14F-4D97-AF65-F5344CB8AC3E}">
        <p14:creationId xmlns:p14="http://schemas.microsoft.com/office/powerpoint/2010/main" val="1056090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EF52-ABC7-7A41-A923-BA08B88FC076}"/>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90F032E4-B23C-B846-89E0-C3A958CD3FF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5EEE197-D300-EE41-8280-FC82790269E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BBF3B6D-B5C5-8540-87B7-2A9B7A7DE17D}"/>
              </a:ext>
            </a:extLst>
          </p:cNvPr>
          <p:cNvSpPr>
            <a:spLocks noGrp="1"/>
          </p:cNvSpPr>
          <p:nvPr>
            <p:ph sz="quarter" idx="1"/>
          </p:nvPr>
        </p:nvSpPr>
        <p:spPr>
          <a:xfrm>
            <a:off x="457200" y="1219200"/>
            <a:ext cx="8229600" cy="3048000"/>
          </a:xfrm>
        </p:spPr>
        <p:txBody>
          <a:bodyPr>
            <a:normAutofit fontScale="85000" lnSpcReduction="20000"/>
          </a:bodyPr>
          <a:lstStyle/>
          <a:p>
            <a:r>
              <a:rPr lang="en-US" dirty="0"/>
              <a:t>PoW algorithm is a mechanism that competes for accounting rights based on the computing power of each node.</a:t>
            </a:r>
          </a:p>
          <a:p>
            <a:endParaRPr lang="en-US" dirty="0"/>
          </a:p>
          <a:p>
            <a:r>
              <a:rPr lang="en-US" dirty="0"/>
              <a:t>Whoever has stronger computing power will be more likely to obtain accounting rights.</a:t>
            </a:r>
          </a:p>
          <a:p>
            <a:endParaRPr lang="en-US" dirty="0"/>
          </a:p>
          <a:p>
            <a:endParaRPr lang="en-US" dirty="0"/>
          </a:p>
        </p:txBody>
      </p:sp>
      <p:pic>
        <p:nvPicPr>
          <p:cNvPr id="6" name="Picture 5">
            <a:extLst>
              <a:ext uri="{FF2B5EF4-FFF2-40B4-BE49-F238E27FC236}">
                <a16:creationId xmlns:a16="http://schemas.microsoft.com/office/drawing/2014/main" id="{FB188ED8-6493-D242-A6A1-C92935A56895}"/>
              </a:ext>
            </a:extLst>
          </p:cNvPr>
          <p:cNvPicPr>
            <a:picLocks noChangeAspect="1"/>
          </p:cNvPicPr>
          <p:nvPr/>
        </p:nvPicPr>
        <p:blipFill>
          <a:blip r:embed="rId2"/>
          <a:stretch>
            <a:fillRect/>
          </a:stretch>
        </p:blipFill>
        <p:spPr>
          <a:xfrm>
            <a:off x="1676400" y="4732204"/>
            <a:ext cx="1092200" cy="1092200"/>
          </a:xfrm>
          <a:prstGeom prst="rect">
            <a:avLst/>
          </a:prstGeom>
        </p:spPr>
      </p:pic>
      <p:pic>
        <p:nvPicPr>
          <p:cNvPr id="7" name="Picture 6">
            <a:extLst>
              <a:ext uri="{FF2B5EF4-FFF2-40B4-BE49-F238E27FC236}">
                <a16:creationId xmlns:a16="http://schemas.microsoft.com/office/drawing/2014/main" id="{8EAE01E1-7D01-B748-853D-06852440AD19}"/>
              </a:ext>
            </a:extLst>
          </p:cNvPr>
          <p:cNvPicPr>
            <a:picLocks noChangeAspect="1"/>
          </p:cNvPicPr>
          <p:nvPr/>
        </p:nvPicPr>
        <p:blipFill>
          <a:blip r:embed="rId3"/>
          <a:stretch>
            <a:fillRect/>
          </a:stretch>
        </p:blipFill>
        <p:spPr>
          <a:xfrm>
            <a:off x="3810000" y="4759028"/>
            <a:ext cx="1066800" cy="1066800"/>
          </a:xfrm>
          <a:prstGeom prst="rect">
            <a:avLst/>
          </a:prstGeom>
        </p:spPr>
      </p:pic>
      <p:pic>
        <p:nvPicPr>
          <p:cNvPr id="8" name="Picture 7">
            <a:extLst>
              <a:ext uri="{FF2B5EF4-FFF2-40B4-BE49-F238E27FC236}">
                <a16:creationId xmlns:a16="http://schemas.microsoft.com/office/drawing/2014/main" id="{61A0A816-7F64-F444-9ED5-A8ABDF4016F6}"/>
              </a:ext>
            </a:extLst>
          </p:cNvPr>
          <p:cNvPicPr>
            <a:picLocks noChangeAspect="1"/>
          </p:cNvPicPr>
          <p:nvPr/>
        </p:nvPicPr>
        <p:blipFill>
          <a:blip r:embed="rId4"/>
          <a:stretch>
            <a:fillRect/>
          </a:stretch>
        </p:blipFill>
        <p:spPr>
          <a:xfrm>
            <a:off x="5791200" y="4419600"/>
            <a:ext cx="2075895" cy="1752600"/>
          </a:xfrm>
          <a:prstGeom prst="rect">
            <a:avLst/>
          </a:prstGeom>
        </p:spPr>
      </p:pic>
      <p:sp>
        <p:nvSpPr>
          <p:cNvPr id="9" name="TextBox 8">
            <a:extLst>
              <a:ext uri="{FF2B5EF4-FFF2-40B4-BE49-F238E27FC236}">
                <a16:creationId xmlns:a16="http://schemas.microsoft.com/office/drawing/2014/main" id="{B45CA41E-7B1B-0241-89AC-81CC9DD2B29F}"/>
              </a:ext>
            </a:extLst>
          </p:cNvPr>
          <p:cNvSpPr txBox="1"/>
          <p:nvPr/>
        </p:nvSpPr>
        <p:spPr>
          <a:xfrm>
            <a:off x="3079018" y="5093638"/>
            <a:ext cx="420564" cy="369332"/>
          </a:xfrm>
          <a:prstGeom prst="rect">
            <a:avLst/>
          </a:prstGeom>
          <a:noFill/>
        </p:spPr>
        <p:txBody>
          <a:bodyPr wrap="none" rtlCol="0">
            <a:spAutoFit/>
          </a:bodyPr>
          <a:lstStyle/>
          <a:p>
            <a:r>
              <a:rPr lang="en-US" dirty="0"/>
              <a:t>VS</a:t>
            </a:r>
          </a:p>
        </p:txBody>
      </p:sp>
      <p:sp>
        <p:nvSpPr>
          <p:cNvPr id="10" name="TextBox 9">
            <a:extLst>
              <a:ext uri="{FF2B5EF4-FFF2-40B4-BE49-F238E27FC236}">
                <a16:creationId xmlns:a16="http://schemas.microsoft.com/office/drawing/2014/main" id="{6FA7EB25-0B80-F344-8F74-F1B257C1B75C}"/>
              </a:ext>
            </a:extLst>
          </p:cNvPr>
          <p:cNvSpPr txBox="1"/>
          <p:nvPr/>
        </p:nvSpPr>
        <p:spPr>
          <a:xfrm>
            <a:off x="4989636" y="5124824"/>
            <a:ext cx="420564" cy="369332"/>
          </a:xfrm>
          <a:prstGeom prst="rect">
            <a:avLst/>
          </a:prstGeom>
          <a:noFill/>
        </p:spPr>
        <p:txBody>
          <a:bodyPr wrap="none" rtlCol="0">
            <a:spAutoFit/>
          </a:bodyPr>
          <a:lstStyle/>
          <a:p>
            <a:r>
              <a:rPr lang="en-US" dirty="0"/>
              <a:t>VS</a:t>
            </a:r>
          </a:p>
        </p:txBody>
      </p:sp>
    </p:spTree>
    <p:extLst>
      <p:ext uri="{BB962C8B-B14F-4D97-AF65-F5344CB8AC3E}">
        <p14:creationId xmlns:p14="http://schemas.microsoft.com/office/powerpoint/2010/main" val="283247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EF52-ABC7-7A41-A923-BA08B88FC076}"/>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90F032E4-B23C-B846-89E0-C3A958CD3FF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5EEE197-D300-EE41-8280-FC82790269E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BBF3B6D-B5C5-8540-87B7-2A9B7A7DE17D}"/>
              </a:ext>
            </a:extLst>
          </p:cNvPr>
          <p:cNvSpPr>
            <a:spLocks noGrp="1"/>
          </p:cNvSpPr>
          <p:nvPr>
            <p:ph sz="quarter" idx="1"/>
          </p:nvPr>
        </p:nvSpPr>
        <p:spPr>
          <a:xfrm>
            <a:off x="457200" y="1219200"/>
            <a:ext cx="8229600" cy="2667000"/>
          </a:xfrm>
        </p:spPr>
        <p:txBody>
          <a:bodyPr>
            <a:normAutofit fontScale="92500" lnSpcReduction="20000"/>
          </a:bodyPr>
          <a:lstStyle/>
          <a:p>
            <a:r>
              <a:rPr lang="en-US" dirty="0"/>
              <a:t>How to measure the computing power?</a:t>
            </a:r>
          </a:p>
          <a:p>
            <a:pPr lvl="1"/>
            <a:r>
              <a:rPr lang="en-US" dirty="0"/>
              <a:t>Every node has to solve a problem</a:t>
            </a:r>
          </a:p>
          <a:p>
            <a:pPr lvl="1"/>
            <a:r>
              <a:rPr lang="en-US" dirty="0"/>
              <a:t>Whoever solves it first has the most computing power</a:t>
            </a:r>
          </a:p>
          <a:p>
            <a:endParaRPr lang="en-US" dirty="0"/>
          </a:p>
          <a:p>
            <a:r>
              <a:rPr lang="en-US" dirty="0"/>
              <a:t>What is the problem?</a:t>
            </a:r>
          </a:p>
          <a:p>
            <a:endParaRPr lang="en-US" dirty="0"/>
          </a:p>
          <a:p>
            <a:endParaRPr lang="en-US" dirty="0"/>
          </a:p>
        </p:txBody>
      </p:sp>
      <p:sp>
        <p:nvSpPr>
          <p:cNvPr id="11" name="Rectangle 10">
            <a:extLst>
              <a:ext uri="{FF2B5EF4-FFF2-40B4-BE49-F238E27FC236}">
                <a16:creationId xmlns:a16="http://schemas.microsoft.com/office/drawing/2014/main" id="{2D007A43-35BE-4440-80FC-68479B63E83C}"/>
              </a:ext>
            </a:extLst>
          </p:cNvPr>
          <p:cNvSpPr/>
          <p:nvPr/>
        </p:nvSpPr>
        <p:spPr>
          <a:xfrm>
            <a:off x="533400" y="4267200"/>
            <a:ext cx="3581400" cy="1477328"/>
          </a:xfrm>
          <a:prstGeom prst="rect">
            <a:avLst/>
          </a:prstGeom>
        </p:spPr>
        <p:txBody>
          <a:bodyPr wrap="square">
            <a:spAutoFit/>
          </a:bodyPr>
          <a:lstStyle/>
          <a:p>
            <a:r>
              <a:rPr lang="en-US" dirty="0"/>
              <a:t>the index of the block</a:t>
            </a:r>
          </a:p>
          <a:p>
            <a:r>
              <a:rPr lang="en-US" dirty="0"/>
              <a:t>the hash value of the previous block</a:t>
            </a:r>
          </a:p>
          <a:p>
            <a:r>
              <a:rPr lang="en-US" dirty="0"/>
              <a:t>the timestamp of the transaction</a:t>
            </a:r>
          </a:p>
          <a:p>
            <a:r>
              <a:rPr lang="en-US" dirty="0"/>
              <a:t>the block data</a:t>
            </a:r>
          </a:p>
          <a:p>
            <a:r>
              <a:rPr lang="en-US" dirty="0"/>
              <a:t>the nonce value</a:t>
            </a:r>
          </a:p>
        </p:txBody>
      </p:sp>
      <p:sp>
        <p:nvSpPr>
          <p:cNvPr id="12" name="Rounded Rectangular Callout 11">
            <a:extLst>
              <a:ext uri="{FF2B5EF4-FFF2-40B4-BE49-F238E27FC236}">
                <a16:creationId xmlns:a16="http://schemas.microsoft.com/office/drawing/2014/main" id="{52D4E3AB-785D-6F48-BA04-0EC446CA1A39}"/>
              </a:ext>
            </a:extLst>
          </p:cNvPr>
          <p:cNvSpPr/>
          <p:nvPr/>
        </p:nvSpPr>
        <p:spPr>
          <a:xfrm>
            <a:off x="608175" y="5994715"/>
            <a:ext cx="1676400" cy="762000"/>
          </a:xfrm>
          <a:prstGeom prst="wedgeRoundRectCallout">
            <a:avLst>
              <a:gd name="adj1" fmla="val -7069"/>
              <a:gd name="adj2" fmla="val -87780"/>
              <a:gd name="adj3" fmla="val 16667"/>
            </a:avLst>
          </a:prstGeom>
          <a:solidFill>
            <a:schemeClr val="bg1"/>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hlinkClick r:id="rId2"/>
              </a:rPr>
              <a:t>https://en.wikipedia.org/wiki/Cryptographic_nonce</a:t>
            </a:r>
            <a:endParaRPr lang="en-US" sz="1400" dirty="0"/>
          </a:p>
        </p:txBody>
      </p:sp>
      <p:sp>
        <p:nvSpPr>
          <p:cNvPr id="13" name="Right Brace 12">
            <a:extLst>
              <a:ext uri="{FF2B5EF4-FFF2-40B4-BE49-F238E27FC236}">
                <a16:creationId xmlns:a16="http://schemas.microsoft.com/office/drawing/2014/main" id="{6F1D6B0D-64ED-A341-A616-7FD377BBB178}"/>
              </a:ext>
            </a:extLst>
          </p:cNvPr>
          <p:cNvSpPr/>
          <p:nvPr/>
        </p:nvSpPr>
        <p:spPr>
          <a:xfrm>
            <a:off x="4191000" y="4267200"/>
            <a:ext cx="381000" cy="1364522"/>
          </a:xfrm>
          <a:prstGeom prst="rightBrace">
            <a:avLst>
              <a:gd name="adj1" fmla="val 66651"/>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13">
            <a:extLst>
              <a:ext uri="{FF2B5EF4-FFF2-40B4-BE49-F238E27FC236}">
                <a16:creationId xmlns:a16="http://schemas.microsoft.com/office/drawing/2014/main" id="{16C19C30-608C-A940-AB8B-E3235FA0A230}"/>
              </a:ext>
            </a:extLst>
          </p:cNvPr>
          <p:cNvSpPr/>
          <p:nvPr/>
        </p:nvSpPr>
        <p:spPr>
          <a:xfrm>
            <a:off x="4800600" y="4682698"/>
            <a:ext cx="918841" cy="646331"/>
          </a:xfrm>
          <a:prstGeom prst="rect">
            <a:avLst/>
          </a:prstGeom>
        </p:spPr>
        <p:txBody>
          <a:bodyPr wrap="none">
            <a:spAutoFit/>
          </a:bodyPr>
          <a:lstStyle/>
          <a:p>
            <a:r>
              <a:rPr lang="en-US" dirty="0"/>
              <a:t>SHA256</a:t>
            </a:r>
          </a:p>
          <a:p>
            <a:r>
              <a:rPr lang="en-US" dirty="0"/>
              <a:t>hashing</a:t>
            </a:r>
          </a:p>
        </p:txBody>
      </p:sp>
      <p:pic>
        <p:nvPicPr>
          <p:cNvPr id="15" name="Picture 14">
            <a:extLst>
              <a:ext uri="{FF2B5EF4-FFF2-40B4-BE49-F238E27FC236}">
                <a16:creationId xmlns:a16="http://schemas.microsoft.com/office/drawing/2014/main" id="{C6A30953-0F43-2B4A-9C1D-80B01EA02C19}"/>
              </a:ext>
            </a:extLst>
          </p:cNvPr>
          <p:cNvPicPr>
            <a:picLocks noChangeAspect="1"/>
          </p:cNvPicPr>
          <p:nvPr/>
        </p:nvPicPr>
        <p:blipFill>
          <a:blip r:embed="rId3"/>
          <a:stretch>
            <a:fillRect/>
          </a:stretch>
        </p:blipFill>
        <p:spPr>
          <a:xfrm>
            <a:off x="6629400" y="4470646"/>
            <a:ext cx="1524000" cy="1070429"/>
          </a:xfrm>
          <a:prstGeom prst="rect">
            <a:avLst/>
          </a:prstGeom>
        </p:spPr>
      </p:pic>
      <p:sp>
        <p:nvSpPr>
          <p:cNvPr id="16" name="Right Arrow 15">
            <a:extLst>
              <a:ext uri="{FF2B5EF4-FFF2-40B4-BE49-F238E27FC236}">
                <a16:creationId xmlns:a16="http://schemas.microsoft.com/office/drawing/2014/main" id="{75F82527-5552-C143-B3B9-764343FF23A1}"/>
              </a:ext>
            </a:extLst>
          </p:cNvPr>
          <p:cNvSpPr/>
          <p:nvPr/>
        </p:nvSpPr>
        <p:spPr>
          <a:xfrm>
            <a:off x="5793861" y="4871822"/>
            <a:ext cx="681359" cy="2680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D4DF98D-E3FD-4D49-9CFD-F08865D24DEE}"/>
              </a:ext>
            </a:extLst>
          </p:cNvPr>
          <p:cNvSpPr/>
          <p:nvPr/>
        </p:nvSpPr>
        <p:spPr>
          <a:xfrm>
            <a:off x="6973242" y="3811219"/>
            <a:ext cx="1221421" cy="646331"/>
          </a:xfrm>
          <a:prstGeom prst="rect">
            <a:avLst/>
          </a:prstGeom>
        </p:spPr>
        <p:txBody>
          <a:bodyPr wrap="square">
            <a:spAutoFit/>
          </a:bodyPr>
          <a:lstStyle/>
          <a:p>
            <a:r>
              <a:rPr lang="en-US" dirty="0"/>
              <a:t>Hashing value</a:t>
            </a:r>
          </a:p>
        </p:txBody>
      </p:sp>
      <p:sp>
        <p:nvSpPr>
          <p:cNvPr id="18" name="Rounded Rectangular Callout 17">
            <a:extLst>
              <a:ext uri="{FF2B5EF4-FFF2-40B4-BE49-F238E27FC236}">
                <a16:creationId xmlns:a16="http://schemas.microsoft.com/office/drawing/2014/main" id="{86A3CF83-A293-524B-9746-039A068BB931}"/>
              </a:ext>
            </a:extLst>
          </p:cNvPr>
          <p:cNvSpPr/>
          <p:nvPr/>
        </p:nvSpPr>
        <p:spPr>
          <a:xfrm>
            <a:off x="6048757" y="5631722"/>
            <a:ext cx="1799843" cy="517577"/>
          </a:xfrm>
          <a:prstGeom prst="wedgeRoundRectCallout">
            <a:avLst>
              <a:gd name="adj1" fmla="val -2276"/>
              <a:gd name="adj2" fmla="val -103107"/>
              <a:gd name="adj3" fmla="val 16667"/>
            </a:avLst>
          </a:prstGeom>
          <a:solidFill>
            <a:schemeClr val="bg1"/>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solidFill>
                  <a:sysClr val="windowText" lastClr="000000"/>
                </a:solidFill>
              </a:rPr>
              <a:t>Determine if the first k values are all 0</a:t>
            </a:r>
          </a:p>
        </p:txBody>
      </p:sp>
      <p:sp>
        <p:nvSpPr>
          <p:cNvPr id="19" name="Arc 18">
            <a:extLst>
              <a:ext uri="{FF2B5EF4-FFF2-40B4-BE49-F238E27FC236}">
                <a16:creationId xmlns:a16="http://schemas.microsoft.com/office/drawing/2014/main" id="{3EB4191E-CC48-0547-BFA3-5646C3DF75A1}"/>
              </a:ext>
            </a:extLst>
          </p:cNvPr>
          <p:cNvSpPr/>
          <p:nvPr/>
        </p:nvSpPr>
        <p:spPr>
          <a:xfrm rot="5400000">
            <a:off x="4010191" y="3494507"/>
            <a:ext cx="517578" cy="4309038"/>
          </a:xfrm>
          <a:prstGeom prst="arc">
            <a:avLst>
              <a:gd name="adj1" fmla="val 16429925"/>
              <a:gd name="adj2" fmla="val 5291020"/>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a:extLst>
              <a:ext uri="{FF2B5EF4-FFF2-40B4-BE49-F238E27FC236}">
                <a16:creationId xmlns:a16="http://schemas.microsoft.com/office/drawing/2014/main" id="{72738011-A6F8-3E46-A7ED-625583AB1FE5}"/>
              </a:ext>
            </a:extLst>
          </p:cNvPr>
          <p:cNvSpPr/>
          <p:nvPr/>
        </p:nvSpPr>
        <p:spPr>
          <a:xfrm>
            <a:off x="2938090" y="5969024"/>
            <a:ext cx="2287039" cy="646331"/>
          </a:xfrm>
          <a:prstGeom prst="rect">
            <a:avLst/>
          </a:prstGeom>
          <a:solidFill>
            <a:schemeClr val="bg1"/>
          </a:solidFill>
        </p:spPr>
        <p:txBody>
          <a:bodyPr wrap="square">
            <a:spAutoFit/>
          </a:bodyPr>
          <a:lstStyle/>
          <a:p>
            <a:r>
              <a:rPr lang="en-US" dirty="0"/>
              <a:t>If not, increase nonce and do it again</a:t>
            </a:r>
          </a:p>
        </p:txBody>
      </p:sp>
    </p:spTree>
    <p:extLst>
      <p:ext uri="{BB962C8B-B14F-4D97-AF65-F5344CB8AC3E}">
        <p14:creationId xmlns:p14="http://schemas.microsoft.com/office/powerpoint/2010/main" val="1341686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5EF52-ABC7-7A41-A923-BA08B88FC076}"/>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90F032E4-B23C-B846-89E0-C3A958CD3FF7}"/>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15EEE197-D300-EE41-8280-FC82790269E0}"/>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BBF3B6D-B5C5-8540-87B7-2A9B7A7DE17D}"/>
              </a:ext>
            </a:extLst>
          </p:cNvPr>
          <p:cNvSpPr>
            <a:spLocks noGrp="1"/>
          </p:cNvSpPr>
          <p:nvPr>
            <p:ph sz="quarter" idx="1"/>
          </p:nvPr>
        </p:nvSpPr>
        <p:spPr>
          <a:xfrm>
            <a:off x="457200" y="4757220"/>
            <a:ext cx="8229600" cy="1457769"/>
          </a:xfrm>
        </p:spPr>
        <p:txBody>
          <a:bodyPr>
            <a:normAutofit fontScale="77500" lnSpcReduction="20000"/>
          </a:bodyPr>
          <a:lstStyle/>
          <a:p>
            <a:r>
              <a:rPr lang="en-US" dirty="0"/>
              <a:t>Whoever solves it first can get the accounting rights </a:t>
            </a:r>
          </a:p>
          <a:p>
            <a:r>
              <a:rPr lang="en-US" dirty="0"/>
              <a:t>After the node gets the right, it updates the transaction and  make an agreement with other nodes to make it effective</a:t>
            </a:r>
          </a:p>
          <a:p>
            <a:endParaRPr lang="en-US" dirty="0"/>
          </a:p>
          <a:p>
            <a:endParaRPr lang="en-US" dirty="0"/>
          </a:p>
        </p:txBody>
      </p:sp>
      <p:sp>
        <p:nvSpPr>
          <p:cNvPr id="11" name="Rectangle 10">
            <a:extLst>
              <a:ext uri="{FF2B5EF4-FFF2-40B4-BE49-F238E27FC236}">
                <a16:creationId xmlns:a16="http://schemas.microsoft.com/office/drawing/2014/main" id="{2D007A43-35BE-4440-80FC-68479B63E83C}"/>
              </a:ext>
            </a:extLst>
          </p:cNvPr>
          <p:cNvSpPr/>
          <p:nvPr/>
        </p:nvSpPr>
        <p:spPr>
          <a:xfrm>
            <a:off x="638285" y="1696363"/>
            <a:ext cx="3581400" cy="1477328"/>
          </a:xfrm>
          <a:prstGeom prst="rect">
            <a:avLst/>
          </a:prstGeom>
        </p:spPr>
        <p:txBody>
          <a:bodyPr wrap="square">
            <a:spAutoFit/>
          </a:bodyPr>
          <a:lstStyle/>
          <a:p>
            <a:r>
              <a:rPr lang="en-US" dirty="0"/>
              <a:t>the index of the block</a:t>
            </a:r>
          </a:p>
          <a:p>
            <a:r>
              <a:rPr lang="en-US" dirty="0"/>
              <a:t>the hash value of the previous block</a:t>
            </a:r>
          </a:p>
          <a:p>
            <a:r>
              <a:rPr lang="en-US" dirty="0"/>
              <a:t>the timestamp of the transaction</a:t>
            </a:r>
          </a:p>
          <a:p>
            <a:r>
              <a:rPr lang="en-US" dirty="0"/>
              <a:t>the block data</a:t>
            </a:r>
          </a:p>
          <a:p>
            <a:r>
              <a:rPr lang="en-US" dirty="0"/>
              <a:t>the nonce value</a:t>
            </a:r>
          </a:p>
        </p:txBody>
      </p:sp>
      <p:sp>
        <p:nvSpPr>
          <p:cNvPr id="12" name="Rounded Rectangular Callout 11">
            <a:extLst>
              <a:ext uri="{FF2B5EF4-FFF2-40B4-BE49-F238E27FC236}">
                <a16:creationId xmlns:a16="http://schemas.microsoft.com/office/drawing/2014/main" id="{52D4E3AB-785D-6F48-BA04-0EC446CA1A39}"/>
              </a:ext>
            </a:extLst>
          </p:cNvPr>
          <p:cNvSpPr/>
          <p:nvPr/>
        </p:nvSpPr>
        <p:spPr>
          <a:xfrm>
            <a:off x="713060" y="3423878"/>
            <a:ext cx="1676400" cy="762000"/>
          </a:xfrm>
          <a:prstGeom prst="wedgeRoundRectCallout">
            <a:avLst>
              <a:gd name="adj1" fmla="val -7069"/>
              <a:gd name="adj2" fmla="val -87780"/>
              <a:gd name="adj3" fmla="val 16667"/>
            </a:avLst>
          </a:prstGeom>
          <a:solidFill>
            <a:schemeClr val="bg1"/>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hlinkClick r:id="rId2"/>
              </a:rPr>
              <a:t>https://en.wikipedia.org/wiki/Cryptographic_nonce</a:t>
            </a:r>
            <a:endParaRPr lang="en-US" sz="1400" dirty="0"/>
          </a:p>
        </p:txBody>
      </p:sp>
      <p:sp>
        <p:nvSpPr>
          <p:cNvPr id="13" name="Right Brace 12">
            <a:extLst>
              <a:ext uri="{FF2B5EF4-FFF2-40B4-BE49-F238E27FC236}">
                <a16:creationId xmlns:a16="http://schemas.microsoft.com/office/drawing/2014/main" id="{6F1D6B0D-64ED-A341-A616-7FD377BBB178}"/>
              </a:ext>
            </a:extLst>
          </p:cNvPr>
          <p:cNvSpPr/>
          <p:nvPr/>
        </p:nvSpPr>
        <p:spPr>
          <a:xfrm>
            <a:off x="4295885" y="1696363"/>
            <a:ext cx="381000" cy="1364522"/>
          </a:xfrm>
          <a:prstGeom prst="rightBrace">
            <a:avLst>
              <a:gd name="adj1" fmla="val 66651"/>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13">
            <a:extLst>
              <a:ext uri="{FF2B5EF4-FFF2-40B4-BE49-F238E27FC236}">
                <a16:creationId xmlns:a16="http://schemas.microsoft.com/office/drawing/2014/main" id="{16C19C30-608C-A940-AB8B-E3235FA0A230}"/>
              </a:ext>
            </a:extLst>
          </p:cNvPr>
          <p:cNvSpPr/>
          <p:nvPr/>
        </p:nvSpPr>
        <p:spPr>
          <a:xfrm>
            <a:off x="4905485" y="2111861"/>
            <a:ext cx="918841" cy="646331"/>
          </a:xfrm>
          <a:prstGeom prst="rect">
            <a:avLst/>
          </a:prstGeom>
        </p:spPr>
        <p:txBody>
          <a:bodyPr wrap="none">
            <a:spAutoFit/>
          </a:bodyPr>
          <a:lstStyle/>
          <a:p>
            <a:r>
              <a:rPr lang="en-US" dirty="0"/>
              <a:t>SHA256</a:t>
            </a:r>
          </a:p>
          <a:p>
            <a:r>
              <a:rPr lang="en-US" dirty="0"/>
              <a:t>hashing</a:t>
            </a:r>
          </a:p>
        </p:txBody>
      </p:sp>
      <p:pic>
        <p:nvPicPr>
          <p:cNvPr id="15" name="Picture 14">
            <a:extLst>
              <a:ext uri="{FF2B5EF4-FFF2-40B4-BE49-F238E27FC236}">
                <a16:creationId xmlns:a16="http://schemas.microsoft.com/office/drawing/2014/main" id="{C6A30953-0F43-2B4A-9C1D-80B01EA02C19}"/>
              </a:ext>
            </a:extLst>
          </p:cNvPr>
          <p:cNvPicPr>
            <a:picLocks noChangeAspect="1"/>
          </p:cNvPicPr>
          <p:nvPr/>
        </p:nvPicPr>
        <p:blipFill>
          <a:blip r:embed="rId3"/>
          <a:stretch>
            <a:fillRect/>
          </a:stretch>
        </p:blipFill>
        <p:spPr>
          <a:xfrm>
            <a:off x="6734285" y="1899809"/>
            <a:ext cx="1524000" cy="1070429"/>
          </a:xfrm>
          <a:prstGeom prst="rect">
            <a:avLst/>
          </a:prstGeom>
        </p:spPr>
      </p:pic>
      <p:sp>
        <p:nvSpPr>
          <p:cNvPr id="16" name="Right Arrow 15">
            <a:extLst>
              <a:ext uri="{FF2B5EF4-FFF2-40B4-BE49-F238E27FC236}">
                <a16:creationId xmlns:a16="http://schemas.microsoft.com/office/drawing/2014/main" id="{75F82527-5552-C143-B3B9-764343FF23A1}"/>
              </a:ext>
            </a:extLst>
          </p:cNvPr>
          <p:cNvSpPr/>
          <p:nvPr/>
        </p:nvSpPr>
        <p:spPr>
          <a:xfrm>
            <a:off x="5898746" y="2300985"/>
            <a:ext cx="681359" cy="26807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D4DF98D-E3FD-4D49-9CFD-F08865D24DEE}"/>
              </a:ext>
            </a:extLst>
          </p:cNvPr>
          <p:cNvSpPr/>
          <p:nvPr/>
        </p:nvSpPr>
        <p:spPr>
          <a:xfrm>
            <a:off x="7078127" y="1240382"/>
            <a:ext cx="1221421" cy="646331"/>
          </a:xfrm>
          <a:prstGeom prst="rect">
            <a:avLst/>
          </a:prstGeom>
        </p:spPr>
        <p:txBody>
          <a:bodyPr wrap="square">
            <a:spAutoFit/>
          </a:bodyPr>
          <a:lstStyle/>
          <a:p>
            <a:r>
              <a:rPr lang="en-US" dirty="0"/>
              <a:t>Hashing value</a:t>
            </a:r>
          </a:p>
        </p:txBody>
      </p:sp>
      <p:sp>
        <p:nvSpPr>
          <p:cNvPr id="18" name="Rounded Rectangular Callout 17">
            <a:extLst>
              <a:ext uri="{FF2B5EF4-FFF2-40B4-BE49-F238E27FC236}">
                <a16:creationId xmlns:a16="http://schemas.microsoft.com/office/drawing/2014/main" id="{86A3CF83-A293-524B-9746-039A068BB931}"/>
              </a:ext>
            </a:extLst>
          </p:cNvPr>
          <p:cNvSpPr/>
          <p:nvPr/>
        </p:nvSpPr>
        <p:spPr>
          <a:xfrm>
            <a:off x="6153642" y="3060885"/>
            <a:ext cx="1799843" cy="517577"/>
          </a:xfrm>
          <a:prstGeom prst="wedgeRoundRectCallout">
            <a:avLst>
              <a:gd name="adj1" fmla="val -2276"/>
              <a:gd name="adj2" fmla="val -103107"/>
              <a:gd name="adj3" fmla="val 16667"/>
            </a:avLst>
          </a:prstGeom>
          <a:solidFill>
            <a:schemeClr val="bg1"/>
          </a:solidFill>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400" dirty="0">
                <a:solidFill>
                  <a:sysClr val="windowText" lastClr="000000"/>
                </a:solidFill>
              </a:rPr>
              <a:t>Determine if the first k values are all 0</a:t>
            </a:r>
          </a:p>
        </p:txBody>
      </p:sp>
      <p:sp>
        <p:nvSpPr>
          <p:cNvPr id="19" name="Arc 18">
            <a:extLst>
              <a:ext uri="{FF2B5EF4-FFF2-40B4-BE49-F238E27FC236}">
                <a16:creationId xmlns:a16="http://schemas.microsoft.com/office/drawing/2014/main" id="{3EB4191E-CC48-0547-BFA3-5646C3DF75A1}"/>
              </a:ext>
            </a:extLst>
          </p:cNvPr>
          <p:cNvSpPr/>
          <p:nvPr/>
        </p:nvSpPr>
        <p:spPr>
          <a:xfrm rot="5400000">
            <a:off x="4115076" y="923670"/>
            <a:ext cx="517578" cy="4309038"/>
          </a:xfrm>
          <a:prstGeom prst="arc">
            <a:avLst>
              <a:gd name="adj1" fmla="val 16429925"/>
              <a:gd name="adj2" fmla="val 5291020"/>
            </a:avLst>
          </a:prstGeom>
          <a:ln w="38100">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Rectangle 19">
            <a:extLst>
              <a:ext uri="{FF2B5EF4-FFF2-40B4-BE49-F238E27FC236}">
                <a16:creationId xmlns:a16="http://schemas.microsoft.com/office/drawing/2014/main" id="{72738011-A6F8-3E46-A7ED-625583AB1FE5}"/>
              </a:ext>
            </a:extLst>
          </p:cNvPr>
          <p:cNvSpPr/>
          <p:nvPr/>
        </p:nvSpPr>
        <p:spPr>
          <a:xfrm>
            <a:off x="3042975" y="3398187"/>
            <a:ext cx="2287039" cy="646331"/>
          </a:xfrm>
          <a:prstGeom prst="rect">
            <a:avLst/>
          </a:prstGeom>
          <a:solidFill>
            <a:schemeClr val="bg1"/>
          </a:solidFill>
        </p:spPr>
        <p:txBody>
          <a:bodyPr wrap="square">
            <a:spAutoFit/>
          </a:bodyPr>
          <a:lstStyle/>
          <a:p>
            <a:r>
              <a:rPr lang="en-US" dirty="0"/>
              <a:t>If not, increase nonce and do it again</a:t>
            </a:r>
          </a:p>
        </p:txBody>
      </p:sp>
    </p:spTree>
    <p:extLst>
      <p:ext uri="{BB962C8B-B14F-4D97-AF65-F5344CB8AC3E}">
        <p14:creationId xmlns:p14="http://schemas.microsoft.com/office/powerpoint/2010/main" val="839684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F517-A501-7B4E-AC07-67326E9DD7BD}"/>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6401138E-F4E2-EB4C-9863-127EC8D7B6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55DCE0E-2D6B-934E-9163-3262390EBBF1}"/>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D34F6BD-3162-C94B-8BC7-1D8A7C09755D}"/>
              </a:ext>
            </a:extLst>
          </p:cNvPr>
          <p:cNvSpPr>
            <a:spLocks noGrp="1"/>
          </p:cNvSpPr>
          <p:nvPr>
            <p:ph sz="quarter" idx="1"/>
          </p:nvPr>
        </p:nvSpPr>
        <p:spPr>
          <a:xfrm>
            <a:off x="457200" y="1219200"/>
            <a:ext cx="8229600" cy="1447800"/>
          </a:xfrm>
        </p:spPr>
        <p:txBody>
          <a:bodyPr>
            <a:normAutofit fontScale="85000" lnSpcReduction="10000"/>
          </a:bodyPr>
          <a:lstStyle/>
          <a:p>
            <a:r>
              <a:rPr lang="en-US" dirty="0"/>
              <a:t>Example: </a:t>
            </a:r>
          </a:p>
          <a:p>
            <a:pPr lvl="1"/>
            <a:r>
              <a:rPr lang="en-US" dirty="0"/>
              <a:t>5 servers located at Georgia, Florida, Texas, California and New York</a:t>
            </a:r>
          </a:p>
          <a:p>
            <a:pPr lvl="1"/>
            <a:r>
              <a:rPr lang="en-US" dirty="0"/>
              <a:t>User A in GA send $100 to user B in TX</a:t>
            </a:r>
          </a:p>
          <a:p>
            <a:endParaRPr lang="en-US" dirty="0"/>
          </a:p>
        </p:txBody>
      </p:sp>
      <p:sp>
        <p:nvSpPr>
          <p:cNvPr id="7" name="Oval 6">
            <a:extLst>
              <a:ext uri="{FF2B5EF4-FFF2-40B4-BE49-F238E27FC236}">
                <a16:creationId xmlns:a16="http://schemas.microsoft.com/office/drawing/2014/main" id="{CDC6729D-07F8-924C-BC3D-ABC3A17E575F}"/>
              </a:ext>
            </a:extLst>
          </p:cNvPr>
          <p:cNvSpPr/>
          <p:nvPr/>
        </p:nvSpPr>
        <p:spPr>
          <a:xfrm>
            <a:off x="3886200" y="304159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a:t>
            </a:r>
          </a:p>
        </p:txBody>
      </p:sp>
      <p:sp>
        <p:nvSpPr>
          <p:cNvPr id="8" name="Oval 7">
            <a:extLst>
              <a:ext uri="{FF2B5EF4-FFF2-40B4-BE49-F238E27FC236}">
                <a16:creationId xmlns:a16="http://schemas.microsoft.com/office/drawing/2014/main" id="{F5AF843A-64C4-D446-986A-544CE0B4A7D2}"/>
              </a:ext>
            </a:extLst>
          </p:cNvPr>
          <p:cNvSpPr/>
          <p:nvPr/>
        </p:nvSpPr>
        <p:spPr>
          <a:xfrm>
            <a:off x="6858000" y="35814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NY</a:t>
            </a:r>
          </a:p>
        </p:txBody>
      </p:sp>
      <p:sp>
        <p:nvSpPr>
          <p:cNvPr id="9" name="Oval 8">
            <a:extLst>
              <a:ext uri="{FF2B5EF4-FFF2-40B4-BE49-F238E27FC236}">
                <a16:creationId xmlns:a16="http://schemas.microsoft.com/office/drawing/2014/main" id="{91B11F89-AE64-DE41-8E65-9C7200EB0130}"/>
              </a:ext>
            </a:extLst>
          </p:cNvPr>
          <p:cNvSpPr/>
          <p:nvPr/>
        </p:nvSpPr>
        <p:spPr>
          <a:xfrm>
            <a:off x="5638800" y="52578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a:t>
            </a:r>
          </a:p>
        </p:txBody>
      </p:sp>
      <p:sp>
        <p:nvSpPr>
          <p:cNvPr id="10" name="Oval 9">
            <a:extLst>
              <a:ext uri="{FF2B5EF4-FFF2-40B4-BE49-F238E27FC236}">
                <a16:creationId xmlns:a16="http://schemas.microsoft.com/office/drawing/2014/main" id="{CCAA6F01-DB5A-E64E-9EF8-7414771E366C}"/>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TX</a:t>
            </a:r>
          </a:p>
        </p:txBody>
      </p:sp>
      <p:sp>
        <p:nvSpPr>
          <p:cNvPr id="11" name="Oval 10">
            <a:extLst>
              <a:ext uri="{FF2B5EF4-FFF2-40B4-BE49-F238E27FC236}">
                <a16:creationId xmlns:a16="http://schemas.microsoft.com/office/drawing/2014/main" id="{F4C3C84F-1693-3141-8FEB-4D3871AA62C9}"/>
              </a:ext>
            </a:extLst>
          </p:cNvPr>
          <p:cNvSpPr/>
          <p:nvPr/>
        </p:nvSpPr>
        <p:spPr>
          <a:xfrm>
            <a:off x="1143000" y="3816409"/>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t>
            </a:r>
          </a:p>
        </p:txBody>
      </p:sp>
    </p:spTree>
    <p:extLst>
      <p:ext uri="{BB962C8B-B14F-4D97-AF65-F5344CB8AC3E}">
        <p14:creationId xmlns:p14="http://schemas.microsoft.com/office/powerpoint/2010/main" val="2710035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F517-A501-7B4E-AC07-67326E9DD7BD}"/>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6401138E-F4E2-EB4C-9863-127EC8D7B6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55DCE0E-2D6B-934E-9163-3262390EBBF1}"/>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D34F6BD-3162-C94B-8BC7-1D8A7C09755D}"/>
              </a:ext>
            </a:extLst>
          </p:cNvPr>
          <p:cNvSpPr>
            <a:spLocks noGrp="1"/>
          </p:cNvSpPr>
          <p:nvPr>
            <p:ph sz="quarter" idx="1"/>
          </p:nvPr>
        </p:nvSpPr>
        <p:spPr>
          <a:xfrm>
            <a:off x="457200" y="1219200"/>
            <a:ext cx="8229600" cy="1447800"/>
          </a:xfrm>
        </p:spPr>
        <p:txBody>
          <a:bodyPr>
            <a:normAutofit fontScale="85000" lnSpcReduction="10000"/>
          </a:bodyPr>
          <a:lstStyle/>
          <a:p>
            <a:r>
              <a:rPr lang="en-US" dirty="0"/>
              <a:t>Step 1: Generate new transactions, broadcast to the entire network, and require accounting for transactions</a:t>
            </a:r>
          </a:p>
          <a:p>
            <a:endParaRPr lang="en-US" dirty="0"/>
          </a:p>
        </p:txBody>
      </p:sp>
      <p:sp>
        <p:nvSpPr>
          <p:cNvPr id="7" name="Oval 6">
            <a:extLst>
              <a:ext uri="{FF2B5EF4-FFF2-40B4-BE49-F238E27FC236}">
                <a16:creationId xmlns:a16="http://schemas.microsoft.com/office/drawing/2014/main" id="{CDC6729D-07F8-924C-BC3D-ABC3A17E575F}"/>
              </a:ext>
            </a:extLst>
          </p:cNvPr>
          <p:cNvSpPr/>
          <p:nvPr/>
        </p:nvSpPr>
        <p:spPr>
          <a:xfrm>
            <a:off x="3886200" y="304159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a:t>
            </a:r>
          </a:p>
        </p:txBody>
      </p:sp>
      <p:sp>
        <p:nvSpPr>
          <p:cNvPr id="8" name="Oval 7">
            <a:extLst>
              <a:ext uri="{FF2B5EF4-FFF2-40B4-BE49-F238E27FC236}">
                <a16:creationId xmlns:a16="http://schemas.microsoft.com/office/drawing/2014/main" id="{F5AF843A-64C4-D446-986A-544CE0B4A7D2}"/>
              </a:ext>
            </a:extLst>
          </p:cNvPr>
          <p:cNvSpPr/>
          <p:nvPr/>
        </p:nvSpPr>
        <p:spPr>
          <a:xfrm>
            <a:off x="6858000" y="35814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NY</a:t>
            </a:r>
          </a:p>
        </p:txBody>
      </p:sp>
      <p:sp>
        <p:nvSpPr>
          <p:cNvPr id="9" name="Oval 8">
            <a:extLst>
              <a:ext uri="{FF2B5EF4-FFF2-40B4-BE49-F238E27FC236}">
                <a16:creationId xmlns:a16="http://schemas.microsoft.com/office/drawing/2014/main" id="{91B11F89-AE64-DE41-8E65-9C7200EB0130}"/>
              </a:ext>
            </a:extLst>
          </p:cNvPr>
          <p:cNvSpPr/>
          <p:nvPr/>
        </p:nvSpPr>
        <p:spPr>
          <a:xfrm>
            <a:off x="5638800" y="52578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a:t>
            </a:r>
          </a:p>
        </p:txBody>
      </p:sp>
      <p:sp>
        <p:nvSpPr>
          <p:cNvPr id="10" name="Oval 9">
            <a:extLst>
              <a:ext uri="{FF2B5EF4-FFF2-40B4-BE49-F238E27FC236}">
                <a16:creationId xmlns:a16="http://schemas.microsoft.com/office/drawing/2014/main" id="{CCAA6F01-DB5A-E64E-9EF8-7414771E366C}"/>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TX</a:t>
            </a:r>
          </a:p>
        </p:txBody>
      </p:sp>
      <p:sp>
        <p:nvSpPr>
          <p:cNvPr id="11" name="Oval 10">
            <a:extLst>
              <a:ext uri="{FF2B5EF4-FFF2-40B4-BE49-F238E27FC236}">
                <a16:creationId xmlns:a16="http://schemas.microsoft.com/office/drawing/2014/main" id="{F4C3C84F-1693-3141-8FEB-4D3871AA62C9}"/>
              </a:ext>
            </a:extLst>
          </p:cNvPr>
          <p:cNvSpPr/>
          <p:nvPr/>
        </p:nvSpPr>
        <p:spPr>
          <a:xfrm>
            <a:off x="1143000" y="3816409"/>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t>
            </a:r>
          </a:p>
        </p:txBody>
      </p:sp>
      <p:cxnSp>
        <p:nvCxnSpPr>
          <p:cNvPr id="13" name="Straight Arrow Connector 12">
            <a:extLst>
              <a:ext uri="{FF2B5EF4-FFF2-40B4-BE49-F238E27FC236}">
                <a16:creationId xmlns:a16="http://schemas.microsoft.com/office/drawing/2014/main" id="{4E5D9787-3692-3342-8844-B2EFA13BBC83}"/>
              </a:ext>
            </a:extLst>
          </p:cNvPr>
          <p:cNvCxnSpPr>
            <a:cxnSpLocks/>
          </p:cNvCxnSpPr>
          <p:nvPr/>
        </p:nvCxnSpPr>
        <p:spPr>
          <a:xfrm>
            <a:off x="4419600" y="2667000"/>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DB7D5524-8D49-7442-A607-87E2EBB06B2F}"/>
              </a:ext>
            </a:extLst>
          </p:cNvPr>
          <p:cNvCxnSpPr>
            <a:cxnSpLocks/>
            <a:endCxn id="11" idx="7"/>
          </p:cNvCxnSpPr>
          <p:nvPr/>
        </p:nvCxnSpPr>
        <p:spPr>
          <a:xfrm flipH="1">
            <a:off x="2053571" y="3311495"/>
            <a:ext cx="1832630" cy="571869"/>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4BD0AE1C-AC9B-B842-8C81-9E13B1C8B12B}"/>
              </a:ext>
            </a:extLst>
          </p:cNvPr>
          <p:cNvCxnSpPr>
            <a:cxnSpLocks/>
          </p:cNvCxnSpPr>
          <p:nvPr/>
        </p:nvCxnSpPr>
        <p:spPr>
          <a:xfrm flipH="1">
            <a:off x="3148856" y="3498790"/>
            <a:ext cx="1042144" cy="193522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867C993E-D3F5-CE43-9327-C828150D5A06}"/>
              </a:ext>
            </a:extLst>
          </p:cNvPr>
          <p:cNvCxnSpPr>
            <a:cxnSpLocks/>
            <a:endCxn id="9" idx="1"/>
          </p:cNvCxnSpPr>
          <p:nvPr/>
        </p:nvCxnSpPr>
        <p:spPr>
          <a:xfrm>
            <a:off x="4672857" y="3474979"/>
            <a:ext cx="1122172" cy="184977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6416C3F6-C592-8C4F-A46B-6EB1960660BD}"/>
              </a:ext>
            </a:extLst>
          </p:cNvPr>
          <p:cNvCxnSpPr>
            <a:cxnSpLocks/>
            <a:endCxn id="8" idx="2"/>
          </p:cNvCxnSpPr>
          <p:nvPr/>
        </p:nvCxnSpPr>
        <p:spPr>
          <a:xfrm>
            <a:off x="4949172" y="3270190"/>
            <a:ext cx="1908828" cy="53981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501651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F517-A501-7B4E-AC07-67326E9DD7BD}"/>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6401138E-F4E2-EB4C-9863-127EC8D7B6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55DCE0E-2D6B-934E-9163-3262390EBBF1}"/>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D34F6BD-3162-C94B-8BC7-1D8A7C09755D}"/>
              </a:ext>
            </a:extLst>
          </p:cNvPr>
          <p:cNvSpPr>
            <a:spLocks noGrp="1"/>
          </p:cNvSpPr>
          <p:nvPr>
            <p:ph sz="quarter" idx="1"/>
          </p:nvPr>
        </p:nvSpPr>
        <p:spPr>
          <a:xfrm>
            <a:off x="457200" y="1219200"/>
            <a:ext cx="8229600" cy="1593790"/>
          </a:xfrm>
        </p:spPr>
        <p:txBody>
          <a:bodyPr>
            <a:normAutofit fontScale="70000" lnSpcReduction="20000"/>
          </a:bodyPr>
          <a:lstStyle/>
          <a:p>
            <a:r>
              <a:rPr lang="en-US" dirty="0"/>
              <a:t>Step 2: After each node receives this request, it puts the received transaction information into a block. Each node uses the PoW algorithm to calculate the hash value of the block and gets a proof of computing power.</a:t>
            </a:r>
          </a:p>
        </p:txBody>
      </p:sp>
      <p:sp>
        <p:nvSpPr>
          <p:cNvPr id="7" name="Oval 6">
            <a:extLst>
              <a:ext uri="{FF2B5EF4-FFF2-40B4-BE49-F238E27FC236}">
                <a16:creationId xmlns:a16="http://schemas.microsoft.com/office/drawing/2014/main" id="{CDC6729D-07F8-924C-BC3D-ABC3A17E575F}"/>
              </a:ext>
            </a:extLst>
          </p:cNvPr>
          <p:cNvSpPr/>
          <p:nvPr/>
        </p:nvSpPr>
        <p:spPr>
          <a:xfrm>
            <a:off x="3886200" y="304159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a:t>
            </a:r>
          </a:p>
        </p:txBody>
      </p:sp>
      <p:sp>
        <p:nvSpPr>
          <p:cNvPr id="8" name="Oval 7">
            <a:extLst>
              <a:ext uri="{FF2B5EF4-FFF2-40B4-BE49-F238E27FC236}">
                <a16:creationId xmlns:a16="http://schemas.microsoft.com/office/drawing/2014/main" id="{F5AF843A-64C4-D446-986A-544CE0B4A7D2}"/>
              </a:ext>
            </a:extLst>
          </p:cNvPr>
          <p:cNvSpPr/>
          <p:nvPr/>
        </p:nvSpPr>
        <p:spPr>
          <a:xfrm>
            <a:off x="6858000" y="35814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NY</a:t>
            </a:r>
          </a:p>
        </p:txBody>
      </p:sp>
      <p:sp>
        <p:nvSpPr>
          <p:cNvPr id="9" name="Oval 8">
            <a:extLst>
              <a:ext uri="{FF2B5EF4-FFF2-40B4-BE49-F238E27FC236}">
                <a16:creationId xmlns:a16="http://schemas.microsoft.com/office/drawing/2014/main" id="{91B11F89-AE64-DE41-8E65-9C7200EB0130}"/>
              </a:ext>
            </a:extLst>
          </p:cNvPr>
          <p:cNvSpPr/>
          <p:nvPr/>
        </p:nvSpPr>
        <p:spPr>
          <a:xfrm>
            <a:off x="5638800" y="52578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a:t>
            </a:r>
          </a:p>
        </p:txBody>
      </p:sp>
      <p:sp>
        <p:nvSpPr>
          <p:cNvPr id="10" name="Oval 9">
            <a:extLst>
              <a:ext uri="{FF2B5EF4-FFF2-40B4-BE49-F238E27FC236}">
                <a16:creationId xmlns:a16="http://schemas.microsoft.com/office/drawing/2014/main" id="{CCAA6F01-DB5A-E64E-9EF8-7414771E366C}"/>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TX</a:t>
            </a:r>
          </a:p>
        </p:txBody>
      </p:sp>
      <p:sp>
        <p:nvSpPr>
          <p:cNvPr id="11" name="Oval 10">
            <a:extLst>
              <a:ext uri="{FF2B5EF4-FFF2-40B4-BE49-F238E27FC236}">
                <a16:creationId xmlns:a16="http://schemas.microsoft.com/office/drawing/2014/main" id="{F4C3C84F-1693-3141-8FEB-4D3871AA62C9}"/>
              </a:ext>
            </a:extLst>
          </p:cNvPr>
          <p:cNvSpPr/>
          <p:nvPr/>
        </p:nvSpPr>
        <p:spPr>
          <a:xfrm>
            <a:off x="1143000" y="3816409"/>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t>
            </a:r>
          </a:p>
        </p:txBody>
      </p:sp>
      <p:cxnSp>
        <p:nvCxnSpPr>
          <p:cNvPr id="13" name="Straight Arrow Connector 12">
            <a:extLst>
              <a:ext uri="{FF2B5EF4-FFF2-40B4-BE49-F238E27FC236}">
                <a16:creationId xmlns:a16="http://schemas.microsoft.com/office/drawing/2014/main" id="{4E5D9787-3692-3342-8844-B2EFA13BBC83}"/>
              </a:ext>
            </a:extLst>
          </p:cNvPr>
          <p:cNvCxnSpPr>
            <a:cxnSpLocks/>
          </p:cNvCxnSpPr>
          <p:nvPr/>
        </p:nvCxnSpPr>
        <p:spPr>
          <a:xfrm>
            <a:off x="4419600" y="2667000"/>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DB7D5524-8D49-7442-A607-87E2EBB06B2F}"/>
              </a:ext>
            </a:extLst>
          </p:cNvPr>
          <p:cNvCxnSpPr>
            <a:cxnSpLocks/>
            <a:endCxn id="11" idx="7"/>
          </p:cNvCxnSpPr>
          <p:nvPr/>
        </p:nvCxnSpPr>
        <p:spPr>
          <a:xfrm flipH="1">
            <a:off x="2053571" y="3311495"/>
            <a:ext cx="1832630" cy="571869"/>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4BD0AE1C-AC9B-B842-8C81-9E13B1C8B12B}"/>
              </a:ext>
            </a:extLst>
          </p:cNvPr>
          <p:cNvCxnSpPr>
            <a:cxnSpLocks/>
          </p:cNvCxnSpPr>
          <p:nvPr/>
        </p:nvCxnSpPr>
        <p:spPr>
          <a:xfrm flipH="1">
            <a:off x="3148856" y="3498790"/>
            <a:ext cx="1042144" cy="193522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867C993E-D3F5-CE43-9327-C828150D5A06}"/>
              </a:ext>
            </a:extLst>
          </p:cNvPr>
          <p:cNvCxnSpPr>
            <a:cxnSpLocks/>
            <a:endCxn id="9" idx="1"/>
          </p:cNvCxnSpPr>
          <p:nvPr/>
        </p:nvCxnSpPr>
        <p:spPr>
          <a:xfrm>
            <a:off x="4672857" y="3474979"/>
            <a:ext cx="1122172" cy="184977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6416C3F6-C592-8C4F-A46B-6EB1960660BD}"/>
              </a:ext>
            </a:extLst>
          </p:cNvPr>
          <p:cNvCxnSpPr>
            <a:cxnSpLocks/>
            <a:endCxn id="8" idx="2"/>
          </p:cNvCxnSpPr>
          <p:nvPr/>
        </p:nvCxnSpPr>
        <p:spPr>
          <a:xfrm>
            <a:off x="4949172" y="3270190"/>
            <a:ext cx="1908828" cy="53981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6" name="Freeform 5">
            <a:extLst>
              <a:ext uri="{FF2B5EF4-FFF2-40B4-BE49-F238E27FC236}">
                <a16:creationId xmlns:a16="http://schemas.microsoft.com/office/drawing/2014/main" id="{DE55A96C-10A3-9740-B5AF-9FD68F07015D}"/>
              </a:ext>
            </a:extLst>
          </p:cNvPr>
          <p:cNvSpPr/>
          <p:nvPr/>
        </p:nvSpPr>
        <p:spPr>
          <a:xfrm rot="16668768">
            <a:off x="781013" y="3848439"/>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7" name="Freeform 16">
            <a:extLst>
              <a:ext uri="{FF2B5EF4-FFF2-40B4-BE49-F238E27FC236}">
                <a16:creationId xmlns:a16="http://schemas.microsoft.com/office/drawing/2014/main" id="{EDED1292-CEB9-AC42-BD66-9858F1C717F8}"/>
              </a:ext>
            </a:extLst>
          </p:cNvPr>
          <p:cNvSpPr/>
          <p:nvPr/>
        </p:nvSpPr>
        <p:spPr>
          <a:xfrm rot="16668768">
            <a:off x="2038747" y="5442368"/>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0" name="Freeform 19">
            <a:extLst>
              <a:ext uri="{FF2B5EF4-FFF2-40B4-BE49-F238E27FC236}">
                <a16:creationId xmlns:a16="http://schemas.microsoft.com/office/drawing/2014/main" id="{1B647666-A401-5E4D-AF76-86E46E5581ED}"/>
              </a:ext>
            </a:extLst>
          </p:cNvPr>
          <p:cNvSpPr/>
          <p:nvPr/>
        </p:nvSpPr>
        <p:spPr>
          <a:xfrm rot="6298352">
            <a:off x="7911635" y="3652252"/>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1" name="Freeform 20">
            <a:extLst>
              <a:ext uri="{FF2B5EF4-FFF2-40B4-BE49-F238E27FC236}">
                <a16:creationId xmlns:a16="http://schemas.microsoft.com/office/drawing/2014/main" id="{040B577A-CB43-E04C-8566-8CA712774B93}"/>
              </a:ext>
            </a:extLst>
          </p:cNvPr>
          <p:cNvSpPr/>
          <p:nvPr/>
        </p:nvSpPr>
        <p:spPr>
          <a:xfrm rot="6298352">
            <a:off x="6674276" y="5344216"/>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5" name="Rectangle 14">
            <a:extLst>
              <a:ext uri="{FF2B5EF4-FFF2-40B4-BE49-F238E27FC236}">
                <a16:creationId xmlns:a16="http://schemas.microsoft.com/office/drawing/2014/main" id="{27B97311-FECE-C846-816B-C3773C2715A1}"/>
              </a:ext>
            </a:extLst>
          </p:cNvPr>
          <p:cNvSpPr/>
          <p:nvPr/>
        </p:nvSpPr>
        <p:spPr>
          <a:xfrm>
            <a:off x="8229600" y="3841024"/>
            <a:ext cx="625684" cy="369332"/>
          </a:xfrm>
          <a:prstGeom prst="rect">
            <a:avLst/>
          </a:prstGeom>
        </p:spPr>
        <p:txBody>
          <a:bodyPr wrap="none">
            <a:spAutoFit/>
          </a:bodyPr>
          <a:lstStyle/>
          <a:p>
            <a:r>
              <a:rPr lang="en-US" dirty="0"/>
              <a:t>PoW</a:t>
            </a:r>
          </a:p>
        </p:txBody>
      </p:sp>
      <p:sp>
        <p:nvSpPr>
          <p:cNvPr id="22" name="Rectangle 21">
            <a:extLst>
              <a:ext uri="{FF2B5EF4-FFF2-40B4-BE49-F238E27FC236}">
                <a16:creationId xmlns:a16="http://schemas.microsoft.com/office/drawing/2014/main" id="{DF1888B1-954F-964A-81A8-F61D28D7E06F}"/>
              </a:ext>
            </a:extLst>
          </p:cNvPr>
          <p:cNvSpPr/>
          <p:nvPr/>
        </p:nvSpPr>
        <p:spPr>
          <a:xfrm>
            <a:off x="6940698" y="5553354"/>
            <a:ext cx="625684" cy="369332"/>
          </a:xfrm>
          <a:prstGeom prst="rect">
            <a:avLst/>
          </a:prstGeom>
        </p:spPr>
        <p:txBody>
          <a:bodyPr wrap="none">
            <a:spAutoFit/>
          </a:bodyPr>
          <a:lstStyle/>
          <a:p>
            <a:r>
              <a:rPr lang="en-US" dirty="0"/>
              <a:t>PoW</a:t>
            </a:r>
          </a:p>
        </p:txBody>
      </p:sp>
      <p:sp>
        <p:nvSpPr>
          <p:cNvPr id="23" name="Rectangle 22">
            <a:extLst>
              <a:ext uri="{FF2B5EF4-FFF2-40B4-BE49-F238E27FC236}">
                <a16:creationId xmlns:a16="http://schemas.microsoft.com/office/drawing/2014/main" id="{CF1B5533-0D2F-CD4D-BF65-904356B5F429}"/>
              </a:ext>
            </a:extLst>
          </p:cNvPr>
          <p:cNvSpPr/>
          <p:nvPr/>
        </p:nvSpPr>
        <p:spPr>
          <a:xfrm>
            <a:off x="1290874" y="5572149"/>
            <a:ext cx="625684" cy="369332"/>
          </a:xfrm>
          <a:prstGeom prst="rect">
            <a:avLst/>
          </a:prstGeom>
        </p:spPr>
        <p:txBody>
          <a:bodyPr wrap="none">
            <a:spAutoFit/>
          </a:bodyPr>
          <a:lstStyle/>
          <a:p>
            <a:r>
              <a:rPr lang="en-US" dirty="0"/>
              <a:t>PoW</a:t>
            </a:r>
          </a:p>
        </p:txBody>
      </p:sp>
      <p:sp>
        <p:nvSpPr>
          <p:cNvPr id="24" name="Rectangle 23">
            <a:extLst>
              <a:ext uri="{FF2B5EF4-FFF2-40B4-BE49-F238E27FC236}">
                <a16:creationId xmlns:a16="http://schemas.microsoft.com/office/drawing/2014/main" id="{22F618EE-5B89-B443-9CB6-7B053976CDC8}"/>
              </a:ext>
            </a:extLst>
          </p:cNvPr>
          <p:cNvSpPr/>
          <p:nvPr/>
        </p:nvSpPr>
        <p:spPr>
          <a:xfrm>
            <a:off x="84589" y="3909974"/>
            <a:ext cx="625684" cy="369332"/>
          </a:xfrm>
          <a:prstGeom prst="rect">
            <a:avLst/>
          </a:prstGeom>
        </p:spPr>
        <p:txBody>
          <a:bodyPr wrap="none">
            <a:spAutoFit/>
          </a:bodyPr>
          <a:lstStyle/>
          <a:p>
            <a:r>
              <a:rPr lang="en-US" dirty="0"/>
              <a:t>PoW</a:t>
            </a:r>
          </a:p>
        </p:txBody>
      </p:sp>
    </p:spTree>
    <p:extLst>
      <p:ext uri="{BB962C8B-B14F-4D97-AF65-F5344CB8AC3E}">
        <p14:creationId xmlns:p14="http://schemas.microsoft.com/office/powerpoint/2010/main" val="1620744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F517-A501-7B4E-AC07-67326E9DD7BD}"/>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6401138E-F4E2-EB4C-9863-127EC8D7B6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55DCE0E-2D6B-934E-9163-3262390EBBF1}"/>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D34F6BD-3162-C94B-8BC7-1D8A7C09755D}"/>
              </a:ext>
            </a:extLst>
          </p:cNvPr>
          <p:cNvSpPr>
            <a:spLocks noGrp="1"/>
          </p:cNvSpPr>
          <p:nvPr>
            <p:ph sz="quarter" idx="1"/>
          </p:nvPr>
        </p:nvSpPr>
        <p:spPr>
          <a:xfrm>
            <a:off x="457200" y="1219200"/>
            <a:ext cx="8229600" cy="1593790"/>
          </a:xfrm>
        </p:spPr>
        <p:txBody>
          <a:bodyPr>
            <a:normAutofit fontScale="70000" lnSpcReduction="20000"/>
          </a:bodyPr>
          <a:lstStyle/>
          <a:p>
            <a:r>
              <a:rPr lang="en-US" dirty="0"/>
              <a:t>Step 3: If node TX gets a proof of work, it broadcasts to the whole network. If the transaction contained in the block is valid and have not existed before, other nodes will recognize the validity of the block.</a:t>
            </a:r>
          </a:p>
        </p:txBody>
      </p:sp>
      <p:sp>
        <p:nvSpPr>
          <p:cNvPr id="7" name="Oval 6">
            <a:extLst>
              <a:ext uri="{FF2B5EF4-FFF2-40B4-BE49-F238E27FC236}">
                <a16:creationId xmlns:a16="http://schemas.microsoft.com/office/drawing/2014/main" id="{CDC6729D-07F8-924C-BC3D-ABC3A17E575F}"/>
              </a:ext>
            </a:extLst>
          </p:cNvPr>
          <p:cNvSpPr/>
          <p:nvPr/>
        </p:nvSpPr>
        <p:spPr>
          <a:xfrm>
            <a:off x="3886200" y="304159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a:t>
            </a:r>
          </a:p>
        </p:txBody>
      </p:sp>
      <p:sp>
        <p:nvSpPr>
          <p:cNvPr id="8" name="Oval 7">
            <a:extLst>
              <a:ext uri="{FF2B5EF4-FFF2-40B4-BE49-F238E27FC236}">
                <a16:creationId xmlns:a16="http://schemas.microsoft.com/office/drawing/2014/main" id="{F5AF843A-64C4-D446-986A-544CE0B4A7D2}"/>
              </a:ext>
            </a:extLst>
          </p:cNvPr>
          <p:cNvSpPr/>
          <p:nvPr/>
        </p:nvSpPr>
        <p:spPr>
          <a:xfrm>
            <a:off x="6858000" y="35814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NY</a:t>
            </a:r>
          </a:p>
        </p:txBody>
      </p:sp>
      <p:sp>
        <p:nvSpPr>
          <p:cNvPr id="9" name="Oval 8">
            <a:extLst>
              <a:ext uri="{FF2B5EF4-FFF2-40B4-BE49-F238E27FC236}">
                <a16:creationId xmlns:a16="http://schemas.microsoft.com/office/drawing/2014/main" id="{91B11F89-AE64-DE41-8E65-9C7200EB0130}"/>
              </a:ext>
            </a:extLst>
          </p:cNvPr>
          <p:cNvSpPr/>
          <p:nvPr/>
        </p:nvSpPr>
        <p:spPr>
          <a:xfrm>
            <a:off x="5638800" y="52578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a:t>
            </a:r>
          </a:p>
        </p:txBody>
      </p:sp>
      <p:sp>
        <p:nvSpPr>
          <p:cNvPr id="10" name="Oval 9">
            <a:extLst>
              <a:ext uri="{FF2B5EF4-FFF2-40B4-BE49-F238E27FC236}">
                <a16:creationId xmlns:a16="http://schemas.microsoft.com/office/drawing/2014/main" id="{CCAA6F01-DB5A-E64E-9EF8-7414771E366C}"/>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TX</a:t>
            </a:r>
          </a:p>
        </p:txBody>
      </p:sp>
      <p:sp>
        <p:nvSpPr>
          <p:cNvPr id="11" name="Oval 10">
            <a:extLst>
              <a:ext uri="{FF2B5EF4-FFF2-40B4-BE49-F238E27FC236}">
                <a16:creationId xmlns:a16="http://schemas.microsoft.com/office/drawing/2014/main" id="{F4C3C84F-1693-3141-8FEB-4D3871AA62C9}"/>
              </a:ext>
            </a:extLst>
          </p:cNvPr>
          <p:cNvSpPr/>
          <p:nvPr/>
        </p:nvSpPr>
        <p:spPr>
          <a:xfrm>
            <a:off x="1143000" y="3816409"/>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t>
            </a:r>
          </a:p>
        </p:txBody>
      </p:sp>
      <p:cxnSp>
        <p:nvCxnSpPr>
          <p:cNvPr id="13" name="Straight Arrow Connector 12">
            <a:extLst>
              <a:ext uri="{FF2B5EF4-FFF2-40B4-BE49-F238E27FC236}">
                <a16:creationId xmlns:a16="http://schemas.microsoft.com/office/drawing/2014/main" id="{4E5D9787-3692-3342-8844-B2EFA13BBC83}"/>
              </a:ext>
            </a:extLst>
          </p:cNvPr>
          <p:cNvCxnSpPr>
            <a:cxnSpLocks/>
          </p:cNvCxnSpPr>
          <p:nvPr/>
        </p:nvCxnSpPr>
        <p:spPr>
          <a:xfrm>
            <a:off x="4419600" y="2667000"/>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DB7D5524-8D49-7442-A607-87E2EBB06B2F}"/>
              </a:ext>
            </a:extLst>
          </p:cNvPr>
          <p:cNvCxnSpPr>
            <a:cxnSpLocks/>
            <a:endCxn id="11" idx="7"/>
          </p:cNvCxnSpPr>
          <p:nvPr/>
        </p:nvCxnSpPr>
        <p:spPr>
          <a:xfrm flipH="1">
            <a:off x="2053571" y="3311495"/>
            <a:ext cx="1832630" cy="571869"/>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4BD0AE1C-AC9B-B842-8C81-9E13B1C8B12B}"/>
              </a:ext>
            </a:extLst>
          </p:cNvPr>
          <p:cNvCxnSpPr>
            <a:cxnSpLocks/>
          </p:cNvCxnSpPr>
          <p:nvPr/>
        </p:nvCxnSpPr>
        <p:spPr>
          <a:xfrm flipH="1">
            <a:off x="3148856" y="3498790"/>
            <a:ext cx="1042144" cy="193522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867C993E-D3F5-CE43-9327-C828150D5A06}"/>
              </a:ext>
            </a:extLst>
          </p:cNvPr>
          <p:cNvCxnSpPr>
            <a:cxnSpLocks/>
            <a:endCxn id="9" idx="1"/>
          </p:cNvCxnSpPr>
          <p:nvPr/>
        </p:nvCxnSpPr>
        <p:spPr>
          <a:xfrm>
            <a:off x="4672857" y="3474979"/>
            <a:ext cx="1122172" cy="184977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6416C3F6-C592-8C4F-A46B-6EB1960660BD}"/>
              </a:ext>
            </a:extLst>
          </p:cNvPr>
          <p:cNvCxnSpPr>
            <a:cxnSpLocks/>
            <a:endCxn id="8" idx="2"/>
          </p:cNvCxnSpPr>
          <p:nvPr/>
        </p:nvCxnSpPr>
        <p:spPr>
          <a:xfrm>
            <a:off x="4949172" y="3270190"/>
            <a:ext cx="1908828" cy="53981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6" name="Freeform 5">
            <a:extLst>
              <a:ext uri="{FF2B5EF4-FFF2-40B4-BE49-F238E27FC236}">
                <a16:creationId xmlns:a16="http://schemas.microsoft.com/office/drawing/2014/main" id="{DE55A96C-10A3-9740-B5AF-9FD68F07015D}"/>
              </a:ext>
            </a:extLst>
          </p:cNvPr>
          <p:cNvSpPr/>
          <p:nvPr/>
        </p:nvSpPr>
        <p:spPr>
          <a:xfrm rot="16668768">
            <a:off x="781013" y="3848439"/>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7" name="Freeform 16">
            <a:extLst>
              <a:ext uri="{FF2B5EF4-FFF2-40B4-BE49-F238E27FC236}">
                <a16:creationId xmlns:a16="http://schemas.microsoft.com/office/drawing/2014/main" id="{EDED1292-CEB9-AC42-BD66-9858F1C717F8}"/>
              </a:ext>
            </a:extLst>
          </p:cNvPr>
          <p:cNvSpPr/>
          <p:nvPr/>
        </p:nvSpPr>
        <p:spPr>
          <a:xfrm rot="16668768">
            <a:off x="2038747" y="5442368"/>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0" name="Freeform 19">
            <a:extLst>
              <a:ext uri="{FF2B5EF4-FFF2-40B4-BE49-F238E27FC236}">
                <a16:creationId xmlns:a16="http://schemas.microsoft.com/office/drawing/2014/main" id="{1B647666-A401-5E4D-AF76-86E46E5581ED}"/>
              </a:ext>
            </a:extLst>
          </p:cNvPr>
          <p:cNvSpPr/>
          <p:nvPr/>
        </p:nvSpPr>
        <p:spPr>
          <a:xfrm rot="6298352">
            <a:off x="7911635" y="3652252"/>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1" name="Freeform 20">
            <a:extLst>
              <a:ext uri="{FF2B5EF4-FFF2-40B4-BE49-F238E27FC236}">
                <a16:creationId xmlns:a16="http://schemas.microsoft.com/office/drawing/2014/main" id="{040B577A-CB43-E04C-8566-8CA712774B93}"/>
              </a:ext>
            </a:extLst>
          </p:cNvPr>
          <p:cNvSpPr/>
          <p:nvPr/>
        </p:nvSpPr>
        <p:spPr>
          <a:xfrm rot="6298352">
            <a:off x="6674276" y="5344216"/>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5" name="Rectangle 14">
            <a:extLst>
              <a:ext uri="{FF2B5EF4-FFF2-40B4-BE49-F238E27FC236}">
                <a16:creationId xmlns:a16="http://schemas.microsoft.com/office/drawing/2014/main" id="{27B97311-FECE-C846-816B-C3773C2715A1}"/>
              </a:ext>
            </a:extLst>
          </p:cNvPr>
          <p:cNvSpPr/>
          <p:nvPr/>
        </p:nvSpPr>
        <p:spPr>
          <a:xfrm>
            <a:off x="8229600" y="3841024"/>
            <a:ext cx="625684" cy="369332"/>
          </a:xfrm>
          <a:prstGeom prst="rect">
            <a:avLst/>
          </a:prstGeom>
        </p:spPr>
        <p:txBody>
          <a:bodyPr wrap="none">
            <a:spAutoFit/>
          </a:bodyPr>
          <a:lstStyle/>
          <a:p>
            <a:r>
              <a:rPr lang="en-US" dirty="0"/>
              <a:t>PoW</a:t>
            </a:r>
          </a:p>
        </p:txBody>
      </p:sp>
      <p:sp>
        <p:nvSpPr>
          <p:cNvPr id="22" name="Rectangle 21">
            <a:extLst>
              <a:ext uri="{FF2B5EF4-FFF2-40B4-BE49-F238E27FC236}">
                <a16:creationId xmlns:a16="http://schemas.microsoft.com/office/drawing/2014/main" id="{DF1888B1-954F-964A-81A8-F61D28D7E06F}"/>
              </a:ext>
            </a:extLst>
          </p:cNvPr>
          <p:cNvSpPr/>
          <p:nvPr/>
        </p:nvSpPr>
        <p:spPr>
          <a:xfrm>
            <a:off x="6940698" y="5553354"/>
            <a:ext cx="625684" cy="369332"/>
          </a:xfrm>
          <a:prstGeom prst="rect">
            <a:avLst/>
          </a:prstGeom>
        </p:spPr>
        <p:txBody>
          <a:bodyPr wrap="none">
            <a:spAutoFit/>
          </a:bodyPr>
          <a:lstStyle/>
          <a:p>
            <a:r>
              <a:rPr lang="en-US" dirty="0"/>
              <a:t>PoW</a:t>
            </a:r>
          </a:p>
        </p:txBody>
      </p:sp>
      <p:sp>
        <p:nvSpPr>
          <p:cNvPr id="23" name="Rectangle 22">
            <a:extLst>
              <a:ext uri="{FF2B5EF4-FFF2-40B4-BE49-F238E27FC236}">
                <a16:creationId xmlns:a16="http://schemas.microsoft.com/office/drawing/2014/main" id="{CF1B5533-0D2F-CD4D-BF65-904356B5F429}"/>
              </a:ext>
            </a:extLst>
          </p:cNvPr>
          <p:cNvSpPr/>
          <p:nvPr/>
        </p:nvSpPr>
        <p:spPr>
          <a:xfrm>
            <a:off x="1290874" y="5572149"/>
            <a:ext cx="625684" cy="369332"/>
          </a:xfrm>
          <a:prstGeom prst="rect">
            <a:avLst/>
          </a:prstGeom>
        </p:spPr>
        <p:txBody>
          <a:bodyPr wrap="none">
            <a:spAutoFit/>
          </a:bodyPr>
          <a:lstStyle/>
          <a:p>
            <a:r>
              <a:rPr lang="en-US" dirty="0"/>
              <a:t>PoW</a:t>
            </a:r>
          </a:p>
        </p:txBody>
      </p:sp>
      <p:sp>
        <p:nvSpPr>
          <p:cNvPr id="24" name="Rectangle 23">
            <a:extLst>
              <a:ext uri="{FF2B5EF4-FFF2-40B4-BE49-F238E27FC236}">
                <a16:creationId xmlns:a16="http://schemas.microsoft.com/office/drawing/2014/main" id="{22F618EE-5B89-B443-9CB6-7B053976CDC8}"/>
              </a:ext>
            </a:extLst>
          </p:cNvPr>
          <p:cNvSpPr/>
          <p:nvPr/>
        </p:nvSpPr>
        <p:spPr>
          <a:xfrm>
            <a:off x="84589" y="3909974"/>
            <a:ext cx="625684" cy="369332"/>
          </a:xfrm>
          <a:prstGeom prst="rect">
            <a:avLst/>
          </a:prstGeom>
        </p:spPr>
        <p:txBody>
          <a:bodyPr wrap="none">
            <a:spAutoFit/>
          </a:bodyPr>
          <a:lstStyle/>
          <a:p>
            <a:r>
              <a:rPr lang="en-US" dirty="0"/>
              <a:t>PoW</a:t>
            </a:r>
          </a:p>
        </p:txBody>
      </p:sp>
      <p:cxnSp>
        <p:nvCxnSpPr>
          <p:cNvPr id="25" name="Straight Arrow Connector 24">
            <a:extLst>
              <a:ext uri="{FF2B5EF4-FFF2-40B4-BE49-F238E27FC236}">
                <a16:creationId xmlns:a16="http://schemas.microsoft.com/office/drawing/2014/main" id="{9EA63C54-76D6-6B4B-BA71-BEECB9910C2E}"/>
              </a:ext>
            </a:extLst>
          </p:cNvPr>
          <p:cNvCxnSpPr>
            <a:cxnSpLocks/>
            <a:endCxn id="7" idx="4"/>
          </p:cNvCxnSpPr>
          <p:nvPr/>
        </p:nvCxnSpPr>
        <p:spPr>
          <a:xfrm flipV="1">
            <a:off x="3344111" y="3498790"/>
            <a:ext cx="1075489" cy="1978494"/>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a:extLst>
              <a:ext uri="{FF2B5EF4-FFF2-40B4-BE49-F238E27FC236}">
                <a16:creationId xmlns:a16="http://schemas.microsoft.com/office/drawing/2014/main" id="{9719DB68-4031-AD48-BFB4-0650C6F9265D}"/>
              </a:ext>
            </a:extLst>
          </p:cNvPr>
          <p:cNvCxnSpPr>
            <a:cxnSpLocks/>
          </p:cNvCxnSpPr>
          <p:nvPr/>
        </p:nvCxnSpPr>
        <p:spPr>
          <a:xfrm flipH="1" flipV="1">
            <a:off x="1938755" y="4273609"/>
            <a:ext cx="968469" cy="1127411"/>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9" name="Straight Arrow Connector 28">
            <a:extLst>
              <a:ext uri="{FF2B5EF4-FFF2-40B4-BE49-F238E27FC236}">
                <a16:creationId xmlns:a16="http://schemas.microsoft.com/office/drawing/2014/main" id="{C92A8194-D581-B24B-86AA-E81DD1986BF9}"/>
              </a:ext>
            </a:extLst>
          </p:cNvPr>
          <p:cNvCxnSpPr>
            <a:cxnSpLocks/>
          </p:cNvCxnSpPr>
          <p:nvPr/>
        </p:nvCxnSpPr>
        <p:spPr>
          <a:xfrm flipV="1">
            <a:off x="3402010" y="3925094"/>
            <a:ext cx="3455990" cy="1606938"/>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31" name="Straight Arrow Connector 30">
            <a:extLst>
              <a:ext uri="{FF2B5EF4-FFF2-40B4-BE49-F238E27FC236}">
                <a16:creationId xmlns:a16="http://schemas.microsoft.com/office/drawing/2014/main" id="{28000E5A-2F26-D348-8354-206A729F54C1}"/>
              </a:ext>
            </a:extLst>
          </p:cNvPr>
          <p:cNvCxnSpPr>
            <a:cxnSpLocks/>
            <a:stCxn id="10" idx="6"/>
            <a:endCxn id="9" idx="2"/>
          </p:cNvCxnSpPr>
          <p:nvPr/>
        </p:nvCxnSpPr>
        <p:spPr>
          <a:xfrm flipV="1">
            <a:off x="3429000" y="5486400"/>
            <a:ext cx="2209800" cy="152400"/>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115551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DF517-A501-7B4E-AC07-67326E9DD7BD}"/>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6401138E-F4E2-EB4C-9863-127EC8D7B65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955DCE0E-2D6B-934E-9163-3262390EBBF1}"/>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D34F6BD-3162-C94B-8BC7-1D8A7C09755D}"/>
              </a:ext>
            </a:extLst>
          </p:cNvPr>
          <p:cNvSpPr>
            <a:spLocks noGrp="1"/>
          </p:cNvSpPr>
          <p:nvPr>
            <p:ph sz="quarter" idx="1"/>
          </p:nvPr>
        </p:nvSpPr>
        <p:spPr>
          <a:xfrm>
            <a:off x="457200" y="1219200"/>
            <a:ext cx="8229600" cy="1324260"/>
          </a:xfrm>
        </p:spPr>
        <p:txBody>
          <a:bodyPr>
            <a:normAutofit fontScale="77500" lnSpcReduction="20000"/>
          </a:bodyPr>
          <a:lstStyle/>
          <a:p>
            <a:r>
              <a:rPr lang="en-US" dirty="0"/>
              <a:t>Step 4: When other nodes receive the broadcast and confirm its validity, they will accept the new block and put it at the end of blockchain.</a:t>
            </a:r>
          </a:p>
        </p:txBody>
      </p:sp>
      <p:sp>
        <p:nvSpPr>
          <p:cNvPr id="7" name="Oval 6">
            <a:extLst>
              <a:ext uri="{FF2B5EF4-FFF2-40B4-BE49-F238E27FC236}">
                <a16:creationId xmlns:a16="http://schemas.microsoft.com/office/drawing/2014/main" id="{CDC6729D-07F8-924C-BC3D-ABC3A17E575F}"/>
              </a:ext>
            </a:extLst>
          </p:cNvPr>
          <p:cNvSpPr/>
          <p:nvPr/>
        </p:nvSpPr>
        <p:spPr>
          <a:xfrm>
            <a:off x="3886200" y="304159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a:t>
            </a:r>
          </a:p>
        </p:txBody>
      </p:sp>
      <p:sp>
        <p:nvSpPr>
          <p:cNvPr id="8" name="Oval 7">
            <a:extLst>
              <a:ext uri="{FF2B5EF4-FFF2-40B4-BE49-F238E27FC236}">
                <a16:creationId xmlns:a16="http://schemas.microsoft.com/office/drawing/2014/main" id="{F5AF843A-64C4-D446-986A-544CE0B4A7D2}"/>
              </a:ext>
            </a:extLst>
          </p:cNvPr>
          <p:cNvSpPr/>
          <p:nvPr/>
        </p:nvSpPr>
        <p:spPr>
          <a:xfrm>
            <a:off x="6858000" y="35814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NY</a:t>
            </a:r>
          </a:p>
        </p:txBody>
      </p:sp>
      <p:sp>
        <p:nvSpPr>
          <p:cNvPr id="9" name="Oval 8">
            <a:extLst>
              <a:ext uri="{FF2B5EF4-FFF2-40B4-BE49-F238E27FC236}">
                <a16:creationId xmlns:a16="http://schemas.microsoft.com/office/drawing/2014/main" id="{91B11F89-AE64-DE41-8E65-9C7200EB0130}"/>
              </a:ext>
            </a:extLst>
          </p:cNvPr>
          <p:cNvSpPr/>
          <p:nvPr/>
        </p:nvSpPr>
        <p:spPr>
          <a:xfrm>
            <a:off x="5638800" y="52578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a:t>
            </a:r>
          </a:p>
        </p:txBody>
      </p:sp>
      <p:sp>
        <p:nvSpPr>
          <p:cNvPr id="10" name="Oval 9">
            <a:extLst>
              <a:ext uri="{FF2B5EF4-FFF2-40B4-BE49-F238E27FC236}">
                <a16:creationId xmlns:a16="http://schemas.microsoft.com/office/drawing/2014/main" id="{CCAA6F01-DB5A-E64E-9EF8-7414771E366C}"/>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TX</a:t>
            </a:r>
          </a:p>
        </p:txBody>
      </p:sp>
      <p:sp>
        <p:nvSpPr>
          <p:cNvPr id="11" name="Oval 10">
            <a:extLst>
              <a:ext uri="{FF2B5EF4-FFF2-40B4-BE49-F238E27FC236}">
                <a16:creationId xmlns:a16="http://schemas.microsoft.com/office/drawing/2014/main" id="{F4C3C84F-1693-3141-8FEB-4D3871AA62C9}"/>
              </a:ext>
            </a:extLst>
          </p:cNvPr>
          <p:cNvSpPr/>
          <p:nvPr/>
        </p:nvSpPr>
        <p:spPr>
          <a:xfrm>
            <a:off x="1143000" y="3816409"/>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FL</a:t>
            </a:r>
          </a:p>
        </p:txBody>
      </p:sp>
      <p:cxnSp>
        <p:nvCxnSpPr>
          <p:cNvPr id="13" name="Straight Arrow Connector 12">
            <a:extLst>
              <a:ext uri="{FF2B5EF4-FFF2-40B4-BE49-F238E27FC236}">
                <a16:creationId xmlns:a16="http://schemas.microsoft.com/office/drawing/2014/main" id="{4E5D9787-3692-3342-8844-B2EFA13BBC83}"/>
              </a:ext>
            </a:extLst>
          </p:cNvPr>
          <p:cNvCxnSpPr>
            <a:cxnSpLocks/>
          </p:cNvCxnSpPr>
          <p:nvPr/>
        </p:nvCxnSpPr>
        <p:spPr>
          <a:xfrm>
            <a:off x="4419600" y="2667000"/>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2" name="Straight Arrow Connector 11">
            <a:extLst>
              <a:ext uri="{FF2B5EF4-FFF2-40B4-BE49-F238E27FC236}">
                <a16:creationId xmlns:a16="http://schemas.microsoft.com/office/drawing/2014/main" id="{DB7D5524-8D49-7442-A607-87E2EBB06B2F}"/>
              </a:ext>
            </a:extLst>
          </p:cNvPr>
          <p:cNvCxnSpPr>
            <a:cxnSpLocks/>
            <a:endCxn id="11" idx="7"/>
          </p:cNvCxnSpPr>
          <p:nvPr/>
        </p:nvCxnSpPr>
        <p:spPr>
          <a:xfrm flipH="1">
            <a:off x="2053571" y="3311495"/>
            <a:ext cx="1832630" cy="571869"/>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4" name="Straight Arrow Connector 13">
            <a:extLst>
              <a:ext uri="{FF2B5EF4-FFF2-40B4-BE49-F238E27FC236}">
                <a16:creationId xmlns:a16="http://schemas.microsoft.com/office/drawing/2014/main" id="{4BD0AE1C-AC9B-B842-8C81-9E13B1C8B12B}"/>
              </a:ext>
            </a:extLst>
          </p:cNvPr>
          <p:cNvCxnSpPr>
            <a:cxnSpLocks/>
          </p:cNvCxnSpPr>
          <p:nvPr/>
        </p:nvCxnSpPr>
        <p:spPr>
          <a:xfrm flipH="1">
            <a:off x="3148856" y="3498790"/>
            <a:ext cx="1042144" cy="1935221"/>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a:extLst>
              <a:ext uri="{FF2B5EF4-FFF2-40B4-BE49-F238E27FC236}">
                <a16:creationId xmlns:a16="http://schemas.microsoft.com/office/drawing/2014/main" id="{867C993E-D3F5-CE43-9327-C828150D5A06}"/>
              </a:ext>
            </a:extLst>
          </p:cNvPr>
          <p:cNvCxnSpPr>
            <a:cxnSpLocks/>
            <a:endCxn id="9" idx="1"/>
          </p:cNvCxnSpPr>
          <p:nvPr/>
        </p:nvCxnSpPr>
        <p:spPr>
          <a:xfrm>
            <a:off x="4672857" y="3474979"/>
            <a:ext cx="1122172" cy="184977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18" name="Straight Arrow Connector 17">
            <a:extLst>
              <a:ext uri="{FF2B5EF4-FFF2-40B4-BE49-F238E27FC236}">
                <a16:creationId xmlns:a16="http://schemas.microsoft.com/office/drawing/2014/main" id="{6416C3F6-C592-8C4F-A46B-6EB1960660BD}"/>
              </a:ext>
            </a:extLst>
          </p:cNvPr>
          <p:cNvCxnSpPr>
            <a:cxnSpLocks/>
            <a:endCxn id="8" idx="2"/>
          </p:cNvCxnSpPr>
          <p:nvPr/>
        </p:nvCxnSpPr>
        <p:spPr>
          <a:xfrm>
            <a:off x="4949172" y="3270190"/>
            <a:ext cx="1908828" cy="53981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6" name="Freeform 5">
            <a:extLst>
              <a:ext uri="{FF2B5EF4-FFF2-40B4-BE49-F238E27FC236}">
                <a16:creationId xmlns:a16="http://schemas.microsoft.com/office/drawing/2014/main" id="{DE55A96C-10A3-9740-B5AF-9FD68F07015D}"/>
              </a:ext>
            </a:extLst>
          </p:cNvPr>
          <p:cNvSpPr/>
          <p:nvPr/>
        </p:nvSpPr>
        <p:spPr>
          <a:xfrm rot="16668768">
            <a:off x="781013" y="3848439"/>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7" name="Freeform 16">
            <a:extLst>
              <a:ext uri="{FF2B5EF4-FFF2-40B4-BE49-F238E27FC236}">
                <a16:creationId xmlns:a16="http://schemas.microsoft.com/office/drawing/2014/main" id="{EDED1292-CEB9-AC42-BD66-9858F1C717F8}"/>
              </a:ext>
            </a:extLst>
          </p:cNvPr>
          <p:cNvSpPr/>
          <p:nvPr/>
        </p:nvSpPr>
        <p:spPr>
          <a:xfrm rot="16668768">
            <a:off x="2038747" y="5442368"/>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0" name="Freeform 19">
            <a:extLst>
              <a:ext uri="{FF2B5EF4-FFF2-40B4-BE49-F238E27FC236}">
                <a16:creationId xmlns:a16="http://schemas.microsoft.com/office/drawing/2014/main" id="{1B647666-A401-5E4D-AF76-86E46E5581ED}"/>
              </a:ext>
            </a:extLst>
          </p:cNvPr>
          <p:cNvSpPr/>
          <p:nvPr/>
        </p:nvSpPr>
        <p:spPr>
          <a:xfrm rot="6298352">
            <a:off x="7911635" y="3652252"/>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1" name="Freeform 20">
            <a:extLst>
              <a:ext uri="{FF2B5EF4-FFF2-40B4-BE49-F238E27FC236}">
                <a16:creationId xmlns:a16="http://schemas.microsoft.com/office/drawing/2014/main" id="{040B577A-CB43-E04C-8566-8CA712774B93}"/>
              </a:ext>
            </a:extLst>
          </p:cNvPr>
          <p:cNvSpPr/>
          <p:nvPr/>
        </p:nvSpPr>
        <p:spPr>
          <a:xfrm rot="6298352">
            <a:off x="6674276" y="5344216"/>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5" name="Rectangle 14">
            <a:extLst>
              <a:ext uri="{FF2B5EF4-FFF2-40B4-BE49-F238E27FC236}">
                <a16:creationId xmlns:a16="http://schemas.microsoft.com/office/drawing/2014/main" id="{27B97311-FECE-C846-816B-C3773C2715A1}"/>
              </a:ext>
            </a:extLst>
          </p:cNvPr>
          <p:cNvSpPr/>
          <p:nvPr/>
        </p:nvSpPr>
        <p:spPr>
          <a:xfrm>
            <a:off x="8229600" y="3841024"/>
            <a:ext cx="625684" cy="369332"/>
          </a:xfrm>
          <a:prstGeom prst="rect">
            <a:avLst/>
          </a:prstGeom>
        </p:spPr>
        <p:txBody>
          <a:bodyPr wrap="none">
            <a:spAutoFit/>
          </a:bodyPr>
          <a:lstStyle/>
          <a:p>
            <a:r>
              <a:rPr lang="en-US" dirty="0"/>
              <a:t>PoW</a:t>
            </a:r>
          </a:p>
        </p:txBody>
      </p:sp>
      <p:sp>
        <p:nvSpPr>
          <p:cNvPr id="22" name="Rectangle 21">
            <a:extLst>
              <a:ext uri="{FF2B5EF4-FFF2-40B4-BE49-F238E27FC236}">
                <a16:creationId xmlns:a16="http://schemas.microsoft.com/office/drawing/2014/main" id="{DF1888B1-954F-964A-81A8-F61D28D7E06F}"/>
              </a:ext>
            </a:extLst>
          </p:cNvPr>
          <p:cNvSpPr/>
          <p:nvPr/>
        </p:nvSpPr>
        <p:spPr>
          <a:xfrm>
            <a:off x="6940698" y="5553354"/>
            <a:ext cx="625684" cy="369332"/>
          </a:xfrm>
          <a:prstGeom prst="rect">
            <a:avLst/>
          </a:prstGeom>
        </p:spPr>
        <p:txBody>
          <a:bodyPr wrap="none">
            <a:spAutoFit/>
          </a:bodyPr>
          <a:lstStyle/>
          <a:p>
            <a:r>
              <a:rPr lang="en-US" dirty="0"/>
              <a:t>PoW</a:t>
            </a:r>
          </a:p>
        </p:txBody>
      </p:sp>
      <p:sp>
        <p:nvSpPr>
          <p:cNvPr id="23" name="Rectangle 22">
            <a:extLst>
              <a:ext uri="{FF2B5EF4-FFF2-40B4-BE49-F238E27FC236}">
                <a16:creationId xmlns:a16="http://schemas.microsoft.com/office/drawing/2014/main" id="{CF1B5533-0D2F-CD4D-BF65-904356B5F429}"/>
              </a:ext>
            </a:extLst>
          </p:cNvPr>
          <p:cNvSpPr/>
          <p:nvPr/>
        </p:nvSpPr>
        <p:spPr>
          <a:xfrm>
            <a:off x="1290874" y="5572149"/>
            <a:ext cx="625684" cy="369332"/>
          </a:xfrm>
          <a:prstGeom prst="rect">
            <a:avLst/>
          </a:prstGeom>
        </p:spPr>
        <p:txBody>
          <a:bodyPr wrap="none">
            <a:spAutoFit/>
          </a:bodyPr>
          <a:lstStyle/>
          <a:p>
            <a:r>
              <a:rPr lang="en-US" dirty="0"/>
              <a:t>PoW</a:t>
            </a:r>
          </a:p>
        </p:txBody>
      </p:sp>
      <p:sp>
        <p:nvSpPr>
          <p:cNvPr id="24" name="Rectangle 23">
            <a:extLst>
              <a:ext uri="{FF2B5EF4-FFF2-40B4-BE49-F238E27FC236}">
                <a16:creationId xmlns:a16="http://schemas.microsoft.com/office/drawing/2014/main" id="{22F618EE-5B89-B443-9CB6-7B053976CDC8}"/>
              </a:ext>
            </a:extLst>
          </p:cNvPr>
          <p:cNvSpPr/>
          <p:nvPr/>
        </p:nvSpPr>
        <p:spPr>
          <a:xfrm>
            <a:off x="84589" y="3909974"/>
            <a:ext cx="625684" cy="369332"/>
          </a:xfrm>
          <a:prstGeom prst="rect">
            <a:avLst/>
          </a:prstGeom>
        </p:spPr>
        <p:txBody>
          <a:bodyPr wrap="none">
            <a:spAutoFit/>
          </a:bodyPr>
          <a:lstStyle/>
          <a:p>
            <a:r>
              <a:rPr lang="en-US" dirty="0"/>
              <a:t>PoW</a:t>
            </a:r>
          </a:p>
        </p:txBody>
      </p:sp>
      <p:cxnSp>
        <p:nvCxnSpPr>
          <p:cNvPr id="25" name="Straight Arrow Connector 24">
            <a:extLst>
              <a:ext uri="{FF2B5EF4-FFF2-40B4-BE49-F238E27FC236}">
                <a16:creationId xmlns:a16="http://schemas.microsoft.com/office/drawing/2014/main" id="{9EA63C54-76D6-6B4B-BA71-BEECB9910C2E}"/>
              </a:ext>
            </a:extLst>
          </p:cNvPr>
          <p:cNvCxnSpPr>
            <a:cxnSpLocks/>
            <a:endCxn id="7" idx="4"/>
          </p:cNvCxnSpPr>
          <p:nvPr/>
        </p:nvCxnSpPr>
        <p:spPr>
          <a:xfrm flipV="1">
            <a:off x="3344111" y="3498790"/>
            <a:ext cx="1075489" cy="1978494"/>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7" name="Straight Arrow Connector 26">
            <a:extLst>
              <a:ext uri="{FF2B5EF4-FFF2-40B4-BE49-F238E27FC236}">
                <a16:creationId xmlns:a16="http://schemas.microsoft.com/office/drawing/2014/main" id="{9719DB68-4031-AD48-BFB4-0650C6F9265D}"/>
              </a:ext>
            </a:extLst>
          </p:cNvPr>
          <p:cNvCxnSpPr>
            <a:cxnSpLocks/>
          </p:cNvCxnSpPr>
          <p:nvPr/>
        </p:nvCxnSpPr>
        <p:spPr>
          <a:xfrm flipH="1" flipV="1">
            <a:off x="1938755" y="4273609"/>
            <a:ext cx="968469" cy="1127411"/>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29" name="Straight Arrow Connector 28">
            <a:extLst>
              <a:ext uri="{FF2B5EF4-FFF2-40B4-BE49-F238E27FC236}">
                <a16:creationId xmlns:a16="http://schemas.microsoft.com/office/drawing/2014/main" id="{C92A8194-D581-B24B-86AA-E81DD1986BF9}"/>
              </a:ext>
            </a:extLst>
          </p:cNvPr>
          <p:cNvCxnSpPr>
            <a:cxnSpLocks/>
          </p:cNvCxnSpPr>
          <p:nvPr/>
        </p:nvCxnSpPr>
        <p:spPr>
          <a:xfrm flipV="1">
            <a:off x="3402010" y="3925094"/>
            <a:ext cx="3455990" cy="1606938"/>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31" name="Straight Arrow Connector 30">
            <a:extLst>
              <a:ext uri="{FF2B5EF4-FFF2-40B4-BE49-F238E27FC236}">
                <a16:creationId xmlns:a16="http://schemas.microsoft.com/office/drawing/2014/main" id="{28000E5A-2F26-D348-8354-206A729F54C1}"/>
              </a:ext>
            </a:extLst>
          </p:cNvPr>
          <p:cNvCxnSpPr>
            <a:cxnSpLocks/>
            <a:stCxn id="10" idx="6"/>
            <a:endCxn id="9" idx="2"/>
          </p:cNvCxnSpPr>
          <p:nvPr/>
        </p:nvCxnSpPr>
        <p:spPr>
          <a:xfrm flipV="1">
            <a:off x="3429000" y="5486400"/>
            <a:ext cx="2209800" cy="152400"/>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sp>
        <p:nvSpPr>
          <p:cNvPr id="28" name="Rectangle 27">
            <a:extLst>
              <a:ext uri="{FF2B5EF4-FFF2-40B4-BE49-F238E27FC236}">
                <a16:creationId xmlns:a16="http://schemas.microsoft.com/office/drawing/2014/main" id="{4B6072AE-2003-414E-BB7D-149F156A6655}"/>
              </a:ext>
            </a:extLst>
          </p:cNvPr>
          <p:cNvSpPr/>
          <p:nvPr/>
        </p:nvSpPr>
        <p:spPr>
          <a:xfrm>
            <a:off x="84589" y="4241194"/>
            <a:ext cx="1419299" cy="369332"/>
          </a:xfrm>
          <a:prstGeom prst="rect">
            <a:avLst/>
          </a:prstGeom>
        </p:spPr>
        <p:txBody>
          <a:bodyPr wrap="none">
            <a:spAutoFit/>
          </a:bodyPr>
          <a:lstStyle/>
          <a:p>
            <a:r>
              <a:rPr lang="en-US" b="1" dirty="0">
                <a:solidFill>
                  <a:schemeClr val="accent2"/>
                </a:solidFill>
              </a:rPr>
              <a:t>confirmation</a:t>
            </a:r>
          </a:p>
        </p:txBody>
      </p:sp>
      <p:sp>
        <p:nvSpPr>
          <p:cNvPr id="30" name="Rectangle 29">
            <a:extLst>
              <a:ext uri="{FF2B5EF4-FFF2-40B4-BE49-F238E27FC236}">
                <a16:creationId xmlns:a16="http://schemas.microsoft.com/office/drawing/2014/main" id="{A54D56B8-333D-954B-B161-E55AC544699F}"/>
              </a:ext>
            </a:extLst>
          </p:cNvPr>
          <p:cNvSpPr/>
          <p:nvPr/>
        </p:nvSpPr>
        <p:spPr>
          <a:xfrm>
            <a:off x="4582875" y="2693098"/>
            <a:ext cx="1419299" cy="369332"/>
          </a:xfrm>
          <a:prstGeom prst="rect">
            <a:avLst/>
          </a:prstGeom>
        </p:spPr>
        <p:txBody>
          <a:bodyPr wrap="none">
            <a:spAutoFit/>
          </a:bodyPr>
          <a:lstStyle/>
          <a:p>
            <a:r>
              <a:rPr lang="en-US" b="1" dirty="0">
                <a:solidFill>
                  <a:schemeClr val="accent2"/>
                </a:solidFill>
              </a:rPr>
              <a:t>confirmation</a:t>
            </a:r>
          </a:p>
        </p:txBody>
      </p:sp>
      <p:sp>
        <p:nvSpPr>
          <p:cNvPr id="32" name="Rectangle 31">
            <a:extLst>
              <a:ext uri="{FF2B5EF4-FFF2-40B4-BE49-F238E27FC236}">
                <a16:creationId xmlns:a16="http://schemas.microsoft.com/office/drawing/2014/main" id="{181C0455-D199-E64F-AF35-0328E4BB905C}"/>
              </a:ext>
            </a:extLst>
          </p:cNvPr>
          <p:cNvSpPr/>
          <p:nvPr/>
        </p:nvSpPr>
        <p:spPr>
          <a:xfrm>
            <a:off x="7566382" y="4112891"/>
            <a:ext cx="1419299" cy="369332"/>
          </a:xfrm>
          <a:prstGeom prst="rect">
            <a:avLst/>
          </a:prstGeom>
        </p:spPr>
        <p:txBody>
          <a:bodyPr wrap="none">
            <a:spAutoFit/>
          </a:bodyPr>
          <a:lstStyle/>
          <a:p>
            <a:r>
              <a:rPr lang="en-US" b="1" dirty="0">
                <a:solidFill>
                  <a:schemeClr val="accent2"/>
                </a:solidFill>
              </a:rPr>
              <a:t>confirmation</a:t>
            </a:r>
          </a:p>
        </p:txBody>
      </p:sp>
      <p:sp>
        <p:nvSpPr>
          <p:cNvPr id="33" name="Rectangle 32">
            <a:extLst>
              <a:ext uri="{FF2B5EF4-FFF2-40B4-BE49-F238E27FC236}">
                <a16:creationId xmlns:a16="http://schemas.microsoft.com/office/drawing/2014/main" id="{9EA224B6-EF83-5C44-9E18-7E0CF067D2F7}"/>
              </a:ext>
            </a:extLst>
          </p:cNvPr>
          <p:cNvSpPr/>
          <p:nvPr/>
        </p:nvSpPr>
        <p:spPr>
          <a:xfrm>
            <a:off x="6505501" y="5845567"/>
            <a:ext cx="1419299" cy="369332"/>
          </a:xfrm>
          <a:prstGeom prst="rect">
            <a:avLst/>
          </a:prstGeom>
        </p:spPr>
        <p:txBody>
          <a:bodyPr wrap="none">
            <a:spAutoFit/>
          </a:bodyPr>
          <a:lstStyle/>
          <a:p>
            <a:r>
              <a:rPr lang="en-US" b="1" dirty="0">
                <a:solidFill>
                  <a:schemeClr val="accent2"/>
                </a:solidFill>
              </a:rPr>
              <a:t>confirmation</a:t>
            </a:r>
          </a:p>
        </p:txBody>
      </p:sp>
    </p:spTree>
    <p:extLst>
      <p:ext uri="{BB962C8B-B14F-4D97-AF65-F5344CB8AC3E}">
        <p14:creationId xmlns:p14="http://schemas.microsoft.com/office/powerpoint/2010/main" val="4259885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0CC2-1C8A-4445-9E41-9A7169A95668}"/>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A01361A4-A63B-D943-80CC-47828E1710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929CEA8-1F18-C943-8E06-380B90A6F63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98F1540-A0F5-2942-9529-F5C66D0E6DA7}"/>
              </a:ext>
            </a:extLst>
          </p:cNvPr>
          <p:cNvSpPr>
            <a:spLocks noGrp="1"/>
          </p:cNvSpPr>
          <p:nvPr>
            <p:ph sz="quarter" idx="1"/>
          </p:nvPr>
        </p:nvSpPr>
        <p:spPr/>
        <p:txBody>
          <a:bodyPr/>
          <a:lstStyle/>
          <a:p>
            <a:r>
              <a:rPr lang="en-US" dirty="0"/>
              <a:t>Advantages:</a:t>
            </a:r>
          </a:p>
          <a:p>
            <a:pPr lvl="1"/>
            <a:r>
              <a:rPr lang="en-US" dirty="0"/>
              <a:t>Simple</a:t>
            </a:r>
          </a:p>
          <a:p>
            <a:pPr lvl="1"/>
            <a:r>
              <a:rPr lang="en-US" dirty="0"/>
              <a:t>Good fairness</a:t>
            </a:r>
          </a:p>
          <a:p>
            <a:pPr lvl="1"/>
            <a:r>
              <a:rPr lang="en-US" dirty="0"/>
              <a:t>High reliability, e.g., to break this system, you have to own 51% of the entire computing power of the entire system</a:t>
            </a:r>
          </a:p>
          <a:p>
            <a:endParaRPr lang="en-US" dirty="0"/>
          </a:p>
          <a:p>
            <a:pPr marL="0" indent="0">
              <a:buNone/>
            </a:pPr>
            <a:endParaRPr lang="en-US" dirty="0"/>
          </a:p>
        </p:txBody>
      </p:sp>
    </p:spTree>
    <p:extLst>
      <p:ext uri="{BB962C8B-B14F-4D97-AF65-F5344CB8AC3E}">
        <p14:creationId xmlns:p14="http://schemas.microsoft.com/office/powerpoint/2010/main" val="2268046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0CC2-1C8A-4445-9E41-9A7169A95668}"/>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A01361A4-A63B-D943-80CC-47828E1710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929CEA8-1F18-C943-8E06-380B90A6F63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98F1540-A0F5-2942-9529-F5C66D0E6DA7}"/>
              </a:ext>
            </a:extLst>
          </p:cNvPr>
          <p:cNvSpPr>
            <a:spLocks noGrp="1"/>
          </p:cNvSpPr>
          <p:nvPr>
            <p:ph sz="quarter" idx="1"/>
          </p:nvPr>
        </p:nvSpPr>
        <p:spPr/>
        <p:txBody>
          <a:bodyPr>
            <a:normAutofit lnSpcReduction="10000"/>
          </a:bodyPr>
          <a:lstStyle/>
          <a:p>
            <a:r>
              <a:rPr lang="en-US" dirty="0"/>
              <a:t>Disadvantages:</a:t>
            </a:r>
          </a:p>
          <a:p>
            <a:pPr lvl="1"/>
            <a:r>
              <a:rPr lang="en-US" dirty="0"/>
              <a:t>Requires the entire network to participate the calculation, which increases the calculation amount of each node</a:t>
            </a:r>
          </a:p>
          <a:p>
            <a:pPr lvl="1"/>
            <a:r>
              <a:rPr lang="en-US" dirty="0"/>
              <a:t>If the problem is too difficult, it will lead to long calculation time and high resource consumption</a:t>
            </a:r>
          </a:p>
          <a:p>
            <a:pPr lvl="1"/>
            <a:r>
              <a:rPr lang="en-US" dirty="0"/>
              <a:t>If the topic is too simple, it will cause many nodes to obtain the accounting right at the same time and introduce too many conflicts.</a:t>
            </a:r>
          </a:p>
          <a:p>
            <a:pPr lvl="1"/>
            <a:r>
              <a:rPr lang="en-US" dirty="0"/>
              <a:t>Long cycle to achieve consensus, low efficiency, and high resource consumption</a:t>
            </a:r>
          </a:p>
          <a:p>
            <a:pPr marL="0" indent="0">
              <a:buNone/>
            </a:pPr>
            <a:endParaRPr lang="en-US" dirty="0"/>
          </a:p>
        </p:txBody>
      </p:sp>
    </p:spTree>
    <p:extLst>
      <p:ext uri="{BB962C8B-B14F-4D97-AF65-F5344CB8AC3E}">
        <p14:creationId xmlns:p14="http://schemas.microsoft.com/office/powerpoint/2010/main" val="20361486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1C2E3-3DBB-374A-B38F-C263569F9FDC}"/>
              </a:ext>
            </a:extLst>
          </p:cNvPr>
          <p:cNvSpPr>
            <a:spLocks noGrp="1"/>
          </p:cNvSpPr>
          <p:nvPr>
            <p:ph type="title"/>
          </p:nvPr>
        </p:nvSpPr>
        <p:spPr/>
        <p:txBody>
          <a:bodyPr/>
          <a:lstStyle/>
          <a:p>
            <a:r>
              <a:rPr lang="en-US" dirty="0"/>
              <a:t>1. PoW (Proof-of-Work)</a:t>
            </a:r>
          </a:p>
        </p:txBody>
      </p:sp>
      <p:sp>
        <p:nvSpPr>
          <p:cNvPr id="3" name="Date Placeholder 2">
            <a:extLst>
              <a:ext uri="{FF2B5EF4-FFF2-40B4-BE49-F238E27FC236}">
                <a16:creationId xmlns:a16="http://schemas.microsoft.com/office/drawing/2014/main" id="{31011543-6B1A-9D4E-A3FC-C59EF5C82500}"/>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4DFD49CF-DF56-1F49-8512-442F329945CF}"/>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47D395C2-D79F-8649-BDFA-452D05948D19}"/>
              </a:ext>
            </a:extLst>
          </p:cNvPr>
          <p:cNvSpPr>
            <a:spLocks noGrp="1"/>
          </p:cNvSpPr>
          <p:nvPr>
            <p:ph sz="quarter" idx="1"/>
          </p:nvPr>
        </p:nvSpPr>
        <p:spPr>
          <a:xfrm>
            <a:off x="457200" y="1219200"/>
            <a:ext cx="8229600" cy="685800"/>
          </a:xfrm>
        </p:spPr>
        <p:txBody>
          <a:bodyPr>
            <a:normAutofit lnSpcReduction="10000"/>
          </a:bodyPr>
          <a:lstStyle/>
          <a:p>
            <a:r>
              <a:rPr lang="en-US" dirty="0">
                <a:hlinkClick r:id="rId2"/>
              </a:rPr>
              <a:t>https://youtu.be/3EUAcxhuoU4</a:t>
            </a:r>
            <a:endParaRPr lang="en-US" dirty="0"/>
          </a:p>
          <a:p>
            <a:endParaRPr lang="en-US" dirty="0"/>
          </a:p>
        </p:txBody>
      </p:sp>
      <p:pic>
        <p:nvPicPr>
          <p:cNvPr id="6" name="Picture 5">
            <a:extLst>
              <a:ext uri="{FF2B5EF4-FFF2-40B4-BE49-F238E27FC236}">
                <a16:creationId xmlns:a16="http://schemas.microsoft.com/office/drawing/2014/main" id="{887F35EA-29CA-D74B-A7D2-3CD1C271DA87}"/>
              </a:ext>
            </a:extLst>
          </p:cNvPr>
          <p:cNvPicPr>
            <a:picLocks noChangeAspect="1"/>
          </p:cNvPicPr>
          <p:nvPr/>
        </p:nvPicPr>
        <p:blipFill>
          <a:blip r:embed="rId3"/>
          <a:stretch>
            <a:fillRect/>
          </a:stretch>
        </p:blipFill>
        <p:spPr>
          <a:xfrm>
            <a:off x="1333500" y="2286000"/>
            <a:ext cx="6477000" cy="3481487"/>
          </a:xfrm>
          <a:prstGeom prst="rect">
            <a:avLst/>
          </a:prstGeom>
        </p:spPr>
      </p:pic>
    </p:spTree>
    <p:extLst>
      <p:ext uri="{BB962C8B-B14F-4D97-AF65-F5344CB8AC3E}">
        <p14:creationId xmlns:p14="http://schemas.microsoft.com/office/powerpoint/2010/main" val="2074479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200"/>
            <a:ext cx="8229600" cy="3581400"/>
          </a:xfrm>
        </p:spPr>
        <p:txBody>
          <a:bodyPr>
            <a:normAutofit fontScale="92500" lnSpcReduction="10000"/>
          </a:bodyPr>
          <a:lstStyle/>
          <a:p>
            <a:r>
              <a:rPr lang="en-US" dirty="0"/>
              <a:t>Key idea: using </a:t>
            </a:r>
            <a:r>
              <a:rPr lang="en-US" b="1" i="1" dirty="0"/>
              <a:t>equity (wealth or age) </a:t>
            </a:r>
            <a:r>
              <a:rPr lang="en-US" dirty="0"/>
              <a:t>instead of computing power to determine the accounting right</a:t>
            </a:r>
          </a:p>
          <a:p>
            <a:endParaRPr lang="en-US" dirty="0"/>
          </a:p>
          <a:p>
            <a:r>
              <a:rPr lang="en-US" dirty="0"/>
              <a:t>Whoever has more equities will be more likely to obtain accounting rights.</a:t>
            </a:r>
          </a:p>
          <a:p>
            <a:endParaRPr lang="en-US" dirty="0"/>
          </a:p>
        </p:txBody>
      </p:sp>
    </p:spTree>
    <p:extLst>
      <p:ext uri="{BB962C8B-B14F-4D97-AF65-F5344CB8AC3E}">
        <p14:creationId xmlns:p14="http://schemas.microsoft.com/office/powerpoint/2010/main" val="3263089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200"/>
            <a:ext cx="8229600" cy="4419600"/>
          </a:xfrm>
        </p:spPr>
        <p:txBody>
          <a:bodyPr>
            <a:normAutofit lnSpcReduction="10000"/>
          </a:bodyPr>
          <a:lstStyle/>
          <a:p>
            <a:r>
              <a:rPr lang="en-US" dirty="0"/>
              <a:t>Equity (wealth or age) example:</a:t>
            </a:r>
          </a:p>
          <a:p>
            <a:pPr lvl="1"/>
            <a:r>
              <a:rPr lang="en-US" dirty="0"/>
              <a:t>If you hold 100 coins for a total of 50 days, then your coin age is 5000</a:t>
            </a:r>
          </a:p>
          <a:p>
            <a:pPr lvl="1"/>
            <a:endParaRPr lang="en-US" dirty="0"/>
          </a:p>
          <a:p>
            <a:pPr lvl="1"/>
            <a:r>
              <a:rPr lang="en-US" dirty="0"/>
              <a:t>If you find a PoS block, your coin age will be reduced by 365. For every 365 coin age reduction, you can get 0.05 coin interest from the block (as 5% annual interest rate)</a:t>
            </a:r>
          </a:p>
          <a:p>
            <a:pPr lvl="1"/>
            <a:endParaRPr lang="en-US" dirty="0"/>
          </a:p>
          <a:p>
            <a:pPr lvl="1"/>
            <a:r>
              <a:rPr lang="en-US" dirty="0"/>
              <a:t>Equity = coins * ages * 5% / 365</a:t>
            </a:r>
          </a:p>
          <a:p>
            <a:endParaRPr lang="en-US" dirty="0"/>
          </a:p>
        </p:txBody>
      </p:sp>
    </p:spTree>
    <p:extLst>
      <p:ext uri="{BB962C8B-B14F-4D97-AF65-F5344CB8AC3E}">
        <p14:creationId xmlns:p14="http://schemas.microsoft.com/office/powerpoint/2010/main" val="577379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200"/>
            <a:ext cx="8229600" cy="3581400"/>
          </a:xfrm>
        </p:spPr>
        <p:txBody>
          <a:bodyPr>
            <a:normAutofit/>
          </a:bodyPr>
          <a:lstStyle/>
          <a:p>
            <a:r>
              <a:rPr lang="en-US" dirty="0"/>
              <a:t>Example:</a:t>
            </a:r>
          </a:p>
          <a:p>
            <a:pPr lvl="1"/>
            <a:r>
              <a:rPr lang="en-US" dirty="0"/>
              <a:t>A network containing 3 nodes: A, B, C</a:t>
            </a:r>
          </a:p>
          <a:p>
            <a:pPr lvl="1"/>
            <a:r>
              <a:rPr lang="en-US" dirty="0"/>
              <a:t>A: 10000 coins, 30 days; B: 1000 coins, 15 days; C: 2000 coins, 20 days. </a:t>
            </a:r>
          </a:p>
        </p:txBody>
      </p:sp>
      <p:sp>
        <p:nvSpPr>
          <p:cNvPr id="7" name="Oval 6">
            <a:extLst>
              <a:ext uri="{FF2B5EF4-FFF2-40B4-BE49-F238E27FC236}">
                <a16:creationId xmlns:a16="http://schemas.microsoft.com/office/drawing/2014/main" id="{E323BD58-3553-8D40-800D-8260793A41FE}"/>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9" name="Oval 8">
            <a:extLst>
              <a:ext uri="{FF2B5EF4-FFF2-40B4-BE49-F238E27FC236}">
                <a16:creationId xmlns:a16="http://schemas.microsoft.com/office/drawing/2014/main" id="{FB0FFCC1-CF69-E94B-9B84-4448F6E8349A}"/>
              </a:ext>
            </a:extLst>
          </p:cNvPr>
          <p:cNvSpPr/>
          <p:nvPr/>
        </p:nvSpPr>
        <p:spPr>
          <a:xfrm>
            <a:off x="5562600" y="536960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0" name="Oval 9">
            <a:extLst>
              <a:ext uri="{FF2B5EF4-FFF2-40B4-BE49-F238E27FC236}">
                <a16:creationId xmlns:a16="http://schemas.microsoft.com/office/drawing/2014/main" id="{0184B06A-0A2F-BF4B-BB11-FC9AF6101670}"/>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7" name="Rectangle 16">
            <a:extLst>
              <a:ext uri="{FF2B5EF4-FFF2-40B4-BE49-F238E27FC236}">
                <a16:creationId xmlns:a16="http://schemas.microsoft.com/office/drawing/2014/main" id="{B9033627-C55B-9F4E-9AAB-0092BC78D922}"/>
              </a:ext>
            </a:extLst>
          </p:cNvPr>
          <p:cNvSpPr/>
          <p:nvPr/>
        </p:nvSpPr>
        <p:spPr>
          <a:xfrm>
            <a:off x="2514600" y="3942667"/>
            <a:ext cx="1167307" cy="369332"/>
          </a:xfrm>
          <a:prstGeom prst="rect">
            <a:avLst/>
          </a:prstGeom>
        </p:spPr>
        <p:txBody>
          <a:bodyPr wrap="none">
            <a:spAutoFit/>
          </a:bodyPr>
          <a:lstStyle/>
          <a:p>
            <a:r>
              <a:rPr lang="en-US" dirty="0"/>
              <a:t>10000, 30 </a:t>
            </a:r>
          </a:p>
        </p:txBody>
      </p:sp>
      <p:sp>
        <p:nvSpPr>
          <p:cNvPr id="18" name="Rectangle 17">
            <a:extLst>
              <a:ext uri="{FF2B5EF4-FFF2-40B4-BE49-F238E27FC236}">
                <a16:creationId xmlns:a16="http://schemas.microsoft.com/office/drawing/2014/main" id="{CBBA277F-E658-DE43-92B8-8DAB090CCA17}"/>
              </a:ext>
            </a:extLst>
          </p:cNvPr>
          <p:cNvSpPr/>
          <p:nvPr/>
        </p:nvSpPr>
        <p:spPr>
          <a:xfrm>
            <a:off x="711747" y="5498068"/>
            <a:ext cx="1050288" cy="369332"/>
          </a:xfrm>
          <a:prstGeom prst="rect">
            <a:avLst/>
          </a:prstGeom>
        </p:spPr>
        <p:txBody>
          <a:bodyPr wrap="none">
            <a:spAutoFit/>
          </a:bodyPr>
          <a:lstStyle/>
          <a:p>
            <a:r>
              <a:rPr lang="en-US" dirty="0"/>
              <a:t>1000, 15 </a:t>
            </a:r>
          </a:p>
        </p:txBody>
      </p:sp>
      <p:sp>
        <p:nvSpPr>
          <p:cNvPr id="19" name="Rectangle 18">
            <a:extLst>
              <a:ext uri="{FF2B5EF4-FFF2-40B4-BE49-F238E27FC236}">
                <a16:creationId xmlns:a16="http://schemas.microsoft.com/office/drawing/2014/main" id="{93E8F694-F7ED-C642-AD6F-BC305170F8CF}"/>
              </a:ext>
            </a:extLst>
          </p:cNvPr>
          <p:cNvSpPr/>
          <p:nvPr/>
        </p:nvSpPr>
        <p:spPr>
          <a:xfrm>
            <a:off x="6934200" y="5436252"/>
            <a:ext cx="1050288" cy="369332"/>
          </a:xfrm>
          <a:prstGeom prst="rect">
            <a:avLst/>
          </a:prstGeom>
        </p:spPr>
        <p:txBody>
          <a:bodyPr wrap="none">
            <a:spAutoFit/>
          </a:bodyPr>
          <a:lstStyle/>
          <a:p>
            <a:r>
              <a:rPr lang="en-US" dirty="0"/>
              <a:t>2000, 20 </a:t>
            </a:r>
          </a:p>
        </p:txBody>
      </p:sp>
    </p:spTree>
    <p:extLst>
      <p:ext uri="{BB962C8B-B14F-4D97-AF65-F5344CB8AC3E}">
        <p14:creationId xmlns:p14="http://schemas.microsoft.com/office/powerpoint/2010/main" val="18957980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200"/>
            <a:ext cx="8229600" cy="1371600"/>
          </a:xfrm>
        </p:spPr>
        <p:txBody>
          <a:bodyPr>
            <a:normAutofit fontScale="85000" lnSpcReduction="10000"/>
          </a:bodyPr>
          <a:lstStyle/>
          <a:p>
            <a:r>
              <a:rPr lang="en-US" dirty="0"/>
              <a:t>Step 1: Generate new transactions, broadcast to the entire network, and require accounting for transactions</a:t>
            </a:r>
          </a:p>
        </p:txBody>
      </p:sp>
      <p:cxnSp>
        <p:nvCxnSpPr>
          <p:cNvPr id="12" name="Straight Arrow Connector 11">
            <a:extLst>
              <a:ext uri="{FF2B5EF4-FFF2-40B4-BE49-F238E27FC236}">
                <a16:creationId xmlns:a16="http://schemas.microsoft.com/office/drawing/2014/main" id="{6AF75476-3D19-A44E-8004-5E5A06F0A979}"/>
              </a:ext>
            </a:extLst>
          </p:cNvPr>
          <p:cNvCxnSpPr>
            <a:cxnSpLocks/>
          </p:cNvCxnSpPr>
          <p:nvPr/>
        </p:nvCxnSpPr>
        <p:spPr>
          <a:xfrm>
            <a:off x="4419600" y="3568077"/>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3" name="Oval 12">
            <a:extLst>
              <a:ext uri="{FF2B5EF4-FFF2-40B4-BE49-F238E27FC236}">
                <a16:creationId xmlns:a16="http://schemas.microsoft.com/office/drawing/2014/main" id="{3278210D-BC2F-AC47-BC28-7B9698F29820}"/>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6" name="Oval 15">
            <a:extLst>
              <a:ext uri="{FF2B5EF4-FFF2-40B4-BE49-F238E27FC236}">
                <a16:creationId xmlns:a16="http://schemas.microsoft.com/office/drawing/2014/main" id="{6635F2EB-0806-A842-86C7-9954A3C1DB69}"/>
              </a:ext>
            </a:extLst>
          </p:cNvPr>
          <p:cNvSpPr/>
          <p:nvPr/>
        </p:nvSpPr>
        <p:spPr>
          <a:xfrm>
            <a:off x="5562600" y="536960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7" name="Oval 16">
            <a:extLst>
              <a:ext uri="{FF2B5EF4-FFF2-40B4-BE49-F238E27FC236}">
                <a16:creationId xmlns:a16="http://schemas.microsoft.com/office/drawing/2014/main" id="{34EFCD80-A601-F54D-A7D3-04FE5B2D160F}"/>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Rectangle 17">
            <a:extLst>
              <a:ext uri="{FF2B5EF4-FFF2-40B4-BE49-F238E27FC236}">
                <a16:creationId xmlns:a16="http://schemas.microsoft.com/office/drawing/2014/main" id="{3AA2B7FF-9059-8C48-BC8C-FF4466C37D69}"/>
              </a:ext>
            </a:extLst>
          </p:cNvPr>
          <p:cNvSpPr/>
          <p:nvPr/>
        </p:nvSpPr>
        <p:spPr>
          <a:xfrm>
            <a:off x="2514600" y="3942667"/>
            <a:ext cx="1167307" cy="369332"/>
          </a:xfrm>
          <a:prstGeom prst="rect">
            <a:avLst/>
          </a:prstGeom>
        </p:spPr>
        <p:txBody>
          <a:bodyPr wrap="none">
            <a:spAutoFit/>
          </a:bodyPr>
          <a:lstStyle/>
          <a:p>
            <a:r>
              <a:rPr lang="en-US" dirty="0"/>
              <a:t>10000, 30 </a:t>
            </a:r>
          </a:p>
        </p:txBody>
      </p:sp>
      <p:sp>
        <p:nvSpPr>
          <p:cNvPr id="19" name="Rectangle 18">
            <a:extLst>
              <a:ext uri="{FF2B5EF4-FFF2-40B4-BE49-F238E27FC236}">
                <a16:creationId xmlns:a16="http://schemas.microsoft.com/office/drawing/2014/main" id="{E9AEA97B-1A04-2345-9507-6D4FEC0603D5}"/>
              </a:ext>
            </a:extLst>
          </p:cNvPr>
          <p:cNvSpPr/>
          <p:nvPr/>
        </p:nvSpPr>
        <p:spPr>
          <a:xfrm>
            <a:off x="711747" y="5498068"/>
            <a:ext cx="1050288" cy="369332"/>
          </a:xfrm>
          <a:prstGeom prst="rect">
            <a:avLst/>
          </a:prstGeom>
        </p:spPr>
        <p:txBody>
          <a:bodyPr wrap="none">
            <a:spAutoFit/>
          </a:bodyPr>
          <a:lstStyle/>
          <a:p>
            <a:r>
              <a:rPr lang="en-US" dirty="0"/>
              <a:t>1000, 15 </a:t>
            </a:r>
          </a:p>
        </p:txBody>
      </p:sp>
      <p:sp>
        <p:nvSpPr>
          <p:cNvPr id="20" name="Rectangle 19">
            <a:extLst>
              <a:ext uri="{FF2B5EF4-FFF2-40B4-BE49-F238E27FC236}">
                <a16:creationId xmlns:a16="http://schemas.microsoft.com/office/drawing/2014/main" id="{09791ED6-BF38-8D4C-86EA-23C2597BE8CB}"/>
              </a:ext>
            </a:extLst>
          </p:cNvPr>
          <p:cNvSpPr/>
          <p:nvPr/>
        </p:nvSpPr>
        <p:spPr>
          <a:xfrm>
            <a:off x="6934200" y="5436252"/>
            <a:ext cx="1050288" cy="369332"/>
          </a:xfrm>
          <a:prstGeom prst="rect">
            <a:avLst/>
          </a:prstGeom>
        </p:spPr>
        <p:txBody>
          <a:bodyPr wrap="none">
            <a:spAutoFit/>
          </a:bodyPr>
          <a:lstStyle/>
          <a:p>
            <a:r>
              <a:rPr lang="en-US" dirty="0"/>
              <a:t>2000, 20 </a:t>
            </a:r>
          </a:p>
        </p:txBody>
      </p:sp>
      <p:cxnSp>
        <p:nvCxnSpPr>
          <p:cNvPr id="21" name="Straight Arrow Connector 20">
            <a:extLst>
              <a:ext uri="{FF2B5EF4-FFF2-40B4-BE49-F238E27FC236}">
                <a16:creationId xmlns:a16="http://schemas.microsoft.com/office/drawing/2014/main" id="{6BE6E4A5-9928-D445-9B0F-4F54320B4D9D}"/>
              </a:ext>
            </a:extLst>
          </p:cNvPr>
          <p:cNvCxnSpPr>
            <a:cxnSpLocks/>
          </p:cNvCxnSpPr>
          <p:nvPr/>
        </p:nvCxnSpPr>
        <p:spPr>
          <a:xfrm flipH="1">
            <a:off x="3048000" y="4399867"/>
            <a:ext cx="1219200" cy="101033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CF11A342-3551-BA45-BA9A-07CC5BF49815}"/>
              </a:ext>
            </a:extLst>
          </p:cNvPr>
          <p:cNvCxnSpPr>
            <a:cxnSpLocks/>
            <a:endCxn id="16" idx="1"/>
          </p:cNvCxnSpPr>
          <p:nvPr/>
        </p:nvCxnSpPr>
        <p:spPr>
          <a:xfrm>
            <a:off x="4620426" y="4396306"/>
            <a:ext cx="1098403" cy="104025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39505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199"/>
            <a:ext cx="8229600" cy="1798111"/>
          </a:xfrm>
        </p:spPr>
        <p:txBody>
          <a:bodyPr>
            <a:normAutofit fontScale="77500" lnSpcReduction="20000"/>
          </a:bodyPr>
          <a:lstStyle/>
          <a:p>
            <a:r>
              <a:rPr lang="en-US" dirty="0"/>
              <a:t>Step 2: After each node receives this request, it puts the received transaction information into a block. Each node uses the PoS algorithm to calculate the hash value of the block and gets a proof of equity.</a:t>
            </a:r>
          </a:p>
        </p:txBody>
      </p:sp>
      <p:cxnSp>
        <p:nvCxnSpPr>
          <p:cNvPr id="12" name="Straight Arrow Connector 11">
            <a:extLst>
              <a:ext uri="{FF2B5EF4-FFF2-40B4-BE49-F238E27FC236}">
                <a16:creationId xmlns:a16="http://schemas.microsoft.com/office/drawing/2014/main" id="{6AF75476-3D19-A44E-8004-5E5A06F0A979}"/>
              </a:ext>
            </a:extLst>
          </p:cNvPr>
          <p:cNvCxnSpPr>
            <a:cxnSpLocks/>
          </p:cNvCxnSpPr>
          <p:nvPr/>
        </p:nvCxnSpPr>
        <p:spPr>
          <a:xfrm>
            <a:off x="4419600" y="3568077"/>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3" name="Oval 12">
            <a:extLst>
              <a:ext uri="{FF2B5EF4-FFF2-40B4-BE49-F238E27FC236}">
                <a16:creationId xmlns:a16="http://schemas.microsoft.com/office/drawing/2014/main" id="{3278210D-BC2F-AC47-BC28-7B9698F29820}"/>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6" name="Oval 15">
            <a:extLst>
              <a:ext uri="{FF2B5EF4-FFF2-40B4-BE49-F238E27FC236}">
                <a16:creationId xmlns:a16="http://schemas.microsoft.com/office/drawing/2014/main" id="{6635F2EB-0806-A842-86C7-9954A3C1DB69}"/>
              </a:ext>
            </a:extLst>
          </p:cNvPr>
          <p:cNvSpPr/>
          <p:nvPr/>
        </p:nvSpPr>
        <p:spPr>
          <a:xfrm>
            <a:off x="5562600" y="536960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7" name="Oval 16">
            <a:extLst>
              <a:ext uri="{FF2B5EF4-FFF2-40B4-BE49-F238E27FC236}">
                <a16:creationId xmlns:a16="http://schemas.microsoft.com/office/drawing/2014/main" id="{34EFCD80-A601-F54D-A7D3-04FE5B2D160F}"/>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Rectangle 17">
            <a:extLst>
              <a:ext uri="{FF2B5EF4-FFF2-40B4-BE49-F238E27FC236}">
                <a16:creationId xmlns:a16="http://schemas.microsoft.com/office/drawing/2014/main" id="{3AA2B7FF-9059-8C48-BC8C-FF4466C37D69}"/>
              </a:ext>
            </a:extLst>
          </p:cNvPr>
          <p:cNvSpPr/>
          <p:nvPr/>
        </p:nvSpPr>
        <p:spPr>
          <a:xfrm>
            <a:off x="1139219" y="3990873"/>
            <a:ext cx="2327881" cy="369332"/>
          </a:xfrm>
          <a:prstGeom prst="rect">
            <a:avLst/>
          </a:prstGeom>
        </p:spPr>
        <p:txBody>
          <a:bodyPr wrap="none">
            <a:spAutoFit/>
          </a:bodyPr>
          <a:lstStyle/>
          <a:p>
            <a:r>
              <a:rPr lang="en-US" dirty="0"/>
              <a:t>10000 * 30 * 5% / 365 </a:t>
            </a:r>
          </a:p>
        </p:txBody>
      </p:sp>
      <p:cxnSp>
        <p:nvCxnSpPr>
          <p:cNvPr id="21" name="Straight Arrow Connector 20">
            <a:extLst>
              <a:ext uri="{FF2B5EF4-FFF2-40B4-BE49-F238E27FC236}">
                <a16:creationId xmlns:a16="http://schemas.microsoft.com/office/drawing/2014/main" id="{6BE6E4A5-9928-D445-9B0F-4F54320B4D9D}"/>
              </a:ext>
            </a:extLst>
          </p:cNvPr>
          <p:cNvCxnSpPr>
            <a:cxnSpLocks/>
          </p:cNvCxnSpPr>
          <p:nvPr/>
        </p:nvCxnSpPr>
        <p:spPr>
          <a:xfrm flipH="1">
            <a:off x="3048000" y="4399867"/>
            <a:ext cx="1219200" cy="101033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CF11A342-3551-BA45-BA9A-07CC5BF49815}"/>
              </a:ext>
            </a:extLst>
          </p:cNvPr>
          <p:cNvCxnSpPr>
            <a:cxnSpLocks/>
            <a:endCxn id="16" idx="1"/>
          </p:cNvCxnSpPr>
          <p:nvPr/>
        </p:nvCxnSpPr>
        <p:spPr>
          <a:xfrm>
            <a:off x="4620426" y="4396306"/>
            <a:ext cx="1098403" cy="104025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5" name="Freeform 14">
            <a:extLst>
              <a:ext uri="{FF2B5EF4-FFF2-40B4-BE49-F238E27FC236}">
                <a16:creationId xmlns:a16="http://schemas.microsoft.com/office/drawing/2014/main" id="{98084339-D32B-C94B-BF2B-1251B9803F04}"/>
              </a:ext>
            </a:extLst>
          </p:cNvPr>
          <p:cNvSpPr/>
          <p:nvPr/>
        </p:nvSpPr>
        <p:spPr>
          <a:xfrm rot="16668768">
            <a:off x="2060288" y="5461494"/>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Rectangle 22">
            <a:extLst>
              <a:ext uri="{FF2B5EF4-FFF2-40B4-BE49-F238E27FC236}">
                <a16:creationId xmlns:a16="http://schemas.microsoft.com/office/drawing/2014/main" id="{D4306E8D-4BF3-C646-9135-33A97A560DAE}"/>
              </a:ext>
            </a:extLst>
          </p:cNvPr>
          <p:cNvSpPr/>
          <p:nvPr/>
        </p:nvSpPr>
        <p:spPr>
          <a:xfrm>
            <a:off x="1762035" y="5899981"/>
            <a:ext cx="526298" cy="369332"/>
          </a:xfrm>
          <a:prstGeom prst="rect">
            <a:avLst/>
          </a:prstGeom>
        </p:spPr>
        <p:txBody>
          <a:bodyPr wrap="none">
            <a:spAutoFit/>
          </a:bodyPr>
          <a:lstStyle/>
          <a:p>
            <a:r>
              <a:rPr lang="en-US" dirty="0"/>
              <a:t>PoS</a:t>
            </a:r>
          </a:p>
        </p:txBody>
      </p:sp>
      <p:sp>
        <p:nvSpPr>
          <p:cNvPr id="24" name="Freeform 23">
            <a:extLst>
              <a:ext uri="{FF2B5EF4-FFF2-40B4-BE49-F238E27FC236}">
                <a16:creationId xmlns:a16="http://schemas.microsoft.com/office/drawing/2014/main" id="{21FA0855-EBD1-D844-B0D7-24B56941DD4E}"/>
              </a:ext>
            </a:extLst>
          </p:cNvPr>
          <p:cNvSpPr/>
          <p:nvPr/>
        </p:nvSpPr>
        <p:spPr>
          <a:xfrm rot="16668768">
            <a:off x="3561812" y="3965349"/>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7050452D-1CE3-0345-93CC-B616600B0FC7}"/>
              </a:ext>
            </a:extLst>
          </p:cNvPr>
          <p:cNvSpPr/>
          <p:nvPr/>
        </p:nvSpPr>
        <p:spPr>
          <a:xfrm>
            <a:off x="3131106" y="3639460"/>
            <a:ext cx="526298" cy="369332"/>
          </a:xfrm>
          <a:prstGeom prst="rect">
            <a:avLst/>
          </a:prstGeom>
        </p:spPr>
        <p:txBody>
          <a:bodyPr wrap="none">
            <a:spAutoFit/>
          </a:bodyPr>
          <a:lstStyle/>
          <a:p>
            <a:r>
              <a:rPr lang="en-US" dirty="0"/>
              <a:t>PoS</a:t>
            </a:r>
          </a:p>
        </p:txBody>
      </p:sp>
      <p:sp>
        <p:nvSpPr>
          <p:cNvPr id="26" name="Freeform 25">
            <a:extLst>
              <a:ext uri="{FF2B5EF4-FFF2-40B4-BE49-F238E27FC236}">
                <a16:creationId xmlns:a16="http://schemas.microsoft.com/office/drawing/2014/main" id="{6C352DCA-0DEE-A649-B558-F951C4B20C1B}"/>
              </a:ext>
            </a:extLst>
          </p:cNvPr>
          <p:cNvSpPr/>
          <p:nvPr/>
        </p:nvSpPr>
        <p:spPr>
          <a:xfrm rot="5792913">
            <a:off x="6599169" y="5424350"/>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7" name="Rectangle 26">
            <a:extLst>
              <a:ext uri="{FF2B5EF4-FFF2-40B4-BE49-F238E27FC236}">
                <a16:creationId xmlns:a16="http://schemas.microsoft.com/office/drawing/2014/main" id="{F9C8A448-0601-3944-935F-E4C2E93ED595}"/>
              </a:ext>
            </a:extLst>
          </p:cNvPr>
          <p:cNvSpPr/>
          <p:nvPr/>
        </p:nvSpPr>
        <p:spPr>
          <a:xfrm>
            <a:off x="6544059" y="5000275"/>
            <a:ext cx="526298" cy="369332"/>
          </a:xfrm>
          <a:prstGeom prst="rect">
            <a:avLst/>
          </a:prstGeom>
        </p:spPr>
        <p:txBody>
          <a:bodyPr wrap="none">
            <a:spAutoFit/>
          </a:bodyPr>
          <a:lstStyle/>
          <a:p>
            <a:r>
              <a:rPr lang="en-US" dirty="0"/>
              <a:t>PoS</a:t>
            </a:r>
          </a:p>
        </p:txBody>
      </p:sp>
      <p:sp>
        <p:nvSpPr>
          <p:cNvPr id="28" name="Rectangle 27">
            <a:extLst>
              <a:ext uri="{FF2B5EF4-FFF2-40B4-BE49-F238E27FC236}">
                <a16:creationId xmlns:a16="http://schemas.microsoft.com/office/drawing/2014/main" id="{EF83AB5B-46A9-784C-A57D-1FC9ABE57E10}"/>
              </a:ext>
            </a:extLst>
          </p:cNvPr>
          <p:cNvSpPr/>
          <p:nvPr/>
        </p:nvSpPr>
        <p:spPr>
          <a:xfrm>
            <a:off x="628584" y="5275041"/>
            <a:ext cx="1551994" cy="646331"/>
          </a:xfrm>
          <a:prstGeom prst="rect">
            <a:avLst/>
          </a:prstGeom>
        </p:spPr>
        <p:txBody>
          <a:bodyPr wrap="square">
            <a:spAutoFit/>
          </a:bodyPr>
          <a:lstStyle/>
          <a:p>
            <a:r>
              <a:rPr lang="en-US" dirty="0"/>
              <a:t>1000 * 15 * 5% / 365 </a:t>
            </a:r>
          </a:p>
        </p:txBody>
      </p:sp>
      <p:sp>
        <p:nvSpPr>
          <p:cNvPr id="29" name="Rectangle 28">
            <a:extLst>
              <a:ext uri="{FF2B5EF4-FFF2-40B4-BE49-F238E27FC236}">
                <a16:creationId xmlns:a16="http://schemas.microsoft.com/office/drawing/2014/main" id="{466A959F-3CB9-8443-A3B7-312D500E69FE}"/>
              </a:ext>
            </a:extLst>
          </p:cNvPr>
          <p:cNvSpPr/>
          <p:nvPr/>
        </p:nvSpPr>
        <p:spPr>
          <a:xfrm>
            <a:off x="7201748" y="5410200"/>
            <a:ext cx="1551994" cy="646331"/>
          </a:xfrm>
          <a:prstGeom prst="rect">
            <a:avLst/>
          </a:prstGeom>
        </p:spPr>
        <p:txBody>
          <a:bodyPr wrap="square">
            <a:spAutoFit/>
          </a:bodyPr>
          <a:lstStyle/>
          <a:p>
            <a:r>
              <a:rPr lang="en-US" dirty="0"/>
              <a:t>2000 * 20 * 5% / 365 </a:t>
            </a:r>
          </a:p>
        </p:txBody>
      </p:sp>
    </p:spTree>
    <p:extLst>
      <p:ext uri="{BB962C8B-B14F-4D97-AF65-F5344CB8AC3E}">
        <p14:creationId xmlns:p14="http://schemas.microsoft.com/office/powerpoint/2010/main" val="3238899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199"/>
            <a:ext cx="8229600" cy="1798111"/>
          </a:xfrm>
        </p:spPr>
        <p:txBody>
          <a:bodyPr>
            <a:normAutofit fontScale="77500" lnSpcReduction="20000"/>
          </a:bodyPr>
          <a:lstStyle/>
          <a:p>
            <a:r>
              <a:rPr lang="en-US" dirty="0"/>
              <a:t>Step 3: A gets a proof of equity; it broadcasts to the whole network. If the transaction contained in the block is valid and have not existed before, other nodes will recognize the validity of the block.</a:t>
            </a:r>
          </a:p>
        </p:txBody>
      </p:sp>
      <p:cxnSp>
        <p:nvCxnSpPr>
          <p:cNvPr id="12" name="Straight Arrow Connector 11">
            <a:extLst>
              <a:ext uri="{FF2B5EF4-FFF2-40B4-BE49-F238E27FC236}">
                <a16:creationId xmlns:a16="http://schemas.microsoft.com/office/drawing/2014/main" id="{6AF75476-3D19-A44E-8004-5E5A06F0A979}"/>
              </a:ext>
            </a:extLst>
          </p:cNvPr>
          <p:cNvCxnSpPr>
            <a:cxnSpLocks/>
          </p:cNvCxnSpPr>
          <p:nvPr/>
        </p:nvCxnSpPr>
        <p:spPr>
          <a:xfrm>
            <a:off x="4419600" y="3568077"/>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3" name="Oval 12">
            <a:extLst>
              <a:ext uri="{FF2B5EF4-FFF2-40B4-BE49-F238E27FC236}">
                <a16:creationId xmlns:a16="http://schemas.microsoft.com/office/drawing/2014/main" id="{3278210D-BC2F-AC47-BC28-7B9698F29820}"/>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6" name="Oval 15">
            <a:extLst>
              <a:ext uri="{FF2B5EF4-FFF2-40B4-BE49-F238E27FC236}">
                <a16:creationId xmlns:a16="http://schemas.microsoft.com/office/drawing/2014/main" id="{6635F2EB-0806-A842-86C7-9954A3C1DB69}"/>
              </a:ext>
            </a:extLst>
          </p:cNvPr>
          <p:cNvSpPr/>
          <p:nvPr/>
        </p:nvSpPr>
        <p:spPr>
          <a:xfrm>
            <a:off x="5562600" y="536960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7" name="Oval 16">
            <a:extLst>
              <a:ext uri="{FF2B5EF4-FFF2-40B4-BE49-F238E27FC236}">
                <a16:creationId xmlns:a16="http://schemas.microsoft.com/office/drawing/2014/main" id="{34EFCD80-A601-F54D-A7D3-04FE5B2D160F}"/>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Rectangle 17">
            <a:extLst>
              <a:ext uri="{FF2B5EF4-FFF2-40B4-BE49-F238E27FC236}">
                <a16:creationId xmlns:a16="http://schemas.microsoft.com/office/drawing/2014/main" id="{3AA2B7FF-9059-8C48-BC8C-FF4466C37D69}"/>
              </a:ext>
            </a:extLst>
          </p:cNvPr>
          <p:cNvSpPr/>
          <p:nvPr/>
        </p:nvSpPr>
        <p:spPr>
          <a:xfrm>
            <a:off x="1139219" y="3990873"/>
            <a:ext cx="2327881" cy="369332"/>
          </a:xfrm>
          <a:prstGeom prst="rect">
            <a:avLst/>
          </a:prstGeom>
        </p:spPr>
        <p:txBody>
          <a:bodyPr wrap="none">
            <a:spAutoFit/>
          </a:bodyPr>
          <a:lstStyle/>
          <a:p>
            <a:r>
              <a:rPr lang="en-US" dirty="0"/>
              <a:t>10000 * 30 * 5% / 365 </a:t>
            </a:r>
          </a:p>
        </p:txBody>
      </p:sp>
      <p:cxnSp>
        <p:nvCxnSpPr>
          <p:cNvPr id="21" name="Straight Arrow Connector 20">
            <a:extLst>
              <a:ext uri="{FF2B5EF4-FFF2-40B4-BE49-F238E27FC236}">
                <a16:creationId xmlns:a16="http://schemas.microsoft.com/office/drawing/2014/main" id="{6BE6E4A5-9928-D445-9B0F-4F54320B4D9D}"/>
              </a:ext>
            </a:extLst>
          </p:cNvPr>
          <p:cNvCxnSpPr>
            <a:cxnSpLocks/>
          </p:cNvCxnSpPr>
          <p:nvPr/>
        </p:nvCxnSpPr>
        <p:spPr>
          <a:xfrm flipH="1">
            <a:off x="3048000" y="4399867"/>
            <a:ext cx="1219200" cy="101033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CF11A342-3551-BA45-BA9A-07CC5BF49815}"/>
              </a:ext>
            </a:extLst>
          </p:cNvPr>
          <p:cNvCxnSpPr>
            <a:cxnSpLocks/>
            <a:endCxn id="16" idx="1"/>
          </p:cNvCxnSpPr>
          <p:nvPr/>
        </p:nvCxnSpPr>
        <p:spPr>
          <a:xfrm>
            <a:off x="4620426" y="4396306"/>
            <a:ext cx="1098403" cy="104025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5" name="Freeform 14">
            <a:extLst>
              <a:ext uri="{FF2B5EF4-FFF2-40B4-BE49-F238E27FC236}">
                <a16:creationId xmlns:a16="http://schemas.microsoft.com/office/drawing/2014/main" id="{98084339-D32B-C94B-BF2B-1251B9803F04}"/>
              </a:ext>
            </a:extLst>
          </p:cNvPr>
          <p:cNvSpPr/>
          <p:nvPr/>
        </p:nvSpPr>
        <p:spPr>
          <a:xfrm rot="16668768">
            <a:off x="2060288" y="5461494"/>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Rectangle 22">
            <a:extLst>
              <a:ext uri="{FF2B5EF4-FFF2-40B4-BE49-F238E27FC236}">
                <a16:creationId xmlns:a16="http://schemas.microsoft.com/office/drawing/2014/main" id="{D4306E8D-4BF3-C646-9135-33A97A560DAE}"/>
              </a:ext>
            </a:extLst>
          </p:cNvPr>
          <p:cNvSpPr/>
          <p:nvPr/>
        </p:nvSpPr>
        <p:spPr>
          <a:xfrm>
            <a:off x="1762035" y="5899981"/>
            <a:ext cx="526298" cy="369332"/>
          </a:xfrm>
          <a:prstGeom prst="rect">
            <a:avLst/>
          </a:prstGeom>
        </p:spPr>
        <p:txBody>
          <a:bodyPr wrap="none">
            <a:spAutoFit/>
          </a:bodyPr>
          <a:lstStyle/>
          <a:p>
            <a:r>
              <a:rPr lang="en-US" dirty="0"/>
              <a:t>PoS</a:t>
            </a:r>
          </a:p>
        </p:txBody>
      </p:sp>
      <p:sp>
        <p:nvSpPr>
          <p:cNvPr id="24" name="Freeform 23">
            <a:extLst>
              <a:ext uri="{FF2B5EF4-FFF2-40B4-BE49-F238E27FC236}">
                <a16:creationId xmlns:a16="http://schemas.microsoft.com/office/drawing/2014/main" id="{21FA0855-EBD1-D844-B0D7-24B56941DD4E}"/>
              </a:ext>
            </a:extLst>
          </p:cNvPr>
          <p:cNvSpPr/>
          <p:nvPr/>
        </p:nvSpPr>
        <p:spPr>
          <a:xfrm rot="16668768">
            <a:off x="3561812" y="3965349"/>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7050452D-1CE3-0345-93CC-B616600B0FC7}"/>
              </a:ext>
            </a:extLst>
          </p:cNvPr>
          <p:cNvSpPr/>
          <p:nvPr/>
        </p:nvSpPr>
        <p:spPr>
          <a:xfrm>
            <a:off x="3131106" y="3639460"/>
            <a:ext cx="526298" cy="369332"/>
          </a:xfrm>
          <a:prstGeom prst="rect">
            <a:avLst/>
          </a:prstGeom>
        </p:spPr>
        <p:txBody>
          <a:bodyPr wrap="none">
            <a:spAutoFit/>
          </a:bodyPr>
          <a:lstStyle/>
          <a:p>
            <a:r>
              <a:rPr lang="en-US" dirty="0"/>
              <a:t>PoS</a:t>
            </a:r>
          </a:p>
        </p:txBody>
      </p:sp>
      <p:sp>
        <p:nvSpPr>
          <p:cNvPr id="26" name="Freeform 25">
            <a:extLst>
              <a:ext uri="{FF2B5EF4-FFF2-40B4-BE49-F238E27FC236}">
                <a16:creationId xmlns:a16="http://schemas.microsoft.com/office/drawing/2014/main" id="{6C352DCA-0DEE-A649-B558-F951C4B20C1B}"/>
              </a:ext>
            </a:extLst>
          </p:cNvPr>
          <p:cNvSpPr/>
          <p:nvPr/>
        </p:nvSpPr>
        <p:spPr>
          <a:xfrm rot="5792913">
            <a:off x="6599169" y="5424350"/>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7" name="Rectangle 26">
            <a:extLst>
              <a:ext uri="{FF2B5EF4-FFF2-40B4-BE49-F238E27FC236}">
                <a16:creationId xmlns:a16="http://schemas.microsoft.com/office/drawing/2014/main" id="{F9C8A448-0601-3944-935F-E4C2E93ED595}"/>
              </a:ext>
            </a:extLst>
          </p:cNvPr>
          <p:cNvSpPr/>
          <p:nvPr/>
        </p:nvSpPr>
        <p:spPr>
          <a:xfrm>
            <a:off x="6544059" y="5000275"/>
            <a:ext cx="526298" cy="369332"/>
          </a:xfrm>
          <a:prstGeom prst="rect">
            <a:avLst/>
          </a:prstGeom>
        </p:spPr>
        <p:txBody>
          <a:bodyPr wrap="none">
            <a:spAutoFit/>
          </a:bodyPr>
          <a:lstStyle/>
          <a:p>
            <a:r>
              <a:rPr lang="en-US" dirty="0"/>
              <a:t>PoS</a:t>
            </a:r>
          </a:p>
        </p:txBody>
      </p:sp>
      <p:sp>
        <p:nvSpPr>
          <p:cNvPr id="28" name="Rectangle 27">
            <a:extLst>
              <a:ext uri="{FF2B5EF4-FFF2-40B4-BE49-F238E27FC236}">
                <a16:creationId xmlns:a16="http://schemas.microsoft.com/office/drawing/2014/main" id="{EF83AB5B-46A9-784C-A57D-1FC9ABE57E10}"/>
              </a:ext>
            </a:extLst>
          </p:cNvPr>
          <p:cNvSpPr/>
          <p:nvPr/>
        </p:nvSpPr>
        <p:spPr>
          <a:xfrm>
            <a:off x="628584" y="5275041"/>
            <a:ext cx="1551994" cy="646331"/>
          </a:xfrm>
          <a:prstGeom prst="rect">
            <a:avLst/>
          </a:prstGeom>
        </p:spPr>
        <p:txBody>
          <a:bodyPr wrap="square">
            <a:spAutoFit/>
          </a:bodyPr>
          <a:lstStyle/>
          <a:p>
            <a:r>
              <a:rPr lang="en-US" dirty="0"/>
              <a:t>1000 * 15 * 5% / 365 </a:t>
            </a:r>
          </a:p>
        </p:txBody>
      </p:sp>
      <p:sp>
        <p:nvSpPr>
          <p:cNvPr id="29" name="Rectangle 28">
            <a:extLst>
              <a:ext uri="{FF2B5EF4-FFF2-40B4-BE49-F238E27FC236}">
                <a16:creationId xmlns:a16="http://schemas.microsoft.com/office/drawing/2014/main" id="{466A959F-3CB9-8443-A3B7-312D500E69FE}"/>
              </a:ext>
            </a:extLst>
          </p:cNvPr>
          <p:cNvSpPr/>
          <p:nvPr/>
        </p:nvSpPr>
        <p:spPr>
          <a:xfrm>
            <a:off x="7201748" y="5410200"/>
            <a:ext cx="1551994" cy="646331"/>
          </a:xfrm>
          <a:prstGeom prst="rect">
            <a:avLst/>
          </a:prstGeom>
        </p:spPr>
        <p:txBody>
          <a:bodyPr wrap="square">
            <a:spAutoFit/>
          </a:bodyPr>
          <a:lstStyle/>
          <a:p>
            <a:r>
              <a:rPr lang="en-US" dirty="0"/>
              <a:t>2000 * 20 * 5% / 365 </a:t>
            </a:r>
          </a:p>
        </p:txBody>
      </p:sp>
      <p:cxnSp>
        <p:nvCxnSpPr>
          <p:cNvPr id="31" name="Straight Arrow Connector 30">
            <a:extLst>
              <a:ext uri="{FF2B5EF4-FFF2-40B4-BE49-F238E27FC236}">
                <a16:creationId xmlns:a16="http://schemas.microsoft.com/office/drawing/2014/main" id="{105573AA-5222-AC4F-BE79-A2FA7EA65B20}"/>
              </a:ext>
            </a:extLst>
          </p:cNvPr>
          <p:cNvCxnSpPr>
            <a:cxnSpLocks/>
            <a:endCxn id="17" idx="7"/>
          </p:cNvCxnSpPr>
          <p:nvPr/>
        </p:nvCxnSpPr>
        <p:spPr>
          <a:xfrm flipH="1">
            <a:off x="3272771" y="4466451"/>
            <a:ext cx="1061940" cy="1010704"/>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a:extLst>
              <a:ext uri="{FF2B5EF4-FFF2-40B4-BE49-F238E27FC236}">
                <a16:creationId xmlns:a16="http://schemas.microsoft.com/office/drawing/2014/main" id="{2C0A578D-248A-1E4E-A6F7-AB18B1701E2D}"/>
              </a:ext>
            </a:extLst>
          </p:cNvPr>
          <p:cNvCxnSpPr>
            <a:cxnSpLocks/>
          </p:cNvCxnSpPr>
          <p:nvPr/>
        </p:nvCxnSpPr>
        <p:spPr>
          <a:xfrm>
            <a:off x="4784859" y="4362672"/>
            <a:ext cx="1110315" cy="1002070"/>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1803406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515FB-412B-2646-96D1-3664193D43C1}"/>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9ADBEC09-FACF-414C-9E2C-D4E5D9B4506E}"/>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35FB48D-9810-6B45-B149-0DC2FD08515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76C50D2D-7B70-2348-9BE3-CE20E08C9875}"/>
              </a:ext>
            </a:extLst>
          </p:cNvPr>
          <p:cNvSpPr>
            <a:spLocks noGrp="1"/>
          </p:cNvSpPr>
          <p:nvPr>
            <p:ph sz="quarter" idx="1"/>
          </p:nvPr>
        </p:nvSpPr>
        <p:spPr>
          <a:xfrm>
            <a:off x="457200" y="1219200"/>
            <a:ext cx="8229600" cy="1383566"/>
          </a:xfrm>
        </p:spPr>
        <p:txBody>
          <a:bodyPr>
            <a:normAutofit fontScale="85000" lnSpcReduction="20000"/>
          </a:bodyPr>
          <a:lstStyle/>
          <a:p>
            <a:r>
              <a:rPr lang="en-US" dirty="0"/>
              <a:t>Step 4: When other nodes receive the broadcast and confirm its validity, they will accept the new block and put it at the end of blockchain.</a:t>
            </a:r>
          </a:p>
        </p:txBody>
      </p:sp>
      <p:cxnSp>
        <p:nvCxnSpPr>
          <p:cNvPr id="12" name="Straight Arrow Connector 11">
            <a:extLst>
              <a:ext uri="{FF2B5EF4-FFF2-40B4-BE49-F238E27FC236}">
                <a16:creationId xmlns:a16="http://schemas.microsoft.com/office/drawing/2014/main" id="{6AF75476-3D19-A44E-8004-5E5A06F0A979}"/>
              </a:ext>
            </a:extLst>
          </p:cNvPr>
          <p:cNvCxnSpPr>
            <a:cxnSpLocks/>
          </p:cNvCxnSpPr>
          <p:nvPr/>
        </p:nvCxnSpPr>
        <p:spPr>
          <a:xfrm>
            <a:off x="4419600" y="3568077"/>
            <a:ext cx="0" cy="37459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3" name="Oval 12">
            <a:extLst>
              <a:ext uri="{FF2B5EF4-FFF2-40B4-BE49-F238E27FC236}">
                <a16:creationId xmlns:a16="http://schemas.microsoft.com/office/drawing/2014/main" id="{3278210D-BC2F-AC47-BC28-7B9698F29820}"/>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16" name="Oval 15">
            <a:extLst>
              <a:ext uri="{FF2B5EF4-FFF2-40B4-BE49-F238E27FC236}">
                <a16:creationId xmlns:a16="http://schemas.microsoft.com/office/drawing/2014/main" id="{6635F2EB-0806-A842-86C7-9954A3C1DB69}"/>
              </a:ext>
            </a:extLst>
          </p:cNvPr>
          <p:cNvSpPr/>
          <p:nvPr/>
        </p:nvSpPr>
        <p:spPr>
          <a:xfrm>
            <a:off x="5562600" y="536960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7" name="Oval 16">
            <a:extLst>
              <a:ext uri="{FF2B5EF4-FFF2-40B4-BE49-F238E27FC236}">
                <a16:creationId xmlns:a16="http://schemas.microsoft.com/office/drawing/2014/main" id="{34EFCD80-A601-F54D-A7D3-04FE5B2D160F}"/>
              </a:ext>
            </a:extLst>
          </p:cNvPr>
          <p:cNvSpPr/>
          <p:nvPr/>
        </p:nvSpPr>
        <p:spPr>
          <a:xfrm>
            <a:off x="2362200" y="541020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18" name="Rectangle 17">
            <a:extLst>
              <a:ext uri="{FF2B5EF4-FFF2-40B4-BE49-F238E27FC236}">
                <a16:creationId xmlns:a16="http://schemas.microsoft.com/office/drawing/2014/main" id="{3AA2B7FF-9059-8C48-BC8C-FF4466C37D69}"/>
              </a:ext>
            </a:extLst>
          </p:cNvPr>
          <p:cNvSpPr/>
          <p:nvPr/>
        </p:nvSpPr>
        <p:spPr>
          <a:xfrm>
            <a:off x="1139219" y="3990873"/>
            <a:ext cx="2327881" cy="369332"/>
          </a:xfrm>
          <a:prstGeom prst="rect">
            <a:avLst/>
          </a:prstGeom>
        </p:spPr>
        <p:txBody>
          <a:bodyPr wrap="none">
            <a:spAutoFit/>
          </a:bodyPr>
          <a:lstStyle/>
          <a:p>
            <a:r>
              <a:rPr lang="en-US" dirty="0"/>
              <a:t>10000 * 30 * 5% / 365 </a:t>
            </a:r>
          </a:p>
        </p:txBody>
      </p:sp>
      <p:cxnSp>
        <p:nvCxnSpPr>
          <p:cNvPr id="21" name="Straight Arrow Connector 20">
            <a:extLst>
              <a:ext uri="{FF2B5EF4-FFF2-40B4-BE49-F238E27FC236}">
                <a16:creationId xmlns:a16="http://schemas.microsoft.com/office/drawing/2014/main" id="{6BE6E4A5-9928-D445-9B0F-4F54320B4D9D}"/>
              </a:ext>
            </a:extLst>
          </p:cNvPr>
          <p:cNvCxnSpPr>
            <a:cxnSpLocks/>
          </p:cNvCxnSpPr>
          <p:nvPr/>
        </p:nvCxnSpPr>
        <p:spPr>
          <a:xfrm flipH="1">
            <a:off x="3048000" y="4399867"/>
            <a:ext cx="1219200" cy="1010333"/>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CF11A342-3551-BA45-BA9A-07CC5BF49815}"/>
              </a:ext>
            </a:extLst>
          </p:cNvPr>
          <p:cNvCxnSpPr>
            <a:cxnSpLocks/>
            <a:endCxn id="16" idx="1"/>
          </p:cNvCxnSpPr>
          <p:nvPr/>
        </p:nvCxnSpPr>
        <p:spPr>
          <a:xfrm>
            <a:off x="4620426" y="4396306"/>
            <a:ext cx="1098403" cy="104025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5" name="Freeform 14">
            <a:extLst>
              <a:ext uri="{FF2B5EF4-FFF2-40B4-BE49-F238E27FC236}">
                <a16:creationId xmlns:a16="http://schemas.microsoft.com/office/drawing/2014/main" id="{98084339-D32B-C94B-BF2B-1251B9803F04}"/>
              </a:ext>
            </a:extLst>
          </p:cNvPr>
          <p:cNvSpPr/>
          <p:nvPr/>
        </p:nvSpPr>
        <p:spPr>
          <a:xfrm rot="16668768">
            <a:off x="2060288" y="5461494"/>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3" name="Rectangle 22">
            <a:extLst>
              <a:ext uri="{FF2B5EF4-FFF2-40B4-BE49-F238E27FC236}">
                <a16:creationId xmlns:a16="http://schemas.microsoft.com/office/drawing/2014/main" id="{D4306E8D-4BF3-C646-9135-33A97A560DAE}"/>
              </a:ext>
            </a:extLst>
          </p:cNvPr>
          <p:cNvSpPr/>
          <p:nvPr/>
        </p:nvSpPr>
        <p:spPr>
          <a:xfrm>
            <a:off x="1762035" y="5899981"/>
            <a:ext cx="526298" cy="369332"/>
          </a:xfrm>
          <a:prstGeom prst="rect">
            <a:avLst/>
          </a:prstGeom>
        </p:spPr>
        <p:txBody>
          <a:bodyPr wrap="none">
            <a:spAutoFit/>
          </a:bodyPr>
          <a:lstStyle/>
          <a:p>
            <a:r>
              <a:rPr lang="en-US" dirty="0"/>
              <a:t>PoS</a:t>
            </a:r>
          </a:p>
        </p:txBody>
      </p:sp>
      <p:sp>
        <p:nvSpPr>
          <p:cNvPr id="24" name="Freeform 23">
            <a:extLst>
              <a:ext uri="{FF2B5EF4-FFF2-40B4-BE49-F238E27FC236}">
                <a16:creationId xmlns:a16="http://schemas.microsoft.com/office/drawing/2014/main" id="{21FA0855-EBD1-D844-B0D7-24B56941DD4E}"/>
              </a:ext>
            </a:extLst>
          </p:cNvPr>
          <p:cNvSpPr/>
          <p:nvPr/>
        </p:nvSpPr>
        <p:spPr>
          <a:xfrm rot="16668768">
            <a:off x="3561812" y="3965349"/>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5" name="Rectangle 24">
            <a:extLst>
              <a:ext uri="{FF2B5EF4-FFF2-40B4-BE49-F238E27FC236}">
                <a16:creationId xmlns:a16="http://schemas.microsoft.com/office/drawing/2014/main" id="{7050452D-1CE3-0345-93CC-B616600B0FC7}"/>
              </a:ext>
            </a:extLst>
          </p:cNvPr>
          <p:cNvSpPr/>
          <p:nvPr/>
        </p:nvSpPr>
        <p:spPr>
          <a:xfrm>
            <a:off x="3131106" y="3639460"/>
            <a:ext cx="526298" cy="369332"/>
          </a:xfrm>
          <a:prstGeom prst="rect">
            <a:avLst/>
          </a:prstGeom>
        </p:spPr>
        <p:txBody>
          <a:bodyPr wrap="none">
            <a:spAutoFit/>
          </a:bodyPr>
          <a:lstStyle/>
          <a:p>
            <a:r>
              <a:rPr lang="en-US" dirty="0"/>
              <a:t>PoS</a:t>
            </a:r>
          </a:p>
        </p:txBody>
      </p:sp>
      <p:sp>
        <p:nvSpPr>
          <p:cNvPr id="26" name="Freeform 25">
            <a:extLst>
              <a:ext uri="{FF2B5EF4-FFF2-40B4-BE49-F238E27FC236}">
                <a16:creationId xmlns:a16="http://schemas.microsoft.com/office/drawing/2014/main" id="{6C352DCA-0DEE-A649-B558-F951C4B20C1B}"/>
              </a:ext>
            </a:extLst>
          </p:cNvPr>
          <p:cNvSpPr/>
          <p:nvPr/>
        </p:nvSpPr>
        <p:spPr>
          <a:xfrm rot="5792913">
            <a:off x="6599169" y="5424350"/>
            <a:ext cx="342105" cy="393137"/>
          </a:xfrm>
          <a:custGeom>
            <a:avLst/>
            <a:gdLst>
              <a:gd name="connsiteX0" fmla="*/ 0 w 282011"/>
              <a:gd name="connsiteY0" fmla="*/ 393137 h 393137"/>
              <a:gd name="connsiteX1" fmla="*/ 119641 w 282011"/>
              <a:gd name="connsiteY1" fmla="*/ 31 h 393137"/>
              <a:gd name="connsiteX2" fmla="*/ 282011 w 282011"/>
              <a:gd name="connsiteY2" fmla="*/ 376045 h 393137"/>
            </a:gdLst>
            <a:ahLst/>
            <a:cxnLst>
              <a:cxn ang="0">
                <a:pos x="connsiteX0" y="connsiteY0"/>
              </a:cxn>
              <a:cxn ang="0">
                <a:pos x="connsiteX1" y="connsiteY1"/>
              </a:cxn>
              <a:cxn ang="0">
                <a:pos x="connsiteX2" y="connsiteY2"/>
              </a:cxn>
            </a:cxnLst>
            <a:rect l="l" t="t" r="r" b="b"/>
            <a:pathLst>
              <a:path w="282011" h="393137">
                <a:moveTo>
                  <a:pt x="0" y="393137"/>
                </a:moveTo>
                <a:cubicBezTo>
                  <a:pt x="36319" y="198008"/>
                  <a:pt x="72639" y="2880"/>
                  <a:pt x="119641" y="31"/>
                </a:cubicBezTo>
                <a:cubicBezTo>
                  <a:pt x="166643" y="-2818"/>
                  <a:pt x="224327" y="186613"/>
                  <a:pt x="282011" y="376045"/>
                </a:cubicBezTo>
              </a:path>
            </a:pathLst>
          </a:custGeom>
          <a:ln w="57150">
            <a:tailEnd type="triangle"/>
          </a:ln>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27" name="Rectangle 26">
            <a:extLst>
              <a:ext uri="{FF2B5EF4-FFF2-40B4-BE49-F238E27FC236}">
                <a16:creationId xmlns:a16="http://schemas.microsoft.com/office/drawing/2014/main" id="{F9C8A448-0601-3944-935F-E4C2E93ED595}"/>
              </a:ext>
            </a:extLst>
          </p:cNvPr>
          <p:cNvSpPr/>
          <p:nvPr/>
        </p:nvSpPr>
        <p:spPr>
          <a:xfrm>
            <a:off x="6544059" y="5000275"/>
            <a:ext cx="526298" cy="369332"/>
          </a:xfrm>
          <a:prstGeom prst="rect">
            <a:avLst/>
          </a:prstGeom>
        </p:spPr>
        <p:txBody>
          <a:bodyPr wrap="none">
            <a:spAutoFit/>
          </a:bodyPr>
          <a:lstStyle/>
          <a:p>
            <a:r>
              <a:rPr lang="en-US" dirty="0"/>
              <a:t>PoS</a:t>
            </a:r>
          </a:p>
        </p:txBody>
      </p:sp>
      <p:sp>
        <p:nvSpPr>
          <p:cNvPr id="28" name="Rectangle 27">
            <a:extLst>
              <a:ext uri="{FF2B5EF4-FFF2-40B4-BE49-F238E27FC236}">
                <a16:creationId xmlns:a16="http://schemas.microsoft.com/office/drawing/2014/main" id="{EF83AB5B-46A9-784C-A57D-1FC9ABE57E10}"/>
              </a:ext>
            </a:extLst>
          </p:cNvPr>
          <p:cNvSpPr/>
          <p:nvPr/>
        </p:nvSpPr>
        <p:spPr>
          <a:xfrm>
            <a:off x="628584" y="5275041"/>
            <a:ext cx="1551994" cy="646331"/>
          </a:xfrm>
          <a:prstGeom prst="rect">
            <a:avLst/>
          </a:prstGeom>
        </p:spPr>
        <p:txBody>
          <a:bodyPr wrap="square">
            <a:spAutoFit/>
          </a:bodyPr>
          <a:lstStyle/>
          <a:p>
            <a:r>
              <a:rPr lang="en-US" dirty="0"/>
              <a:t>1000 * 15 * 5% / 365 </a:t>
            </a:r>
          </a:p>
        </p:txBody>
      </p:sp>
      <p:sp>
        <p:nvSpPr>
          <p:cNvPr id="29" name="Rectangle 28">
            <a:extLst>
              <a:ext uri="{FF2B5EF4-FFF2-40B4-BE49-F238E27FC236}">
                <a16:creationId xmlns:a16="http://schemas.microsoft.com/office/drawing/2014/main" id="{466A959F-3CB9-8443-A3B7-312D500E69FE}"/>
              </a:ext>
            </a:extLst>
          </p:cNvPr>
          <p:cNvSpPr/>
          <p:nvPr/>
        </p:nvSpPr>
        <p:spPr>
          <a:xfrm>
            <a:off x="7201748" y="5410200"/>
            <a:ext cx="1551994" cy="646331"/>
          </a:xfrm>
          <a:prstGeom prst="rect">
            <a:avLst/>
          </a:prstGeom>
        </p:spPr>
        <p:txBody>
          <a:bodyPr wrap="square">
            <a:spAutoFit/>
          </a:bodyPr>
          <a:lstStyle/>
          <a:p>
            <a:r>
              <a:rPr lang="en-US" dirty="0"/>
              <a:t>2000 * 20 * 5% / 365 </a:t>
            </a:r>
          </a:p>
        </p:txBody>
      </p:sp>
      <p:cxnSp>
        <p:nvCxnSpPr>
          <p:cNvPr id="31" name="Straight Arrow Connector 30">
            <a:extLst>
              <a:ext uri="{FF2B5EF4-FFF2-40B4-BE49-F238E27FC236}">
                <a16:creationId xmlns:a16="http://schemas.microsoft.com/office/drawing/2014/main" id="{105573AA-5222-AC4F-BE79-A2FA7EA65B20}"/>
              </a:ext>
            </a:extLst>
          </p:cNvPr>
          <p:cNvCxnSpPr>
            <a:cxnSpLocks/>
            <a:endCxn id="17" idx="7"/>
          </p:cNvCxnSpPr>
          <p:nvPr/>
        </p:nvCxnSpPr>
        <p:spPr>
          <a:xfrm flipH="1">
            <a:off x="3272771" y="4466451"/>
            <a:ext cx="1061940" cy="1010704"/>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a:extLst>
              <a:ext uri="{FF2B5EF4-FFF2-40B4-BE49-F238E27FC236}">
                <a16:creationId xmlns:a16="http://schemas.microsoft.com/office/drawing/2014/main" id="{2C0A578D-248A-1E4E-A6F7-AB18B1701E2D}"/>
              </a:ext>
            </a:extLst>
          </p:cNvPr>
          <p:cNvCxnSpPr>
            <a:cxnSpLocks/>
          </p:cNvCxnSpPr>
          <p:nvPr/>
        </p:nvCxnSpPr>
        <p:spPr>
          <a:xfrm>
            <a:off x="4784859" y="4362672"/>
            <a:ext cx="1110315" cy="1002070"/>
          </a:xfrm>
          <a:prstGeom prst="straightConnector1">
            <a:avLst/>
          </a:prstGeom>
          <a:ln w="57150">
            <a:solidFill>
              <a:schemeClr val="accent3"/>
            </a:solidFill>
            <a:tailEnd type="triangle"/>
          </a:ln>
        </p:spPr>
        <p:style>
          <a:lnRef idx="1">
            <a:schemeClr val="accent6"/>
          </a:lnRef>
          <a:fillRef idx="0">
            <a:schemeClr val="accent6"/>
          </a:fillRef>
          <a:effectRef idx="0">
            <a:schemeClr val="accent6"/>
          </a:effectRef>
          <a:fontRef idx="minor">
            <a:schemeClr val="tx1"/>
          </a:fontRef>
        </p:style>
      </p:cxnSp>
      <p:sp>
        <p:nvSpPr>
          <p:cNvPr id="33" name="Rectangle 32">
            <a:extLst>
              <a:ext uri="{FF2B5EF4-FFF2-40B4-BE49-F238E27FC236}">
                <a16:creationId xmlns:a16="http://schemas.microsoft.com/office/drawing/2014/main" id="{3ECB866B-EF9C-E644-8A24-5C46754647F8}"/>
              </a:ext>
            </a:extLst>
          </p:cNvPr>
          <p:cNvSpPr/>
          <p:nvPr/>
        </p:nvSpPr>
        <p:spPr>
          <a:xfrm>
            <a:off x="2421456" y="5954575"/>
            <a:ext cx="1419299" cy="369332"/>
          </a:xfrm>
          <a:prstGeom prst="rect">
            <a:avLst/>
          </a:prstGeom>
        </p:spPr>
        <p:txBody>
          <a:bodyPr wrap="none">
            <a:spAutoFit/>
          </a:bodyPr>
          <a:lstStyle/>
          <a:p>
            <a:r>
              <a:rPr lang="en-US" b="1" dirty="0">
                <a:solidFill>
                  <a:schemeClr val="accent2"/>
                </a:solidFill>
              </a:rPr>
              <a:t>confirmation</a:t>
            </a:r>
          </a:p>
        </p:txBody>
      </p:sp>
      <p:sp>
        <p:nvSpPr>
          <p:cNvPr id="34" name="Rectangle 33">
            <a:extLst>
              <a:ext uri="{FF2B5EF4-FFF2-40B4-BE49-F238E27FC236}">
                <a16:creationId xmlns:a16="http://schemas.microsoft.com/office/drawing/2014/main" id="{38EEEB45-D9F9-854C-9803-62C91CE15572}"/>
              </a:ext>
            </a:extLst>
          </p:cNvPr>
          <p:cNvSpPr/>
          <p:nvPr/>
        </p:nvSpPr>
        <p:spPr>
          <a:xfrm>
            <a:off x="5496275" y="5929442"/>
            <a:ext cx="1419299" cy="369332"/>
          </a:xfrm>
          <a:prstGeom prst="rect">
            <a:avLst/>
          </a:prstGeom>
        </p:spPr>
        <p:txBody>
          <a:bodyPr wrap="none">
            <a:spAutoFit/>
          </a:bodyPr>
          <a:lstStyle/>
          <a:p>
            <a:r>
              <a:rPr lang="en-US" b="1" dirty="0">
                <a:solidFill>
                  <a:schemeClr val="accent2"/>
                </a:solidFill>
              </a:rPr>
              <a:t>confirmation</a:t>
            </a:r>
          </a:p>
        </p:txBody>
      </p:sp>
    </p:spTree>
    <p:extLst>
      <p:ext uri="{BB962C8B-B14F-4D97-AF65-F5344CB8AC3E}">
        <p14:creationId xmlns:p14="http://schemas.microsoft.com/office/powerpoint/2010/main" val="1324133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0CC2-1C8A-4445-9E41-9A7169A95668}"/>
              </a:ext>
            </a:extLst>
          </p:cNvPr>
          <p:cNvSpPr>
            <a:spLocks noGrp="1"/>
          </p:cNvSpPr>
          <p:nvPr>
            <p:ph type="title"/>
          </p:nvPr>
        </p:nvSpPr>
        <p:spPr/>
        <p:txBody>
          <a:bodyPr/>
          <a:lstStyle/>
          <a:p>
            <a:r>
              <a:rPr lang="en-US" dirty="0"/>
              <a:t>2. PoS (Proof-of-Stake)</a:t>
            </a:r>
          </a:p>
        </p:txBody>
      </p:sp>
      <p:sp>
        <p:nvSpPr>
          <p:cNvPr id="3" name="Date Placeholder 2">
            <a:extLst>
              <a:ext uri="{FF2B5EF4-FFF2-40B4-BE49-F238E27FC236}">
                <a16:creationId xmlns:a16="http://schemas.microsoft.com/office/drawing/2014/main" id="{A01361A4-A63B-D943-80CC-47828E1710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929CEA8-1F18-C943-8E06-380B90A6F63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98F1540-A0F5-2942-9529-F5C66D0E6DA7}"/>
              </a:ext>
            </a:extLst>
          </p:cNvPr>
          <p:cNvSpPr>
            <a:spLocks noGrp="1"/>
          </p:cNvSpPr>
          <p:nvPr>
            <p:ph sz="quarter" idx="1"/>
          </p:nvPr>
        </p:nvSpPr>
        <p:spPr/>
        <p:txBody>
          <a:bodyPr/>
          <a:lstStyle/>
          <a:p>
            <a:r>
              <a:rPr lang="en-US" dirty="0"/>
              <a:t>Advantages:</a:t>
            </a:r>
          </a:p>
          <a:p>
            <a:pPr lvl="1"/>
            <a:r>
              <a:rPr lang="en-US" dirty="0"/>
              <a:t>Does not need to consume a lot of computing and power to ensure the security of the blockchain network</a:t>
            </a:r>
          </a:p>
          <a:p>
            <a:pPr lvl="1"/>
            <a:endParaRPr lang="en-US" dirty="0"/>
          </a:p>
          <a:p>
            <a:pPr lvl="1"/>
            <a:r>
              <a:rPr lang="en-US" dirty="0"/>
              <a:t>Reduced time required to reach consensus</a:t>
            </a:r>
          </a:p>
          <a:p>
            <a:pPr marL="0" indent="0">
              <a:buNone/>
            </a:pPr>
            <a:endParaRPr lang="en-US" dirty="0"/>
          </a:p>
        </p:txBody>
      </p:sp>
    </p:spTree>
    <p:extLst>
      <p:ext uri="{BB962C8B-B14F-4D97-AF65-F5344CB8AC3E}">
        <p14:creationId xmlns:p14="http://schemas.microsoft.com/office/powerpoint/2010/main" val="1228706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0CC2-1C8A-4445-9E41-9A7169A95668}"/>
              </a:ext>
            </a:extLst>
          </p:cNvPr>
          <p:cNvSpPr>
            <a:spLocks noGrp="1"/>
          </p:cNvSpPr>
          <p:nvPr>
            <p:ph type="title"/>
          </p:nvPr>
        </p:nvSpPr>
        <p:spPr/>
        <p:txBody>
          <a:bodyPr/>
          <a:lstStyle/>
          <a:p>
            <a:r>
              <a:rPr lang="en-US" dirty="0"/>
              <a:t>2. PoS (Proof-of-Stake)</a:t>
            </a:r>
          </a:p>
        </p:txBody>
      </p:sp>
      <p:sp>
        <p:nvSpPr>
          <p:cNvPr id="3" name="Date Placeholder 2">
            <a:extLst>
              <a:ext uri="{FF2B5EF4-FFF2-40B4-BE49-F238E27FC236}">
                <a16:creationId xmlns:a16="http://schemas.microsoft.com/office/drawing/2014/main" id="{A01361A4-A63B-D943-80CC-47828E1710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929CEA8-1F18-C943-8E06-380B90A6F63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98F1540-A0F5-2942-9529-F5C66D0E6DA7}"/>
              </a:ext>
            </a:extLst>
          </p:cNvPr>
          <p:cNvSpPr>
            <a:spLocks noGrp="1"/>
          </p:cNvSpPr>
          <p:nvPr>
            <p:ph sz="quarter" idx="1"/>
          </p:nvPr>
        </p:nvSpPr>
        <p:spPr/>
        <p:txBody>
          <a:bodyPr>
            <a:normAutofit/>
          </a:bodyPr>
          <a:lstStyle/>
          <a:p>
            <a:r>
              <a:rPr lang="en-US" dirty="0"/>
              <a:t>Disadvantages:</a:t>
            </a:r>
          </a:p>
          <a:p>
            <a:pPr lvl="1"/>
            <a:r>
              <a:rPr lang="en-US" dirty="0"/>
              <a:t>The more or the longer the coin is held, the easier it will be for the node to get the accounting right, while the nodes holding less coins will have little chance.</a:t>
            </a:r>
          </a:p>
          <a:p>
            <a:pPr lvl="1"/>
            <a:endParaRPr lang="en-US" dirty="0"/>
          </a:p>
          <a:p>
            <a:pPr lvl="1"/>
            <a:r>
              <a:rPr lang="en-US" dirty="0"/>
              <a:t>Unfairness and monopoly happens</a:t>
            </a:r>
          </a:p>
          <a:p>
            <a:pPr lvl="1"/>
            <a:endParaRPr lang="en-US" dirty="0"/>
          </a:p>
          <a:p>
            <a:pPr lvl="1"/>
            <a:r>
              <a:rPr lang="en-US" dirty="0"/>
              <a:t>Unbalanced network</a:t>
            </a:r>
          </a:p>
        </p:txBody>
      </p:sp>
    </p:spTree>
    <p:extLst>
      <p:ext uri="{BB962C8B-B14F-4D97-AF65-F5344CB8AC3E}">
        <p14:creationId xmlns:p14="http://schemas.microsoft.com/office/powerpoint/2010/main" val="1645599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50FC-85B1-284E-B9D5-A00B876764CE}"/>
              </a:ext>
            </a:extLst>
          </p:cNvPr>
          <p:cNvSpPr>
            <a:spLocks noGrp="1"/>
          </p:cNvSpPr>
          <p:nvPr>
            <p:ph type="title"/>
          </p:nvPr>
        </p:nvSpPr>
        <p:spPr/>
        <p:txBody>
          <a:bodyPr>
            <a:normAutofit/>
          </a:bodyPr>
          <a:lstStyle/>
          <a:p>
            <a:r>
              <a:rPr lang="en-US" dirty="0"/>
              <a:t>2. PoS (Proof-of-Stake)</a:t>
            </a:r>
          </a:p>
        </p:txBody>
      </p:sp>
      <p:sp>
        <p:nvSpPr>
          <p:cNvPr id="3" name="Date Placeholder 2">
            <a:extLst>
              <a:ext uri="{FF2B5EF4-FFF2-40B4-BE49-F238E27FC236}">
                <a16:creationId xmlns:a16="http://schemas.microsoft.com/office/drawing/2014/main" id="{39A1C11F-3B29-7241-9855-634962AEF54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AB6A792-F52F-534E-9B88-0CA29B9A415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8E5D9D7-EC4C-5B41-9D4D-E7E722F9D7EF}"/>
              </a:ext>
            </a:extLst>
          </p:cNvPr>
          <p:cNvSpPr>
            <a:spLocks noGrp="1"/>
          </p:cNvSpPr>
          <p:nvPr>
            <p:ph sz="quarter" idx="1"/>
          </p:nvPr>
        </p:nvSpPr>
        <p:spPr>
          <a:xfrm>
            <a:off x="457200" y="1219200"/>
            <a:ext cx="8229600" cy="1143000"/>
          </a:xfrm>
        </p:spPr>
        <p:txBody>
          <a:bodyPr>
            <a:normAutofit/>
          </a:bodyPr>
          <a:lstStyle/>
          <a:p>
            <a:r>
              <a:rPr lang="en-US" dirty="0">
                <a:hlinkClick r:id="rId2"/>
              </a:rPr>
              <a:t>https://youtu.be/M3EFi_POhps</a:t>
            </a:r>
            <a:endParaRPr lang="en-US" dirty="0"/>
          </a:p>
          <a:p>
            <a:endParaRPr lang="en-US" dirty="0"/>
          </a:p>
        </p:txBody>
      </p:sp>
      <p:pic>
        <p:nvPicPr>
          <p:cNvPr id="7" name="Picture 6">
            <a:extLst>
              <a:ext uri="{FF2B5EF4-FFF2-40B4-BE49-F238E27FC236}">
                <a16:creationId xmlns:a16="http://schemas.microsoft.com/office/drawing/2014/main" id="{5BFE7FB7-5392-3745-98F6-6FE4EBA063F1}"/>
              </a:ext>
            </a:extLst>
          </p:cNvPr>
          <p:cNvPicPr>
            <a:picLocks noChangeAspect="1"/>
          </p:cNvPicPr>
          <p:nvPr/>
        </p:nvPicPr>
        <p:blipFill>
          <a:blip r:embed="rId3"/>
          <a:stretch>
            <a:fillRect/>
          </a:stretch>
        </p:blipFill>
        <p:spPr>
          <a:xfrm>
            <a:off x="1447800" y="2397095"/>
            <a:ext cx="5768953" cy="3672607"/>
          </a:xfrm>
          <a:prstGeom prst="rect">
            <a:avLst/>
          </a:prstGeom>
        </p:spPr>
      </p:pic>
    </p:spTree>
    <p:extLst>
      <p:ext uri="{BB962C8B-B14F-4D97-AF65-F5344CB8AC3E}">
        <p14:creationId xmlns:p14="http://schemas.microsoft.com/office/powerpoint/2010/main" val="8802876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50FC-85B1-284E-B9D5-A00B876764CE}"/>
              </a:ext>
            </a:extLst>
          </p:cNvPr>
          <p:cNvSpPr>
            <a:spLocks noGrp="1"/>
          </p:cNvSpPr>
          <p:nvPr>
            <p:ph type="title"/>
          </p:nvPr>
        </p:nvSpPr>
        <p:spPr/>
        <p:txBody>
          <a:bodyPr>
            <a:normAutofit/>
          </a:bodyPr>
          <a:lstStyle/>
          <a:p>
            <a:r>
              <a:rPr lang="en-US" dirty="0"/>
              <a:t>3. </a:t>
            </a:r>
            <a:r>
              <a:rPr lang="en-US" dirty="0" err="1"/>
              <a:t>DPoS</a:t>
            </a:r>
            <a:r>
              <a:rPr lang="en-US" dirty="0"/>
              <a:t> (Delegated Proof of Stake)</a:t>
            </a:r>
          </a:p>
        </p:txBody>
      </p:sp>
      <p:sp>
        <p:nvSpPr>
          <p:cNvPr id="3" name="Date Placeholder 2">
            <a:extLst>
              <a:ext uri="{FF2B5EF4-FFF2-40B4-BE49-F238E27FC236}">
                <a16:creationId xmlns:a16="http://schemas.microsoft.com/office/drawing/2014/main" id="{39A1C11F-3B29-7241-9855-634962AEF54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AB6A792-F52F-534E-9B88-0CA29B9A415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8E5D9D7-EC4C-5B41-9D4D-E7E722F9D7EF}"/>
              </a:ext>
            </a:extLst>
          </p:cNvPr>
          <p:cNvSpPr>
            <a:spLocks noGrp="1"/>
          </p:cNvSpPr>
          <p:nvPr>
            <p:ph sz="quarter" idx="1"/>
          </p:nvPr>
        </p:nvSpPr>
        <p:spPr>
          <a:xfrm>
            <a:off x="457200" y="1219200"/>
            <a:ext cx="8229600" cy="1524000"/>
          </a:xfrm>
        </p:spPr>
        <p:txBody>
          <a:bodyPr>
            <a:normAutofit fontScale="92500"/>
          </a:bodyPr>
          <a:lstStyle/>
          <a:p>
            <a:r>
              <a:rPr lang="en-US" dirty="0" err="1"/>
              <a:t>DPoS</a:t>
            </a:r>
            <a:r>
              <a:rPr lang="en-US" dirty="0"/>
              <a:t> is similar as U.S. House</a:t>
            </a:r>
          </a:p>
          <a:p>
            <a:r>
              <a:rPr lang="en-US" dirty="0"/>
              <a:t>Votes selects representatives to make a decision</a:t>
            </a:r>
          </a:p>
        </p:txBody>
      </p:sp>
      <p:pic>
        <p:nvPicPr>
          <p:cNvPr id="6" name="Picture 5">
            <a:extLst>
              <a:ext uri="{FF2B5EF4-FFF2-40B4-BE49-F238E27FC236}">
                <a16:creationId xmlns:a16="http://schemas.microsoft.com/office/drawing/2014/main" id="{E91D9661-F5D3-544F-8EC2-1741F30ED1A0}"/>
              </a:ext>
            </a:extLst>
          </p:cNvPr>
          <p:cNvPicPr>
            <a:picLocks noChangeAspect="1"/>
          </p:cNvPicPr>
          <p:nvPr/>
        </p:nvPicPr>
        <p:blipFill>
          <a:blip r:embed="rId2"/>
          <a:stretch>
            <a:fillRect/>
          </a:stretch>
        </p:blipFill>
        <p:spPr>
          <a:xfrm>
            <a:off x="1981200" y="3241675"/>
            <a:ext cx="4948903" cy="2876550"/>
          </a:xfrm>
          <a:prstGeom prst="rect">
            <a:avLst/>
          </a:prstGeom>
        </p:spPr>
      </p:pic>
    </p:spTree>
    <p:extLst>
      <p:ext uri="{BB962C8B-B14F-4D97-AF65-F5344CB8AC3E}">
        <p14:creationId xmlns:p14="http://schemas.microsoft.com/office/powerpoint/2010/main" val="846572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50FC-85B1-284E-B9D5-A00B876764CE}"/>
              </a:ext>
            </a:extLst>
          </p:cNvPr>
          <p:cNvSpPr>
            <a:spLocks noGrp="1"/>
          </p:cNvSpPr>
          <p:nvPr>
            <p:ph type="title"/>
          </p:nvPr>
        </p:nvSpPr>
        <p:spPr/>
        <p:txBody>
          <a:bodyPr>
            <a:normAutofit/>
          </a:bodyPr>
          <a:lstStyle/>
          <a:p>
            <a:r>
              <a:rPr lang="en-US" dirty="0"/>
              <a:t>3. </a:t>
            </a:r>
            <a:r>
              <a:rPr lang="en-US" dirty="0" err="1"/>
              <a:t>DPoS</a:t>
            </a:r>
            <a:r>
              <a:rPr lang="en-US" dirty="0"/>
              <a:t> (Delegated Proof of Stake)</a:t>
            </a:r>
          </a:p>
        </p:txBody>
      </p:sp>
      <p:sp>
        <p:nvSpPr>
          <p:cNvPr id="3" name="Date Placeholder 2">
            <a:extLst>
              <a:ext uri="{FF2B5EF4-FFF2-40B4-BE49-F238E27FC236}">
                <a16:creationId xmlns:a16="http://schemas.microsoft.com/office/drawing/2014/main" id="{39A1C11F-3B29-7241-9855-634962AEF54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AB6A792-F52F-534E-9B88-0CA29B9A415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8E5D9D7-EC4C-5B41-9D4D-E7E722F9D7EF}"/>
              </a:ext>
            </a:extLst>
          </p:cNvPr>
          <p:cNvSpPr>
            <a:spLocks noGrp="1"/>
          </p:cNvSpPr>
          <p:nvPr>
            <p:ph sz="quarter" idx="1"/>
          </p:nvPr>
        </p:nvSpPr>
        <p:spPr>
          <a:xfrm>
            <a:off x="457200" y="1219199"/>
            <a:ext cx="8229600" cy="1427357"/>
          </a:xfrm>
        </p:spPr>
        <p:txBody>
          <a:bodyPr>
            <a:normAutofit fontScale="62500" lnSpcReduction="20000"/>
          </a:bodyPr>
          <a:lstStyle/>
          <a:p>
            <a:r>
              <a:rPr lang="en-US" dirty="0"/>
              <a:t>User votes for delegates to compete for the accounting right</a:t>
            </a:r>
          </a:p>
          <a:p>
            <a:r>
              <a:rPr lang="en-US" dirty="0"/>
              <a:t>Every user has different voting power. For instance, suppose the total stock share is 1000, the user holding 10 shares has 1/100 voting power</a:t>
            </a:r>
          </a:p>
        </p:txBody>
      </p:sp>
      <p:sp>
        <p:nvSpPr>
          <p:cNvPr id="7" name="Oval 6">
            <a:extLst>
              <a:ext uri="{FF2B5EF4-FFF2-40B4-BE49-F238E27FC236}">
                <a16:creationId xmlns:a16="http://schemas.microsoft.com/office/drawing/2014/main" id="{C4684790-6663-2E4E-970C-1A678ADF0881}"/>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delegate</a:t>
            </a:r>
          </a:p>
        </p:txBody>
      </p:sp>
      <p:sp>
        <p:nvSpPr>
          <p:cNvPr id="9" name="Oval 8">
            <a:extLst>
              <a:ext uri="{FF2B5EF4-FFF2-40B4-BE49-F238E27FC236}">
                <a16:creationId xmlns:a16="http://schemas.microsoft.com/office/drawing/2014/main" id="{532759C9-EEF2-BB4A-AC5A-6C3136843EEC}"/>
              </a:ext>
            </a:extLst>
          </p:cNvPr>
          <p:cNvSpPr/>
          <p:nvPr/>
        </p:nvSpPr>
        <p:spPr>
          <a:xfrm>
            <a:off x="3276600" y="3234204"/>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(10)</a:t>
            </a:r>
          </a:p>
        </p:txBody>
      </p:sp>
      <p:cxnSp>
        <p:nvCxnSpPr>
          <p:cNvPr id="10" name="Straight Arrow Connector 9">
            <a:extLst>
              <a:ext uri="{FF2B5EF4-FFF2-40B4-BE49-F238E27FC236}">
                <a16:creationId xmlns:a16="http://schemas.microsoft.com/office/drawing/2014/main" id="{BA616491-3CB1-A244-8042-B221F6B05515}"/>
              </a:ext>
            </a:extLst>
          </p:cNvPr>
          <p:cNvCxnSpPr>
            <a:cxnSpLocks/>
            <a:endCxn id="7" idx="7"/>
          </p:cNvCxnSpPr>
          <p:nvPr/>
        </p:nvCxnSpPr>
        <p:spPr>
          <a:xfrm flipH="1">
            <a:off x="4796771" y="3584536"/>
            <a:ext cx="232430" cy="42508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1" name="Oval 10">
            <a:extLst>
              <a:ext uri="{FF2B5EF4-FFF2-40B4-BE49-F238E27FC236}">
                <a16:creationId xmlns:a16="http://schemas.microsoft.com/office/drawing/2014/main" id="{B0EB7CBA-203C-2342-AB1A-09E05920BF27}"/>
              </a:ext>
            </a:extLst>
          </p:cNvPr>
          <p:cNvSpPr/>
          <p:nvPr/>
        </p:nvSpPr>
        <p:spPr>
          <a:xfrm>
            <a:off x="2140721" y="5385276"/>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delegate</a:t>
            </a:r>
          </a:p>
        </p:txBody>
      </p:sp>
      <p:sp>
        <p:nvSpPr>
          <p:cNvPr id="12" name="Oval 11">
            <a:extLst>
              <a:ext uri="{FF2B5EF4-FFF2-40B4-BE49-F238E27FC236}">
                <a16:creationId xmlns:a16="http://schemas.microsoft.com/office/drawing/2014/main" id="{A7B1F182-D640-1C40-91B2-8CB2E63547D5}"/>
              </a:ext>
            </a:extLst>
          </p:cNvPr>
          <p:cNvSpPr/>
          <p:nvPr/>
        </p:nvSpPr>
        <p:spPr>
          <a:xfrm>
            <a:off x="5410200" y="537032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delegate</a:t>
            </a:r>
          </a:p>
        </p:txBody>
      </p:sp>
      <p:sp>
        <p:nvSpPr>
          <p:cNvPr id="13" name="Oval 12">
            <a:extLst>
              <a:ext uri="{FF2B5EF4-FFF2-40B4-BE49-F238E27FC236}">
                <a16:creationId xmlns:a16="http://schemas.microsoft.com/office/drawing/2014/main" id="{687D6516-3D90-1749-9630-679A3A2D836C}"/>
              </a:ext>
            </a:extLst>
          </p:cNvPr>
          <p:cNvSpPr/>
          <p:nvPr/>
        </p:nvSpPr>
        <p:spPr>
          <a:xfrm>
            <a:off x="4586955" y="3282170"/>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(20)</a:t>
            </a:r>
          </a:p>
        </p:txBody>
      </p:sp>
      <p:cxnSp>
        <p:nvCxnSpPr>
          <p:cNvPr id="14" name="Straight Arrow Connector 13">
            <a:extLst>
              <a:ext uri="{FF2B5EF4-FFF2-40B4-BE49-F238E27FC236}">
                <a16:creationId xmlns:a16="http://schemas.microsoft.com/office/drawing/2014/main" id="{4BDF9EB1-7BD1-0049-A933-69E0B4D10054}"/>
              </a:ext>
            </a:extLst>
          </p:cNvPr>
          <p:cNvCxnSpPr>
            <a:cxnSpLocks/>
            <a:endCxn id="7" idx="1"/>
          </p:cNvCxnSpPr>
          <p:nvPr/>
        </p:nvCxnSpPr>
        <p:spPr>
          <a:xfrm>
            <a:off x="3810000" y="3536570"/>
            <a:ext cx="232429" cy="47305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8" name="Oval 17">
            <a:extLst>
              <a:ext uri="{FF2B5EF4-FFF2-40B4-BE49-F238E27FC236}">
                <a16:creationId xmlns:a16="http://schemas.microsoft.com/office/drawing/2014/main" id="{32395AF1-5A0B-BD4B-8412-572EC44AC990}"/>
              </a:ext>
            </a:extLst>
          </p:cNvPr>
          <p:cNvSpPr/>
          <p:nvPr/>
        </p:nvSpPr>
        <p:spPr>
          <a:xfrm>
            <a:off x="1447800" y="4724572"/>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(10)</a:t>
            </a:r>
          </a:p>
        </p:txBody>
      </p:sp>
      <p:cxnSp>
        <p:nvCxnSpPr>
          <p:cNvPr id="19" name="Straight Arrow Connector 18">
            <a:extLst>
              <a:ext uri="{FF2B5EF4-FFF2-40B4-BE49-F238E27FC236}">
                <a16:creationId xmlns:a16="http://schemas.microsoft.com/office/drawing/2014/main" id="{B491592B-408A-5F4D-A9B4-2704FD2464E7}"/>
              </a:ext>
            </a:extLst>
          </p:cNvPr>
          <p:cNvCxnSpPr>
            <a:cxnSpLocks/>
          </p:cNvCxnSpPr>
          <p:nvPr/>
        </p:nvCxnSpPr>
        <p:spPr>
          <a:xfrm flipH="1">
            <a:off x="6305816" y="4997026"/>
            <a:ext cx="232430" cy="42508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0" name="Oval 19">
            <a:extLst>
              <a:ext uri="{FF2B5EF4-FFF2-40B4-BE49-F238E27FC236}">
                <a16:creationId xmlns:a16="http://schemas.microsoft.com/office/drawing/2014/main" id="{2EB5C74C-2570-2F40-B5C4-F8453DDCF3DB}"/>
              </a:ext>
            </a:extLst>
          </p:cNvPr>
          <p:cNvSpPr/>
          <p:nvPr/>
        </p:nvSpPr>
        <p:spPr>
          <a:xfrm>
            <a:off x="6096000" y="4694660"/>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(30)</a:t>
            </a:r>
          </a:p>
        </p:txBody>
      </p:sp>
      <p:cxnSp>
        <p:nvCxnSpPr>
          <p:cNvPr id="21" name="Straight Arrow Connector 20">
            <a:extLst>
              <a:ext uri="{FF2B5EF4-FFF2-40B4-BE49-F238E27FC236}">
                <a16:creationId xmlns:a16="http://schemas.microsoft.com/office/drawing/2014/main" id="{FB9C746A-46F6-B043-91CE-0AEB7739E41A}"/>
              </a:ext>
            </a:extLst>
          </p:cNvPr>
          <p:cNvCxnSpPr>
            <a:cxnSpLocks/>
          </p:cNvCxnSpPr>
          <p:nvPr/>
        </p:nvCxnSpPr>
        <p:spPr>
          <a:xfrm>
            <a:off x="1981200" y="5026938"/>
            <a:ext cx="232429" cy="47305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AA8149F6-4AD2-8C4B-A1C9-19C05EAF6236}"/>
              </a:ext>
            </a:extLst>
          </p:cNvPr>
          <p:cNvCxnSpPr>
            <a:cxnSpLocks/>
            <a:endCxn id="11" idx="2"/>
          </p:cNvCxnSpPr>
          <p:nvPr/>
        </p:nvCxnSpPr>
        <p:spPr>
          <a:xfrm flipV="1">
            <a:off x="1478423" y="5613876"/>
            <a:ext cx="662298" cy="3644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3" name="Oval 22">
            <a:extLst>
              <a:ext uri="{FF2B5EF4-FFF2-40B4-BE49-F238E27FC236}">
                <a16:creationId xmlns:a16="http://schemas.microsoft.com/office/drawing/2014/main" id="{7C24D701-1DE7-314C-ABB4-204396F61467}"/>
              </a:ext>
            </a:extLst>
          </p:cNvPr>
          <p:cNvSpPr/>
          <p:nvPr/>
        </p:nvSpPr>
        <p:spPr>
          <a:xfrm>
            <a:off x="685800" y="5517024"/>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(60)</a:t>
            </a:r>
          </a:p>
        </p:txBody>
      </p:sp>
      <p:cxnSp>
        <p:nvCxnSpPr>
          <p:cNvPr id="25" name="Straight Arrow Connector 24">
            <a:extLst>
              <a:ext uri="{FF2B5EF4-FFF2-40B4-BE49-F238E27FC236}">
                <a16:creationId xmlns:a16="http://schemas.microsoft.com/office/drawing/2014/main" id="{85CBAADF-544A-9B4D-BF98-75B17F97F91F}"/>
              </a:ext>
            </a:extLst>
          </p:cNvPr>
          <p:cNvCxnSpPr>
            <a:cxnSpLocks/>
            <a:stCxn id="26" idx="2"/>
          </p:cNvCxnSpPr>
          <p:nvPr/>
        </p:nvCxnSpPr>
        <p:spPr>
          <a:xfrm flipH="1">
            <a:off x="6477000" y="5602696"/>
            <a:ext cx="685800" cy="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6" name="Oval 25">
            <a:extLst>
              <a:ext uri="{FF2B5EF4-FFF2-40B4-BE49-F238E27FC236}">
                <a16:creationId xmlns:a16="http://schemas.microsoft.com/office/drawing/2014/main" id="{5AF72C1A-7D66-8042-BB8B-618FFA89A77C}"/>
              </a:ext>
            </a:extLst>
          </p:cNvPr>
          <p:cNvSpPr/>
          <p:nvPr/>
        </p:nvSpPr>
        <p:spPr>
          <a:xfrm>
            <a:off x="7162800" y="5455866"/>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(50)</a:t>
            </a:r>
          </a:p>
        </p:txBody>
      </p:sp>
      <p:sp>
        <p:nvSpPr>
          <p:cNvPr id="28" name="TextBox 27">
            <a:extLst>
              <a:ext uri="{FF2B5EF4-FFF2-40B4-BE49-F238E27FC236}">
                <a16:creationId xmlns:a16="http://schemas.microsoft.com/office/drawing/2014/main" id="{83852FC2-4657-7A48-BF76-2A35A3B2F7E4}"/>
              </a:ext>
            </a:extLst>
          </p:cNvPr>
          <p:cNvSpPr txBox="1"/>
          <p:nvPr/>
        </p:nvSpPr>
        <p:spPr>
          <a:xfrm>
            <a:off x="5014957" y="3612413"/>
            <a:ext cx="598434" cy="369332"/>
          </a:xfrm>
          <a:prstGeom prst="rect">
            <a:avLst/>
          </a:prstGeom>
          <a:noFill/>
        </p:spPr>
        <p:txBody>
          <a:bodyPr wrap="none" rtlCol="0">
            <a:spAutoFit/>
          </a:bodyPr>
          <a:lstStyle/>
          <a:p>
            <a:r>
              <a:rPr lang="en-US" dirty="0"/>
              <a:t>vote</a:t>
            </a:r>
          </a:p>
        </p:txBody>
      </p:sp>
      <p:sp>
        <p:nvSpPr>
          <p:cNvPr id="29" name="TextBox 28">
            <a:extLst>
              <a:ext uri="{FF2B5EF4-FFF2-40B4-BE49-F238E27FC236}">
                <a16:creationId xmlns:a16="http://schemas.microsoft.com/office/drawing/2014/main" id="{0367B16C-80FA-094A-ACFC-5E0529C8BE60}"/>
              </a:ext>
            </a:extLst>
          </p:cNvPr>
          <p:cNvSpPr txBox="1"/>
          <p:nvPr/>
        </p:nvSpPr>
        <p:spPr>
          <a:xfrm>
            <a:off x="6564366" y="5090935"/>
            <a:ext cx="598434" cy="369332"/>
          </a:xfrm>
          <a:prstGeom prst="rect">
            <a:avLst/>
          </a:prstGeom>
          <a:noFill/>
        </p:spPr>
        <p:txBody>
          <a:bodyPr wrap="none" rtlCol="0">
            <a:spAutoFit/>
          </a:bodyPr>
          <a:lstStyle/>
          <a:p>
            <a:r>
              <a:rPr lang="en-US" dirty="0"/>
              <a:t>vote</a:t>
            </a:r>
          </a:p>
        </p:txBody>
      </p:sp>
      <p:sp>
        <p:nvSpPr>
          <p:cNvPr id="30" name="TextBox 29">
            <a:extLst>
              <a:ext uri="{FF2B5EF4-FFF2-40B4-BE49-F238E27FC236}">
                <a16:creationId xmlns:a16="http://schemas.microsoft.com/office/drawing/2014/main" id="{6D5DF7D4-78CA-6E4D-B99C-26C22F6C354C}"/>
              </a:ext>
            </a:extLst>
          </p:cNvPr>
          <p:cNvSpPr txBox="1"/>
          <p:nvPr/>
        </p:nvSpPr>
        <p:spPr>
          <a:xfrm>
            <a:off x="1195827" y="5071276"/>
            <a:ext cx="598434" cy="369332"/>
          </a:xfrm>
          <a:prstGeom prst="rect">
            <a:avLst/>
          </a:prstGeom>
          <a:noFill/>
        </p:spPr>
        <p:txBody>
          <a:bodyPr wrap="none" rtlCol="0">
            <a:spAutoFit/>
          </a:bodyPr>
          <a:lstStyle/>
          <a:p>
            <a:r>
              <a:rPr lang="en-US" dirty="0"/>
              <a:t>vote</a:t>
            </a:r>
          </a:p>
        </p:txBody>
      </p:sp>
    </p:spTree>
    <p:extLst>
      <p:ext uri="{BB962C8B-B14F-4D97-AF65-F5344CB8AC3E}">
        <p14:creationId xmlns:p14="http://schemas.microsoft.com/office/powerpoint/2010/main" val="3717347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50FC-85B1-284E-B9D5-A00B876764CE}"/>
              </a:ext>
            </a:extLst>
          </p:cNvPr>
          <p:cNvSpPr>
            <a:spLocks noGrp="1"/>
          </p:cNvSpPr>
          <p:nvPr>
            <p:ph type="title"/>
          </p:nvPr>
        </p:nvSpPr>
        <p:spPr/>
        <p:txBody>
          <a:bodyPr>
            <a:normAutofit/>
          </a:bodyPr>
          <a:lstStyle/>
          <a:p>
            <a:r>
              <a:rPr lang="en-US" dirty="0"/>
              <a:t>3. </a:t>
            </a:r>
            <a:r>
              <a:rPr lang="en-US" dirty="0" err="1"/>
              <a:t>DPoS</a:t>
            </a:r>
            <a:r>
              <a:rPr lang="en-US" dirty="0"/>
              <a:t> (Delegated Proof of Stake)</a:t>
            </a:r>
          </a:p>
        </p:txBody>
      </p:sp>
      <p:sp>
        <p:nvSpPr>
          <p:cNvPr id="3" name="Date Placeholder 2">
            <a:extLst>
              <a:ext uri="{FF2B5EF4-FFF2-40B4-BE49-F238E27FC236}">
                <a16:creationId xmlns:a16="http://schemas.microsoft.com/office/drawing/2014/main" id="{39A1C11F-3B29-7241-9855-634962AEF54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AB6A792-F52F-534E-9B88-0CA29B9A415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8E5D9D7-EC4C-5B41-9D4D-E7E722F9D7EF}"/>
              </a:ext>
            </a:extLst>
          </p:cNvPr>
          <p:cNvSpPr>
            <a:spLocks noGrp="1"/>
          </p:cNvSpPr>
          <p:nvPr>
            <p:ph sz="quarter" idx="1"/>
          </p:nvPr>
        </p:nvSpPr>
        <p:spPr>
          <a:xfrm>
            <a:off x="457200" y="1219199"/>
            <a:ext cx="8229600" cy="1427357"/>
          </a:xfrm>
        </p:spPr>
        <p:txBody>
          <a:bodyPr>
            <a:normAutofit fontScale="85000" lnSpcReduction="10000"/>
          </a:bodyPr>
          <a:lstStyle/>
          <a:p>
            <a:r>
              <a:rPr lang="en-US" dirty="0"/>
              <a:t>After the delegates are elected, they compete for the accounting right based on their computing power</a:t>
            </a:r>
          </a:p>
        </p:txBody>
      </p:sp>
      <p:sp>
        <p:nvSpPr>
          <p:cNvPr id="7" name="Oval 6">
            <a:extLst>
              <a:ext uri="{FF2B5EF4-FFF2-40B4-BE49-F238E27FC236}">
                <a16:creationId xmlns:a16="http://schemas.microsoft.com/office/drawing/2014/main" id="{C4684790-6663-2E4E-970C-1A678ADF0881}"/>
              </a:ext>
            </a:extLst>
          </p:cNvPr>
          <p:cNvSpPr/>
          <p:nvPr/>
        </p:nvSpPr>
        <p:spPr>
          <a:xfrm>
            <a:off x="3886200" y="3942667"/>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delegate</a:t>
            </a:r>
          </a:p>
        </p:txBody>
      </p:sp>
      <p:sp>
        <p:nvSpPr>
          <p:cNvPr id="9" name="Oval 8">
            <a:extLst>
              <a:ext uri="{FF2B5EF4-FFF2-40B4-BE49-F238E27FC236}">
                <a16:creationId xmlns:a16="http://schemas.microsoft.com/office/drawing/2014/main" id="{532759C9-EEF2-BB4A-AC5A-6C3136843EEC}"/>
              </a:ext>
            </a:extLst>
          </p:cNvPr>
          <p:cNvSpPr/>
          <p:nvPr/>
        </p:nvSpPr>
        <p:spPr>
          <a:xfrm>
            <a:off x="3276600" y="3234204"/>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(10)</a:t>
            </a:r>
          </a:p>
        </p:txBody>
      </p:sp>
      <p:cxnSp>
        <p:nvCxnSpPr>
          <p:cNvPr id="10" name="Straight Arrow Connector 9">
            <a:extLst>
              <a:ext uri="{FF2B5EF4-FFF2-40B4-BE49-F238E27FC236}">
                <a16:creationId xmlns:a16="http://schemas.microsoft.com/office/drawing/2014/main" id="{BA616491-3CB1-A244-8042-B221F6B05515}"/>
              </a:ext>
            </a:extLst>
          </p:cNvPr>
          <p:cNvCxnSpPr>
            <a:cxnSpLocks/>
            <a:endCxn id="7" idx="7"/>
          </p:cNvCxnSpPr>
          <p:nvPr/>
        </p:nvCxnSpPr>
        <p:spPr>
          <a:xfrm flipH="1">
            <a:off x="4796771" y="3584536"/>
            <a:ext cx="232430" cy="42508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1" name="Oval 10">
            <a:extLst>
              <a:ext uri="{FF2B5EF4-FFF2-40B4-BE49-F238E27FC236}">
                <a16:creationId xmlns:a16="http://schemas.microsoft.com/office/drawing/2014/main" id="{B0EB7CBA-203C-2342-AB1A-09E05920BF27}"/>
              </a:ext>
            </a:extLst>
          </p:cNvPr>
          <p:cNvSpPr/>
          <p:nvPr/>
        </p:nvSpPr>
        <p:spPr>
          <a:xfrm>
            <a:off x="2140721" y="5385276"/>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delegate</a:t>
            </a:r>
          </a:p>
        </p:txBody>
      </p:sp>
      <p:sp>
        <p:nvSpPr>
          <p:cNvPr id="12" name="Oval 11">
            <a:extLst>
              <a:ext uri="{FF2B5EF4-FFF2-40B4-BE49-F238E27FC236}">
                <a16:creationId xmlns:a16="http://schemas.microsoft.com/office/drawing/2014/main" id="{A7B1F182-D640-1C40-91B2-8CB2E63547D5}"/>
              </a:ext>
            </a:extLst>
          </p:cNvPr>
          <p:cNvSpPr/>
          <p:nvPr/>
        </p:nvSpPr>
        <p:spPr>
          <a:xfrm>
            <a:off x="5410200" y="5370320"/>
            <a:ext cx="1066800" cy="457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delegate</a:t>
            </a:r>
          </a:p>
        </p:txBody>
      </p:sp>
      <p:sp>
        <p:nvSpPr>
          <p:cNvPr id="13" name="Oval 12">
            <a:extLst>
              <a:ext uri="{FF2B5EF4-FFF2-40B4-BE49-F238E27FC236}">
                <a16:creationId xmlns:a16="http://schemas.microsoft.com/office/drawing/2014/main" id="{687D6516-3D90-1749-9630-679A3A2D836C}"/>
              </a:ext>
            </a:extLst>
          </p:cNvPr>
          <p:cNvSpPr/>
          <p:nvPr/>
        </p:nvSpPr>
        <p:spPr>
          <a:xfrm>
            <a:off x="4586955" y="3282170"/>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(20)</a:t>
            </a:r>
          </a:p>
        </p:txBody>
      </p:sp>
      <p:cxnSp>
        <p:nvCxnSpPr>
          <p:cNvPr id="14" name="Straight Arrow Connector 13">
            <a:extLst>
              <a:ext uri="{FF2B5EF4-FFF2-40B4-BE49-F238E27FC236}">
                <a16:creationId xmlns:a16="http://schemas.microsoft.com/office/drawing/2014/main" id="{4BDF9EB1-7BD1-0049-A933-69E0B4D10054}"/>
              </a:ext>
            </a:extLst>
          </p:cNvPr>
          <p:cNvCxnSpPr>
            <a:cxnSpLocks/>
            <a:endCxn id="7" idx="1"/>
          </p:cNvCxnSpPr>
          <p:nvPr/>
        </p:nvCxnSpPr>
        <p:spPr>
          <a:xfrm>
            <a:off x="3810000" y="3536570"/>
            <a:ext cx="232429" cy="47305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18" name="Oval 17">
            <a:extLst>
              <a:ext uri="{FF2B5EF4-FFF2-40B4-BE49-F238E27FC236}">
                <a16:creationId xmlns:a16="http://schemas.microsoft.com/office/drawing/2014/main" id="{32395AF1-5A0B-BD4B-8412-572EC44AC990}"/>
              </a:ext>
            </a:extLst>
          </p:cNvPr>
          <p:cNvSpPr/>
          <p:nvPr/>
        </p:nvSpPr>
        <p:spPr>
          <a:xfrm>
            <a:off x="1447800" y="4724572"/>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(10)</a:t>
            </a:r>
          </a:p>
        </p:txBody>
      </p:sp>
      <p:cxnSp>
        <p:nvCxnSpPr>
          <p:cNvPr id="19" name="Straight Arrow Connector 18">
            <a:extLst>
              <a:ext uri="{FF2B5EF4-FFF2-40B4-BE49-F238E27FC236}">
                <a16:creationId xmlns:a16="http://schemas.microsoft.com/office/drawing/2014/main" id="{B491592B-408A-5F4D-A9B4-2704FD2464E7}"/>
              </a:ext>
            </a:extLst>
          </p:cNvPr>
          <p:cNvCxnSpPr>
            <a:cxnSpLocks/>
          </p:cNvCxnSpPr>
          <p:nvPr/>
        </p:nvCxnSpPr>
        <p:spPr>
          <a:xfrm flipH="1">
            <a:off x="6305816" y="4997026"/>
            <a:ext cx="232430" cy="42508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0" name="Oval 19">
            <a:extLst>
              <a:ext uri="{FF2B5EF4-FFF2-40B4-BE49-F238E27FC236}">
                <a16:creationId xmlns:a16="http://schemas.microsoft.com/office/drawing/2014/main" id="{2EB5C74C-2570-2F40-B5C4-F8453DDCF3DB}"/>
              </a:ext>
            </a:extLst>
          </p:cNvPr>
          <p:cNvSpPr/>
          <p:nvPr/>
        </p:nvSpPr>
        <p:spPr>
          <a:xfrm>
            <a:off x="6096000" y="4694660"/>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(30)</a:t>
            </a:r>
          </a:p>
        </p:txBody>
      </p:sp>
      <p:cxnSp>
        <p:nvCxnSpPr>
          <p:cNvPr id="21" name="Straight Arrow Connector 20">
            <a:extLst>
              <a:ext uri="{FF2B5EF4-FFF2-40B4-BE49-F238E27FC236}">
                <a16:creationId xmlns:a16="http://schemas.microsoft.com/office/drawing/2014/main" id="{FB9C746A-46F6-B043-91CE-0AEB7739E41A}"/>
              </a:ext>
            </a:extLst>
          </p:cNvPr>
          <p:cNvCxnSpPr>
            <a:cxnSpLocks/>
          </p:cNvCxnSpPr>
          <p:nvPr/>
        </p:nvCxnSpPr>
        <p:spPr>
          <a:xfrm>
            <a:off x="1981200" y="5026938"/>
            <a:ext cx="232429" cy="473052"/>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cxnSp>
        <p:nvCxnSpPr>
          <p:cNvPr id="22" name="Straight Arrow Connector 21">
            <a:extLst>
              <a:ext uri="{FF2B5EF4-FFF2-40B4-BE49-F238E27FC236}">
                <a16:creationId xmlns:a16="http://schemas.microsoft.com/office/drawing/2014/main" id="{AA8149F6-4AD2-8C4B-A1C9-19C05EAF6236}"/>
              </a:ext>
            </a:extLst>
          </p:cNvPr>
          <p:cNvCxnSpPr>
            <a:cxnSpLocks/>
            <a:endCxn id="11" idx="2"/>
          </p:cNvCxnSpPr>
          <p:nvPr/>
        </p:nvCxnSpPr>
        <p:spPr>
          <a:xfrm flipV="1">
            <a:off x="1478423" y="5613876"/>
            <a:ext cx="662298" cy="36446"/>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3" name="Oval 22">
            <a:extLst>
              <a:ext uri="{FF2B5EF4-FFF2-40B4-BE49-F238E27FC236}">
                <a16:creationId xmlns:a16="http://schemas.microsoft.com/office/drawing/2014/main" id="{7C24D701-1DE7-314C-ABB4-204396F61467}"/>
              </a:ext>
            </a:extLst>
          </p:cNvPr>
          <p:cNvSpPr/>
          <p:nvPr/>
        </p:nvSpPr>
        <p:spPr>
          <a:xfrm>
            <a:off x="685800" y="5517024"/>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(60)</a:t>
            </a:r>
          </a:p>
        </p:txBody>
      </p:sp>
      <p:cxnSp>
        <p:nvCxnSpPr>
          <p:cNvPr id="25" name="Straight Arrow Connector 24">
            <a:extLst>
              <a:ext uri="{FF2B5EF4-FFF2-40B4-BE49-F238E27FC236}">
                <a16:creationId xmlns:a16="http://schemas.microsoft.com/office/drawing/2014/main" id="{85CBAADF-544A-9B4D-BF98-75B17F97F91F}"/>
              </a:ext>
            </a:extLst>
          </p:cNvPr>
          <p:cNvCxnSpPr>
            <a:cxnSpLocks/>
            <a:stCxn id="26" idx="2"/>
          </p:cNvCxnSpPr>
          <p:nvPr/>
        </p:nvCxnSpPr>
        <p:spPr>
          <a:xfrm flipH="1">
            <a:off x="6477000" y="5602696"/>
            <a:ext cx="685800" cy="0"/>
          </a:xfrm>
          <a:prstGeom prst="straightConnector1">
            <a:avLst/>
          </a:prstGeom>
          <a:ln w="57150">
            <a:tailEnd type="triangle"/>
          </a:ln>
        </p:spPr>
        <p:style>
          <a:lnRef idx="1">
            <a:schemeClr val="accent6"/>
          </a:lnRef>
          <a:fillRef idx="0">
            <a:schemeClr val="accent6"/>
          </a:fillRef>
          <a:effectRef idx="0">
            <a:schemeClr val="accent6"/>
          </a:effectRef>
          <a:fontRef idx="minor">
            <a:schemeClr val="tx1"/>
          </a:fontRef>
        </p:style>
      </p:cxnSp>
      <p:sp>
        <p:nvSpPr>
          <p:cNvPr id="26" name="Oval 25">
            <a:extLst>
              <a:ext uri="{FF2B5EF4-FFF2-40B4-BE49-F238E27FC236}">
                <a16:creationId xmlns:a16="http://schemas.microsoft.com/office/drawing/2014/main" id="{5AF72C1A-7D66-8042-BB8B-618FFA89A77C}"/>
              </a:ext>
            </a:extLst>
          </p:cNvPr>
          <p:cNvSpPr/>
          <p:nvPr/>
        </p:nvSpPr>
        <p:spPr>
          <a:xfrm>
            <a:off x="7162800" y="5455866"/>
            <a:ext cx="762000" cy="29365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100" dirty="0"/>
              <a:t>(50)</a:t>
            </a:r>
          </a:p>
        </p:txBody>
      </p:sp>
      <p:cxnSp>
        <p:nvCxnSpPr>
          <p:cNvPr id="24" name="Straight Arrow Connector 23">
            <a:extLst>
              <a:ext uri="{FF2B5EF4-FFF2-40B4-BE49-F238E27FC236}">
                <a16:creationId xmlns:a16="http://schemas.microsoft.com/office/drawing/2014/main" id="{D4870438-D91A-9F44-89DD-96D4647ABF84}"/>
              </a:ext>
            </a:extLst>
          </p:cNvPr>
          <p:cNvCxnSpPr>
            <a:cxnSpLocks/>
            <a:endCxn id="11" idx="7"/>
          </p:cNvCxnSpPr>
          <p:nvPr/>
        </p:nvCxnSpPr>
        <p:spPr>
          <a:xfrm flipH="1">
            <a:off x="3051292" y="4309837"/>
            <a:ext cx="974086" cy="1142394"/>
          </a:xfrm>
          <a:prstGeom prst="straightConnector1">
            <a:avLst/>
          </a:prstGeom>
          <a:ln w="57150">
            <a:solidFill>
              <a:schemeClr val="accent2"/>
            </a:solidFill>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7" name="Straight Arrow Connector 26">
            <a:extLst>
              <a:ext uri="{FF2B5EF4-FFF2-40B4-BE49-F238E27FC236}">
                <a16:creationId xmlns:a16="http://schemas.microsoft.com/office/drawing/2014/main" id="{60A5F689-30E6-8C4D-A9AE-8B4AEE6FFCC7}"/>
              </a:ext>
            </a:extLst>
          </p:cNvPr>
          <p:cNvCxnSpPr>
            <a:cxnSpLocks/>
            <a:endCxn id="12" idx="1"/>
          </p:cNvCxnSpPr>
          <p:nvPr/>
        </p:nvCxnSpPr>
        <p:spPr>
          <a:xfrm>
            <a:off x="4749238" y="4376460"/>
            <a:ext cx="817191" cy="1060815"/>
          </a:xfrm>
          <a:prstGeom prst="straightConnector1">
            <a:avLst/>
          </a:prstGeom>
          <a:ln w="57150">
            <a:solidFill>
              <a:schemeClr val="accent2"/>
            </a:solidFill>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cxnSp>
        <p:nvCxnSpPr>
          <p:cNvPr id="28" name="Straight Arrow Connector 27">
            <a:extLst>
              <a:ext uri="{FF2B5EF4-FFF2-40B4-BE49-F238E27FC236}">
                <a16:creationId xmlns:a16="http://schemas.microsoft.com/office/drawing/2014/main" id="{A094C191-32A0-C64E-944E-464250665459}"/>
              </a:ext>
            </a:extLst>
          </p:cNvPr>
          <p:cNvCxnSpPr>
            <a:cxnSpLocks/>
            <a:endCxn id="12" idx="2"/>
          </p:cNvCxnSpPr>
          <p:nvPr/>
        </p:nvCxnSpPr>
        <p:spPr>
          <a:xfrm flipV="1">
            <a:off x="3206232" y="5598920"/>
            <a:ext cx="2203968" cy="39882"/>
          </a:xfrm>
          <a:prstGeom prst="straightConnector1">
            <a:avLst/>
          </a:prstGeom>
          <a:ln w="57150">
            <a:solidFill>
              <a:schemeClr val="accent2"/>
            </a:solidFill>
            <a:headEnd type="triangle" w="med" len="med"/>
            <a:tailEnd type="triangle" w="med" len="med"/>
          </a:ln>
        </p:spPr>
        <p:style>
          <a:lnRef idx="1">
            <a:schemeClr val="accent6"/>
          </a:lnRef>
          <a:fillRef idx="0">
            <a:schemeClr val="accent6"/>
          </a:fillRef>
          <a:effectRef idx="0">
            <a:schemeClr val="accent6"/>
          </a:effectRef>
          <a:fontRef idx="minor">
            <a:schemeClr val="tx1"/>
          </a:fontRef>
        </p:style>
      </p:cxnSp>
      <p:sp>
        <p:nvSpPr>
          <p:cNvPr id="29" name="TextBox 28">
            <a:extLst>
              <a:ext uri="{FF2B5EF4-FFF2-40B4-BE49-F238E27FC236}">
                <a16:creationId xmlns:a16="http://schemas.microsoft.com/office/drawing/2014/main" id="{EA7A3C02-86A8-7F4E-8BB1-FDC4A586E619}"/>
              </a:ext>
            </a:extLst>
          </p:cNvPr>
          <p:cNvSpPr txBox="1"/>
          <p:nvPr/>
        </p:nvSpPr>
        <p:spPr>
          <a:xfrm>
            <a:off x="2541170" y="4472689"/>
            <a:ext cx="1012585" cy="369332"/>
          </a:xfrm>
          <a:prstGeom prst="rect">
            <a:avLst/>
          </a:prstGeom>
          <a:noFill/>
        </p:spPr>
        <p:txBody>
          <a:bodyPr wrap="none" rtlCol="0">
            <a:spAutoFit/>
          </a:bodyPr>
          <a:lstStyle/>
          <a:p>
            <a:r>
              <a:rPr lang="en-US" dirty="0"/>
              <a:t>compete</a:t>
            </a:r>
          </a:p>
        </p:txBody>
      </p:sp>
      <p:sp>
        <p:nvSpPr>
          <p:cNvPr id="30" name="TextBox 29">
            <a:extLst>
              <a:ext uri="{FF2B5EF4-FFF2-40B4-BE49-F238E27FC236}">
                <a16:creationId xmlns:a16="http://schemas.microsoft.com/office/drawing/2014/main" id="{9E031831-FA33-6643-9A80-88368863D507}"/>
              </a:ext>
            </a:extLst>
          </p:cNvPr>
          <p:cNvSpPr txBox="1"/>
          <p:nvPr/>
        </p:nvSpPr>
        <p:spPr>
          <a:xfrm>
            <a:off x="6564366" y="5090935"/>
            <a:ext cx="598434" cy="369332"/>
          </a:xfrm>
          <a:prstGeom prst="rect">
            <a:avLst/>
          </a:prstGeom>
          <a:noFill/>
        </p:spPr>
        <p:txBody>
          <a:bodyPr wrap="none" rtlCol="0">
            <a:spAutoFit/>
          </a:bodyPr>
          <a:lstStyle/>
          <a:p>
            <a:r>
              <a:rPr lang="en-US" dirty="0"/>
              <a:t>vote</a:t>
            </a:r>
          </a:p>
        </p:txBody>
      </p:sp>
      <p:sp>
        <p:nvSpPr>
          <p:cNvPr id="31" name="TextBox 30">
            <a:extLst>
              <a:ext uri="{FF2B5EF4-FFF2-40B4-BE49-F238E27FC236}">
                <a16:creationId xmlns:a16="http://schemas.microsoft.com/office/drawing/2014/main" id="{01DAC7D9-4009-1B48-8D5C-6A5988125149}"/>
              </a:ext>
            </a:extLst>
          </p:cNvPr>
          <p:cNvSpPr txBox="1"/>
          <p:nvPr/>
        </p:nvSpPr>
        <p:spPr>
          <a:xfrm>
            <a:off x="1195827" y="5071276"/>
            <a:ext cx="598434" cy="369332"/>
          </a:xfrm>
          <a:prstGeom prst="rect">
            <a:avLst/>
          </a:prstGeom>
          <a:noFill/>
        </p:spPr>
        <p:txBody>
          <a:bodyPr wrap="none" rtlCol="0">
            <a:spAutoFit/>
          </a:bodyPr>
          <a:lstStyle/>
          <a:p>
            <a:r>
              <a:rPr lang="en-US" dirty="0"/>
              <a:t>vote</a:t>
            </a:r>
          </a:p>
        </p:txBody>
      </p:sp>
      <p:sp>
        <p:nvSpPr>
          <p:cNvPr id="32" name="TextBox 31">
            <a:extLst>
              <a:ext uri="{FF2B5EF4-FFF2-40B4-BE49-F238E27FC236}">
                <a16:creationId xmlns:a16="http://schemas.microsoft.com/office/drawing/2014/main" id="{FD4C94DF-9390-5E43-9184-0ED75EF3EF02}"/>
              </a:ext>
            </a:extLst>
          </p:cNvPr>
          <p:cNvSpPr txBox="1"/>
          <p:nvPr/>
        </p:nvSpPr>
        <p:spPr>
          <a:xfrm>
            <a:off x="5167357" y="3764813"/>
            <a:ext cx="598434" cy="369332"/>
          </a:xfrm>
          <a:prstGeom prst="rect">
            <a:avLst/>
          </a:prstGeom>
          <a:noFill/>
        </p:spPr>
        <p:txBody>
          <a:bodyPr wrap="none" rtlCol="0">
            <a:spAutoFit/>
          </a:bodyPr>
          <a:lstStyle/>
          <a:p>
            <a:r>
              <a:rPr lang="en-US" dirty="0"/>
              <a:t>vote</a:t>
            </a:r>
          </a:p>
        </p:txBody>
      </p:sp>
      <p:sp>
        <p:nvSpPr>
          <p:cNvPr id="33" name="TextBox 32">
            <a:extLst>
              <a:ext uri="{FF2B5EF4-FFF2-40B4-BE49-F238E27FC236}">
                <a16:creationId xmlns:a16="http://schemas.microsoft.com/office/drawing/2014/main" id="{9BBD2A4F-F8B1-8A47-9C6A-77786725F759}"/>
              </a:ext>
            </a:extLst>
          </p:cNvPr>
          <p:cNvSpPr txBox="1"/>
          <p:nvPr/>
        </p:nvSpPr>
        <p:spPr>
          <a:xfrm>
            <a:off x="5060136" y="4523890"/>
            <a:ext cx="1012585" cy="369332"/>
          </a:xfrm>
          <a:prstGeom prst="rect">
            <a:avLst/>
          </a:prstGeom>
          <a:noFill/>
        </p:spPr>
        <p:txBody>
          <a:bodyPr wrap="none" rtlCol="0">
            <a:spAutoFit/>
          </a:bodyPr>
          <a:lstStyle/>
          <a:p>
            <a:r>
              <a:rPr lang="en-US" dirty="0"/>
              <a:t>compete</a:t>
            </a:r>
          </a:p>
        </p:txBody>
      </p:sp>
      <p:sp>
        <p:nvSpPr>
          <p:cNvPr id="34" name="TextBox 33">
            <a:extLst>
              <a:ext uri="{FF2B5EF4-FFF2-40B4-BE49-F238E27FC236}">
                <a16:creationId xmlns:a16="http://schemas.microsoft.com/office/drawing/2014/main" id="{41E76A05-24D3-9A41-B769-872F6021CF95}"/>
              </a:ext>
            </a:extLst>
          </p:cNvPr>
          <p:cNvSpPr txBox="1"/>
          <p:nvPr/>
        </p:nvSpPr>
        <p:spPr>
          <a:xfrm>
            <a:off x="3810000" y="5657810"/>
            <a:ext cx="1012585" cy="369332"/>
          </a:xfrm>
          <a:prstGeom prst="rect">
            <a:avLst/>
          </a:prstGeom>
          <a:noFill/>
        </p:spPr>
        <p:txBody>
          <a:bodyPr wrap="none" rtlCol="0">
            <a:spAutoFit/>
          </a:bodyPr>
          <a:lstStyle/>
          <a:p>
            <a:r>
              <a:rPr lang="en-US" dirty="0"/>
              <a:t>compete</a:t>
            </a:r>
          </a:p>
        </p:txBody>
      </p:sp>
    </p:spTree>
    <p:extLst>
      <p:ext uri="{BB962C8B-B14F-4D97-AF65-F5344CB8AC3E}">
        <p14:creationId xmlns:p14="http://schemas.microsoft.com/office/powerpoint/2010/main" val="14925870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0CC2-1C8A-4445-9E41-9A7169A95668}"/>
              </a:ext>
            </a:extLst>
          </p:cNvPr>
          <p:cNvSpPr>
            <a:spLocks noGrp="1"/>
          </p:cNvSpPr>
          <p:nvPr>
            <p:ph type="title"/>
          </p:nvPr>
        </p:nvSpPr>
        <p:spPr/>
        <p:txBody>
          <a:bodyPr/>
          <a:lstStyle/>
          <a:p>
            <a:r>
              <a:rPr lang="en-US" dirty="0"/>
              <a:t>3. </a:t>
            </a:r>
            <a:r>
              <a:rPr lang="en-US" dirty="0" err="1"/>
              <a:t>DPoS</a:t>
            </a:r>
            <a:r>
              <a:rPr lang="en-US" dirty="0"/>
              <a:t> (Delegated Proof of Stake)</a:t>
            </a:r>
          </a:p>
        </p:txBody>
      </p:sp>
      <p:sp>
        <p:nvSpPr>
          <p:cNvPr id="3" name="Date Placeholder 2">
            <a:extLst>
              <a:ext uri="{FF2B5EF4-FFF2-40B4-BE49-F238E27FC236}">
                <a16:creationId xmlns:a16="http://schemas.microsoft.com/office/drawing/2014/main" id="{A01361A4-A63B-D943-80CC-47828E1710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929CEA8-1F18-C943-8E06-380B90A6F63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98F1540-A0F5-2942-9529-F5C66D0E6DA7}"/>
              </a:ext>
            </a:extLst>
          </p:cNvPr>
          <p:cNvSpPr>
            <a:spLocks noGrp="1"/>
          </p:cNvSpPr>
          <p:nvPr>
            <p:ph sz="quarter" idx="1"/>
          </p:nvPr>
        </p:nvSpPr>
        <p:spPr>
          <a:xfrm>
            <a:off x="457200" y="1219200"/>
            <a:ext cx="8229600" cy="4191000"/>
          </a:xfrm>
        </p:spPr>
        <p:txBody>
          <a:bodyPr>
            <a:normAutofit lnSpcReduction="10000"/>
          </a:bodyPr>
          <a:lstStyle/>
          <a:p>
            <a:r>
              <a:rPr lang="en-US" dirty="0"/>
              <a:t>Advantages:</a:t>
            </a:r>
          </a:p>
          <a:p>
            <a:pPr lvl="1"/>
            <a:r>
              <a:rPr lang="en-US" dirty="0"/>
              <a:t>Several more trustworthy delegates elected by voters competes the accounting right, which reduces all nodes participating in competition, making less communications, shorter consensus time, less energy consumption and faster agreement speed</a:t>
            </a:r>
          </a:p>
          <a:p>
            <a:pPr lvl="1"/>
            <a:endParaRPr lang="en-US" dirty="0"/>
          </a:p>
          <a:p>
            <a:pPr lvl="1"/>
            <a:r>
              <a:rPr lang="en-US" dirty="0"/>
              <a:t>Over a period, new delegates will be elected to avoid fraud and monopoly</a:t>
            </a:r>
          </a:p>
        </p:txBody>
      </p:sp>
    </p:spTree>
    <p:extLst>
      <p:ext uri="{BB962C8B-B14F-4D97-AF65-F5344CB8AC3E}">
        <p14:creationId xmlns:p14="http://schemas.microsoft.com/office/powerpoint/2010/main" val="19632732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20CC2-1C8A-4445-9E41-9A7169A95668}"/>
              </a:ext>
            </a:extLst>
          </p:cNvPr>
          <p:cNvSpPr>
            <a:spLocks noGrp="1"/>
          </p:cNvSpPr>
          <p:nvPr>
            <p:ph type="title"/>
          </p:nvPr>
        </p:nvSpPr>
        <p:spPr/>
        <p:txBody>
          <a:bodyPr/>
          <a:lstStyle/>
          <a:p>
            <a:r>
              <a:rPr lang="en-US" dirty="0"/>
              <a:t>3. </a:t>
            </a:r>
            <a:r>
              <a:rPr lang="en-US" dirty="0" err="1"/>
              <a:t>DPoS</a:t>
            </a:r>
            <a:r>
              <a:rPr lang="en-US" dirty="0"/>
              <a:t> (Delegated Proof of Stake)</a:t>
            </a:r>
          </a:p>
        </p:txBody>
      </p:sp>
      <p:sp>
        <p:nvSpPr>
          <p:cNvPr id="3" name="Date Placeholder 2">
            <a:extLst>
              <a:ext uri="{FF2B5EF4-FFF2-40B4-BE49-F238E27FC236}">
                <a16:creationId xmlns:a16="http://schemas.microsoft.com/office/drawing/2014/main" id="{A01361A4-A63B-D943-80CC-47828E1710EB}"/>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929CEA8-1F18-C943-8E06-380B90A6F634}"/>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F98F1540-A0F5-2942-9529-F5C66D0E6DA7}"/>
              </a:ext>
            </a:extLst>
          </p:cNvPr>
          <p:cNvSpPr>
            <a:spLocks noGrp="1"/>
          </p:cNvSpPr>
          <p:nvPr>
            <p:ph sz="quarter" idx="1"/>
          </p:nvPr>
        </p:nvSpPr>
        <p:spPr/>
        <p:txBody>
          <a:bodyPr>
            <a:normAutofit/>
          </a:bodyPr>
          <a:lstStyle/>
          <a:p>
            <a:r>
              <a:rPr lang="en-US" dirty="0"/>
              <a:t>Disadvantages:</a:t>
            </a:r>
          </a:p>
          <a:p>
            <a:pPr lvl="1"/>
            <a:r>
              <a:rPr lang="en-US" dirty="0"/>
              <a:t>Less fairness: </a:t>
            </a:r>
            <a:r>
              <a:rPr lang="en-US" dirty="0" err="1"/>
              <a:t>DPoS</a:t>
            </a:r>
            <a:r>
              <a:rPr lang="en-US" dirty="0"/>
              <a:t> users with small stakes can decide that their vote doesn't matter in comparison with votes of bigger stakeholders</a:t>
            </a:r>
          </a:p>
          <a:p>
            <a:pPr lvl="1"/>
            <a:endParaRPr lang="en-US" dirty="0"/>
          </a:p>
          <a:p>
            <a:pPr lvl="1"/>
            <a:r>
              <a:rPr lang="en-US" dirty="0"/>
              <a:t>Low reliability for delegate nodes: once the node fails, it leads to potential security risks</a:t>
            </a:r>
          </a:p>
        </p:txBody>
      </p:sp>
    </p:spTree>
    <p:extLst>
      <p:ext uri="{BB962C8B-B14F-4D97-AF65-F5344CB8AC3E}">
        <p14:creationId xmlns:p14="http://schemas.microsoft.com/office/powerpoint/2010/main" val="1472820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150FC-85B1-284E-B9D5-A00B876764CE}"/>
              </a:ext>
            </a:extLst>
          </p:cNvPr>
          <p:cNvSpPr>
            <a:spLocks noGrp="1"/>
          </p:cNvSpPr>
          <p:nvPr>
            <p:ph type="title"/>
          </p:nvPr>
        </p:nvSpPr>
        <p:spPr/>
        <p:txBody>
          <a:bodyPr>
            <a:normAutofit/>
          </a:bodyPr>
          <a:lstStyle/>
          <a:p>
            <a:r>
              <a:rPr lang="en-US" dirty="0"/>
              <a:t>3. </a:t>
            </a:r>
            <a:r>
              <a:rPr lang="en-US" dirty="0" err="1"/>
              <a:t>DPoS</a:t>
            </a:r>
            <a:r>
              <a:rPr lang="en-US" dirty="0"/>
              <a:t> (Delegated Proof of Stake)</a:t>
            </a:r>
          </a:p>
        </p:txBody>
      </p:sp>
      <p:sp>
        <p:nvSpPr>
          <p:cNvPr id="3" name="Date Placeholder 2">
            <a:extLst>
              <a:ext uri="{FF2B5EF4-FFF2-40B4-BE49-F238E27FC236}">
                <a16:creationId xmlns:a16="http://schemas.microsoft.com/office/drawing/2014/main" id="{39A1C11F-3B29-7241-9855-634962AEF54D}"/>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EAB6A792-F52F-534E-9B88-0CA29B9A4156}"/>
              </a:ext>
            </a:extLst>
          </p:cNvPr>
          <p:cNvSpPr>
            <a:spLocks noGrp="1"/>
          </p:cNvSpPr>
          <p:nvPr>
            <p:ph type="sldNum" sz="quarter" idx="12"/>
          </p:nvPr>
        </p:nvSpPr>
        <p:spPr/>
        <p:txBody>
          <a:bodyPr/>
          <a:lstStyle/>
          <a:p>
            <a:r>
              <a:rPr lang="en-US" dirty="0"/>
              <a:t>CS 4504</a:t>
            </a:r>
          </a:p>
        </p:txBody>
      </p:sp>
      <p:sp>
        <p:nvSpPr>
          <p:cNvPr id="5" name="Content Placeholder 4">
            <a:extLst>
              <a:ext uri="{FF2B5EF4-FFF2-40B4-BE49-F238E27FC236}">
                <a16:creationId xmlns:a16="http://schemas.microsoft.com/office/drawing/2014/main" id="{88E5D9D7-EC4C-5B41-9D4D-E7E722F9D7EF}"/>
              </a:ext>
            </a:extLst>
          </p:cNvPr>
          <p:cNvSpPr>
            <a:spLocks noGrp="1"/>
          </p:cNvSpPr>
          <p:nvPr>
            <p:ph sz="quarter" idx="1"/>
          </p:nvPr>
        </p:nvSpPr>
        <p:spPr>
          <a:xfrm>
            <a:off x="457200" y="1219200"/>
            <a:ext cx="8229600" cy="1143000"/>
          </a:xfrm>
        </p:spPr>
        <p:txBody>
          <a:bodyPr>
            <a:normAutofit/>
          </a:bodyPr>
          <a:lstStyle/>
          <a:p>
            <a:r>
              <a:rPr lang="en-US" dirty="0">
                <a:hlinkClick r:id="rId2"/>
              </a:rPr>
              <a:t>https://youtu.be/OVKAOwzAwHI</a:t>
            </a:r>
            <a:endParaRPr lang="en-US" dirty="0"/>
          </a:p>
          <a:p>
            <a:endParaRPr lang="en-US" dirty="0"/>
          </a:p>
        </p:txBody>
      </p:sp>
      <p:pic>
        <p:nvPicPr>
          <p:cNvPr id="6" name="Picture 5">
            <a:extLst>
              <a:ext uri="{FF2B5EF4-FFF2-40B4-BE49-F238E27FC236}">
                <a16:creationId xmlns:a16="http://schemas.microsoft.com/office/drawing/2014/main" id="{8D67C069-BED6-BB4C-8AFB-1B1D7A974501}"/>
              </a:ext>
            </a:extLst>
          </p:cNvPr>
          <p:cNvPicPr>
            <a:picLocks noChangeAspect="1"/>
          </p:cNvPicPr>
          <p:nvPr/>
        </p:nvPicPr>
        <p:blipFill>
          <a:blip r:embed="rId3"/>
          <a:stretch>
            <a:fillRect/>
          </a:stretch>
        </p:blipFill>
        <p:spPr>
          <a:xfrm>
            <a:off x="1358392" y="2392110"/>
            <a:ext cx="6427216" cy="3619833"/>
          </a:xfrm>
          <a:prstGeom prst="rect">
            <a:avLst/>
          </a:prstGeom>
        </p:spPr>
      </p:pic>
    </p:spTree>
    <p:extLst>
      <p:ext uri="{BB962C8B-B14F-4D97-AF65-F5344CB8AC3E}">
        <p14:creationId xmlns:p14="http://schemas.microsoft.com/office/powerpoint/2010/main" val="3106089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76C8E-982A-D34F-95AC-2F6A0F29C0AB}"/>
              </a:ext>
            </a:extLst>
          </p:cNvPr>
          <p:cNvSpPr>
            <a:spLocks noGrp="1"/>
          </p:cNvSpPr>
          <p:nvPr>
            <p:ph type="title"/>
          </p:nvPr>
        </p:nvSpPr>
        <p:spPr/>
        <p:txBody>
          <a:bodyPr/>
          <a:lstStyle/>
          <a:p>
            <a:r>
              <a:rPr lang="en-US" dirty="0"/>
              <a:t>Comparison</a:t>
            </a:r>
          </a:p>
        </p:txBody>
      </p:sp>
      <p:sp>
        <p:nvSpPr>
          <p:cNvPr id="3" name="Date Placeholder 2">
            <a:extLst>
              <a:ext uri="{FF2B5EF4-FFF2-40B4-BE49-F238E27FC236}">
                <a16:creationId xmlns:a16="http://schemas.microsoft.com/office/drawing/2014/main" id="{AD97E78B-7A4A-3F45-925D-6905FD9C1EFF}"/>
              </a:ext>
            </a:extLst>
          </p:cNvPr>
          <p:cNvSpPr>
            <a:spLocks noGrp="1"/>
          </p:cNvSpPr>
          <p:nvPr>
            <p:ph type="dt" sz="half" idx="10"/>
          </p:nvPr>
        </p:nvSpPr>
        <p:spPr/>
        <p:txBody>
          <a:bodyPr/>
          <a:lstStyle/>
          <a:p>
            <a:r>
              <a:rPr lang="en-US"/>
              <a:t>Parallel and Distributed Computation</a:t>
            </a:r>
            <a:endParaRPr lang="en-US" dirty="0"/>
          </a:p>
        </p:txBody>
      </p:sp>
      <p:sp>
        <p:nvSpPr>
          <p:cNvPr id="4" name="Slide Number Placeholder 3">
            <a:extLst>
              <a:ext uri="{FF2B5EF4-FFF2-40B4-BE49-F238E27FC236}">
                <a16:creationId xmlns:a16="http://schemas.microsoft.com/office/drawing/2014/main" id="{887256E5-9753-AA48-9B9A-1A92600C7468}"/>
              </a:ext>
            </a:extLst>
          </p:cNvPr>
          <p:cNvSpPr>
            <a:spLocks noGrp="1"/>
          </p:cNvSpPr>
          <p:nvPr>
            <p:ph type="sldNum" sz="quarter" idx="12"/>
          </p:nvPr>
        </p:nvSpPr>
        <p:spPr/>
        <p:txBody>
          <a:bodyPr/>
          <a:lstStyle/>
          <a:p>
            <a:r>
              <a:rPr lang="en-US" dirty="0"/>
              <a:t>CS 4504</a:t>
            </a:r>
          </a:p>
        </p:txBody>
      </p:sp>
      <p:graphicFrame>
        <p:nvGraphicFramePr>
          <p:cNvPr id="6" name="Content Placeholder 5">
            <a:extLst>
              <a:ext uri="{FF2B5EF4-FFF2-40B4-BE49-F238E27FC236}">
                <a16:creationId xmlns:a16="http://schemas.microsoft.com/office/drawing/2014/main" id="{C4DA5850-AD64-7B41-AA54-B6ECC7932AE6}"/>
              </a:ext>
            </a:extLst>
          </p:cNvPr>
          <p:cNvGraphicFramePr>
            <a:graphicFrameLocks noGrp="1"/>
          </p:cNvGraphicFramePr>
          <p:nvPr>
            <p:ph sz="quarter" idx="1"/>
            <p:extLst>
              <p:ext uri="{D42A27DB-BD31-4B8C-83A1-F6EECF244321}">
                <p14:modId xmlns:p14="http://schemas.microsoft.com/office/powerpoint/2010/main" val="3959465784"/>
              </p:ext>
            </p:extLst>
          </p:nvPr>
        </p:nvGraphicFramePr>
        <p:xfrm>
          <a:off x="457200" y="1620283"/>
          <a:ext cx="8229600" cy="4182584"/>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3235471629"/>
                    </a:ext>
                  </a:extLst>
                </a:gridCol>
                <a:gridCol w="2057400">
                  <a:extLst>
                    <a:ext uri="{9D8B030D-6E8A-4147-A177-3AD203B41FA5}">
                      <a16:colId xmlns:a16="http://schemas.microsoft.com/office/drawing/2014/main" val="2193898769"/>
                    </a:ext>
                  </a:extLst>
                </a:gridCol>
                <a:gridCol w="2057400">
                  <a:extLst>
                    <a:ext uri="{9D8B030D-6E8A-4147-A177-3AD203B41FA5}">
                      <a16:colId xmlns:a16="http://schemas.microsoft.com/office/drawing/2014/main" val="1704115972"/>
                    </a:ext>
                  </a:extLst>
                </a:gridCol>
                <a:gridCol w="2057400">
                  <a:extLst>
                    <a:ext uri="{9D8B030D-6E8A-4147-A177-3AD203B41FA5}">
                      <a16:colId xmlns:a16="http://schemas.microsoft.com/office/drawing/2014/main" val="3405090118"/>
                    </a:ext>
                  </a:extLst>
                </a:gridCol>
              </a:tblGrid>
              <a:tr h="228600">
                <a:tc>
                  <a:txBody>
                    <a:bodyPr/>
                    <a:lstStyle/>
                    <a:p>
                      <a:pPr algn="ctr"/>
                      <a:endParaRPr lang="en-US" dirty="0"/>
                    </a:p>
                  </a:txBody>
                  <a:tcPr/>
                </a:tc>
                <a:tc>
                  <a:txBody>
                    <a:bodyPr/>
                    <a:lstStyle/>
                    <a:p>
                      <a:pPr algn="ctr"/>
                      <a:r>
                        <a:rPr lang="en-US" dirty="0"/>
                        <a:t>PoW</a:t>
                      </a:r>
                    </a:p>
                  </a:txBody>
                  <a:tcPr/>
                </a:tc>
                <a:tc>
                  <a:txBody>
                    <a:bodyPr/>
                    <a:lstStyle/>
                    <a:p>
                      <a:pPr algn="ctr"/>
                      <a:r>
                        <a:rPr lang="en-US" dirty="0"/>
                        <a:t>PoS</a:t>
                      </a:r>
                    </a:p>
                  </a:txBody>
                  <a:tcPr/>
                </a:tc>
                <a:tc>
                  <a:txBody>
                    <a:bodyPr/>
                    <a:lstStyle/>
                    <a:p>
                      <a:pPr algn="ctr"/>
                      <a:r>
                        <a:rPr lang="en-US" dirty="0" err="1"/>
                        <a:t>DPoS</a:t>
                      </a:r>
                      <a:endParaRPr lang="en-US" dirty="0"/>
                    </a:p>
                  </a:txBody>
                  <a:tcPr/>
                </a:tc>
                <a:extLst>
                  <a:ext uri="{0D108BD9-81ED-4DB2-BD59-A6C34878D82A}">
                    <a16:rowId xmlns:a16="http://schemas.microsoft.com/office/drawing/2014/main" val="2128063076"/>
                  </a:ext>
                </a:extLst>
              </a:tr>
              <a:tr h="725606">
                <a:tc>
                  <a:txBody>
                    <a:bodyPr/>
                    <a:lstStyle/>
                    <a:p>
                      <a:pPr algn="ctr"/>
                      <a:r>
                        <a:rPr lang="en-US" dirty="0"/>
                        <a:t>Computing consumption</a:t>
                      </a:r>
                    </a:p>
                  </a:txBody>
                  <a:tcPr anchor="ctr"/>
                </a:tc>
                <a:tc>
                  <a:txBody>
                    <a:bodyPr/>
                    <a:lstStyle/>
                    <a:p>
                      <a:pPr algn="ctr"/>
                      <a:r>
                        <a:rPr lang="en-US" dirty="0"/>
                        <a:t>High</a:t>
                      </a:r>
                    </a:p>
                  </a:txBody>
                  <a:tcPr anchor="ctr"/>
                </a:tc>
                <a:tc>
                  <a:txBody>
                    <a:bodyPr/>
                    <a:lstStyle/>
                    <a:p>
                      <a:pPr algn="ctr"/>
                      <a:r>
                        <a:rPr lang="en-US" dirty="0"/>
                        <a:t>Medium </a:t>
                      </a:r>
                    </a:p>
                  </a:txBody>
                  <a:tcPr anchor="ctr"/>
                </a:tc>
                <a:tc>
                  <a:txBody>
                    <a:bodyPr/>
                    <a:lstStyle/>
                    <a:p>
                      <a:pPr algn="ctr"/>
                      <a:r>
                        <a:rPr lang="en-US" dirty="0"/>
                        <a:t>Low</a:t>
                      </a:r>
                    </a:p>
                  </a:txBody>
                  <a:tcPr anchor="ctr"/>
                </a:tc>
                <a:extLst>
                  <a:ext uri="{0D108BD9-81ED-4DB2-BD59-A6C34878D82A}">
                    <a16:rowId xmlns:a16="http://schemas.microsoft.com/office/drawing/2014/main" val="3516046255"/>
                  </a:ext>
                </a:extLst>
              </a:tr>
              <a:tr h="791570">
                <a:tc>
                  <a:txBody>
                    <a:bodyPr/>
                    <a:lstStyle/>
                    <a:p>
                      <a:pPr algn="ctr"/>
                      <a:r>
                        <a:rPr lang="en-US" dirty="0"/>
                        <a:t>Structure</a:t>
                      </a:r>
                    </a:p>
                  </a:txBody>
                  <a:tcPr anchor="ctr"/>
                </a:tc>
                <a:tc>
                  <a:txBody>
                    <a:bodyPr/>
                    <a:lstStyle/>
                    <a:p>
                      <a:pPr algn="ctr"/>
                      <a:r>
                        <a:rPr lang="en-US" dirty="0"/>
                        <a:t>Distributed</a:t>
                      </a:r>
                    </a:p>
                  </a:txBody>
                  <a:tcPr anchor="ctr"/>
                </a:tc>
                <a:tc>
                  <a:txBody>
                    <a:bodyPr/>
                    <a:lstStyle/>
                    <a:p>
                      <a:pPr algn="ctr"/>
                      <a:r>
                        <a:rPr lang="en-US" dirty="0"/>
                        <a:t>Distributed</a:t>
                      </a:r>
                    </a:p>
                  </a:txBody>
                  <a:tcPr anchor="ctr"/>
                </a:tc>
                <a:tc>
                  <a:txBody>
                    <a:bodyPr/>
                    <a:lstStyle/>
                    <a:p>
                      <a:pPr algn="ctr"/>
                      <a:r>
                        <a:rPr lang="en-US" dirty="0"/>
                        <a:t>Distributed but having some centers</a:t>
                      </a:r>
                    </a:p>
                  </a:txBody>
                  <a:tcPr anchor="ctr"/>
                </a:tc>
                <a:extLst>
                  <a:ext uri="{0D108BD9-81ED-4DB2-BD59-A6C34878D82A}">
                    <a16:rowId xmlns:a16="http://schemas.microsoft.com/office/drawing/2014/main" val="1285877842"/>
                  </a:ext>
                </a:extLst>
              </a:tr>
              <a:tr h="725606">
                <a:tc>
                  <a:txBody>
                    <a:bodyPr/>
                    <a:lstStyle/>
                    <a:p>
                      <a:pPr algn="ctr"/>
                      <a:r>
                        <a:rPr lang="en-US" dirty="0"/>
                        <a:t>Performance (throughput)</a:t>
                      </a:r>
                    </a:p>
                  </a:txBody>
                  <a:tcPr anchor="ctr"/>
                </a:tc>
                <a:tc gridSpan="3">
                  <a:txBody>
                    <a:bodyPr/>
                    <a:lstStyle/>
                    <a:p>
                      <a:pPr algn="ctr"/>
                      <a:r>
                        <a:rPr lang="en-US" dirty="0"/>
                        <a:t>PoW &lt; PoS &lt; </a:t>
                      </a:r>
                      <a:r>
                        <a:rPr lang="en-US" dirty="0" err="1"/>
                        <a:t>DPoS</a:t>
                      </a:r>
                      <a:endParaRPr lang="en-US" dirty="0"/>
                    </a:p>
                  </a:txBody>
                  <a:tcPr anchor="ct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566376007"/>
                  </a:ext>
                </a:extLst>
              </a:tr>
              <a:tr h="725606">
                <a:tc>
                  <a:txBody>
                    <a:bodyPr/>
                    <a:lstStyle/>
                    <a:p>
                      <a:pPr algn="ctr"/>
                      <a:r>
                        <a:rPr lang="en-US" dirty="0"/>
                        <a:t>Transaction cost</a:t>
                      </a:r>
                    </a:p>
                  </a:txBody>
                  <a:tcPr anchor="ctr"/>
                </a:tc>
                <a:tc>
                  <a:txBody>
                    <a:bodyPr/>
                    <a:lstStyle/>
                    <a:p>
                      <a:pPr algn="ctr"/>
                      <a:r>
                        <a:rPr lang="en-US" dirty="0"/>
                        <a:t>High</a:t>
                      </a:r>
                    </a:p>
                  </a:txBody>
                  <a:tcPr anchor="ctr"/>
                </a:tc>
                <a:tc>
                  <a:txBody>
                    <a:bodyPr/>
                    <a:lstStyle/>
                    <a:p>
                      <a:pPr algn="ctr"/>
                      <a:r>
                        <a:rPr lang="en-US" dirty="0"/>
                        <a:t>Low</a:t>
                      </a:r>
                    </a:p>
                  </a:txBody>
                  <a:tcPr anchor="ctr"/>
                </a:tc>
                <a:tc>
                  <a:txBody>
                    <a:bodyPr/>
                    <a:lstStyle/>
                    <a:p>
                      <a:pPr algn="ctr"/>
                      <a:r>
                        <a:rPr lang="en-US" dirty="0"/>
                        <a:t>Low</a:t>
                      </a:r>
                    </a:p>
                  </a:txBody>
                  <a:tcPr anchor="ctr"/>
                </a:tc>
                <a:extLst>
                  <a:ext uri="{0D108BD9-81ED-4DB2-BD59-A6C34878D82A}">
                    <a16:rowId xmlns:a16="http://schemas.microsoft.com/office/drawing/2014/main" val="502079071"/>
                  </a:ext>
                </a:extLst>
              </a:tr>
              <a:tr h="725606">
                <a:tc>
                  <a:txBody>
                    <a:bodyPr/>
                    <a:lstStyle/>
                    <a:p>
                      <a:pPr algn="ctr"/>
                      <a:r>
                        <a:rPr lang="en-US" dirty="0"/>
                        <a:t>Application platform</a:t>
                      </a:r>
                    </a:p>
                  </a:txBody>
                  <a:tcPr anchor="ctr"/>
                </a:tc>
                <a:tc>
                  <a:txBody>
                    <a:bodyPr/>
                    <a:lstStyle/>
                    <a:p>
                      <a:pPr algn="ctr"/>
                      <a:r>
                        <a:rPr lang="en-US" dirty="0"/>
                        <a:t>Bitcoin</a:t>
                      </a:r>
                    </a:p>
                  </a:txBody>
                  <a:tcPr anchor="ctr"/>
                </a:tc>
                <a:tc>
                  <a:txBody>
                    <a:bodyPr/>
                    <a:lstStyle/>
                    <a:p>
                      <a:pPr algn="ctr"/>
                      <a:r>
                        <a:rPr kumimoji="0" lang="en-US" b="0" i="0" kern="1200" dirty="0">
                          <a:solidFill>
                            <a:schemeClr val="dk1"/>
                          </a:solidFill>
                          <a:effectLst/>
                          <a:latin typeface="+mn-lt"/>
                          <a:ea typeface="+mn-ea"/>
                          <a:cs typeface="+mn-cs"/>
                        </a:rPr>
                        <a:t>Ethereum</a:t>
                      </a:r>
                      <a:endParaRPr lang="en-US" dirty="0"/>
                    </a:p>
                  </a:txBody>
                  <a:tcPr anchor="ctr"/>
                </a:tc>
                <a:tc>
                  <a:txBody>
                    <a:bodyPr/>
                    <a:lstStyle/>
                    <a:p>
                      <a:pPr algn="ctr"/>
                      <a:r>
                        <a:rPr lang="en-US" dirty="0" err="1"/>
                        <a:t>Bitshares</a:t>
                      </a:r>
                      <a:endParaRPr lang="en-US" dirty="0"/>
                    </a:p>
                  </a:txBody>
                  <a:tcPr anchor="ctr"/>
                </a:tc>
                <a:extLst>
                  <a:ext uri="{0D108BD9-81ED-4DB2-BD59-A6C34878D82A}">
                    <a16:rowId xmlns:a16="http://schemas.microsoft.com/office/drawing/2014/main" val="4182375722"/>
                  </a:ext>
                </a:extLst>
              </a:tr>
            </a:tbl>
          </a:graphicData>
        </a:graphic>
      </p:graphicFrame>
    </p:spTree>
    <p:extLst>
      <p:ext uri="{BB962C8B-B14F-4D97-AF65-F5344CB8AC3E}">
        <p14:creationId xmlns:p14="http://schemas.microsoft.com/office/powerpoint/2010/main" val="2492413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38922</TotalTime>
  <Words>2148</Words>
  <Application>Microsoft Macintosh PowerPoint</Application>
  <PresentationFormat>On-screen Show (4:3)</PresentationFormat>
  <Paragraphs>398</Paragraphs>
  <Slides>38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Courier New</vt:lpstr>
      <vt:lpstr>Wingdings</vt:lpstr>
      <vt:lpstr>Wingdings 3</vt:lpstr>
      <vt:lpstr>Origin</vt:lpstr>
      <vt:lpstr>CS 4504 Parallel and Distributed Computation  Distributed Consensus</vt:lpstr>
      <vt:lpstr>Revisit Distributed Election</vt:lpstr>
      <vt:lpstr>Revisit Distributed Election</vt:lpstr>
      <vt:lpstr>Another Example of Distributed Consensus: distributed accounting</vt:lpstr>
      <vt:lpstr>Another Example of Distributed Consensus: distributed accounting</vt:lpstr>
      <vt:lpstr>What is Distributed Consensus?</vt:lpstr>
      <vt:lpstr>What is Distributed Consensus?</vt:lpstr>
      <vt:lpstr>Difference between Consistency and Consensus </vt:lpstr>
      <vt:lpstr>How to Achieve Distributed Consensus?</vt:lpstr>
      <vt:lpstr>1. PoW (Proof-of-Work)</vt:lpstr>
      <vt:lpstr>1. PoW (Proof-of-Work)</vt:lpstr>
      <vt:lpstr>1. PoW (Proof-of-Work)</vt:lpstr>
      <vt:lpstr>1. PoW (Proof-of-Work)</vt:lpstr>
      <vt:lpstr>1. PoW (Proof-of-Work)</vt:lpstr>
      <vt:lpstr>1. PoW (Proof-of-Work)</vt:lpstr>
      <vt:lpstr>1. PoW (Proof-of-Work)</vt:lpstr>
      <vt:lpstr>1. PoW (Proof-of-Work)</vt:lpstr>
      <vt:lpstr>1. PoW (Proof-of-Work)</vt:lpstr>
      <vt:lpstr>1. PoW (Proof-of-Work)</vt:lpstr>
      <vt:lpstr>1. PoW (Proof-of-Work)</vt:lpstr>
      <vt:lpstr>1. PoW (Proof-of-Work)</vt:lpstr>
      <vt:lpstr>2. PoS (Proof-of-Stake)</vt:lpstr>
      <vt:lpstr>2. PoS (Proof-of-Stake)</vt:lpstr>
      <vt:lpstr>2. PoS (Proof-of-Stake)</vt:lpstr>
      <vt:lpstr>2. PoS (Proof-of-Stake)</vt:lpstr>
      <vt:lpstr>2. PoS (Proof-of-Stake)</vt:lpstr>
      <vt:lpstr>2. PoS (Proof-of-Stake)</vt:lpstr>
      <vt:lpstr>2. PoS (Proof-of-Stake)</vt:lpstr>
      <vt:lpstr>2. PoS (Proof-of-Stake)</vt:lpstr>
      <vt:lpstr>2. PoS (Proof-of-Stake)</vt:lpstr>
      <vt:lpstr>2. PoS (Proof-of-Stake)</vt:lpstr>
      <vt:lpstr>3. DPoS (Delegated Proof of Stake)</vt:lpstr>
      <vt:lpstr>3. DPoS (Delegated Proof of Stake)</vt:lpstr>
      <vt:lpstr>3. DPoS (Delegated Proof of Stake)</vt:lpstr>
      <vt:lpstr>3. DPoS (Delegated Proof of Stake)</vt:lpstr>
      <vt:lpstr>3. DPoS (Delegated Proof of Stake)</vt:lpstr>
      <vt:lpstr>3. DPoS (Delegated Proof of Stake)</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Reference-Driven Performance Anomaly Identification</dc:title>
  <dc:creator/>
  <cp:lastModifiedBy>Kun Suo</cp:lastModifiedBy>
  <cp:revision>1446</cp:revision>
  <dcterms:created xsi:type="dcterms:W3CDTF">2012-08-09T04:56:17Z</dcterms:created>
  <dcterms:modified xsi:type="dcterms:W3CDTF">2026-08-19T15:25:22Z</dcterms:modified>
</cp:coreProperties>
</file>
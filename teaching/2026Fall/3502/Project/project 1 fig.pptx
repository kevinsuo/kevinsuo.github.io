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3"/>
    <p:restoredTop sz="94658"/>
  </p:normalViewPr>
  <p:slideViewPr>
    <p:cSldViewPr snapToGrid="0">
      <p:cViewPr>
        <p:scale>
          <a:sx n="187" d="100"/>
          <a:sy n="18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29CF3-5A39-38B4-B547-9DABAFDD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A58EE-3307-A974-42D6-075DAF23D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AF870-EFB3-5BB6-1EB9-A28C9678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4027-B30F-95B1-91E0-5DFC37850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7BC0-22F2-51ED-21AE-612909BB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0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E064-370F-99EB-B523-206EC251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D71CE-DBEE-AE0E-71B8-A2DA9BCEE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9691-5C79-D248-C31D-3EC3327C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0022E-EAAA-897F-CBB2-97417B46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1FD61-AC73-9BBD-2513-6F7B1A3F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4247-DA56-4785-9D8E-5B5AFA93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1F07D-A997-81E2-4838-3796498E0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96AD-50C3-31EB-498A-A4BCDA9C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A69D4-AC0C-5B7F-26CD-67E2CE95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12215-0428-49B7-4CE4-D4C99719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0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FB22-1F45-7B2F-25F8-AD9BC241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8C62-2F6C-8CEB-7708-C233BABA2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F7C3B-6488-B6A8-C8CA-165E768B7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3A083-E6CC-FEC2-0388-C9B99010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4EF55-F652-638C-C3C0-F67B2A8B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15E-B0F4-8474-A19E-026C452D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81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AC7D-8984-A4F1-8CB1-B10C5ABA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A2EA0-B3FD-A0E7-3C03-63DF177F3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62F28-6674-CF6E-5013-77A77CBEF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B51BE-A8CF-1E09-9487-964568CDB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E442B-DEDA-2BC8-1B8C-13DE77542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67048-7AF7-9C79-243B-49B7BF5E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1BC17-CEF9-2427-3184-96BE2611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AB5FB-758F-B40F-6CFC-979E4E79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7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E75D-C557-3726-6998-D8752057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F840C-0672-53B5-2F07-E11E4F02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2B618-F726-D67D-1C25-B9609998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5CDD4-1936-ADC4-98A7-A25D71B2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7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02131-F236-7681-431E-2368E6F4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81263-99A1-E57B-81EC-19EF26160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C51A2-2BAF-019A-F1E4-94FD2BA6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7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B34D-9845-CAAE-7C1A-1BC68CFE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27E7-9201-3743-3D88-21C00958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B3B33-D8DC-D8E3-E172-BD9A808AC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C538-CAD7-200F-911A-5AF5AFA4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E13DD-0C62-DF09-FBBB-A2519F7A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D2EEE-D23E-3EE2-995A-6E2CC808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69D3-D006-02D8-AA17-B7120789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94B5-5194-042B-D970-7738CE5A1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43130-930A-21C9-7477-E3229713C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FBE28-2A5C-E575-9040-C5785352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A8C10-0DF2-3B93-BF34-39DDAB54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50C8E-7020-F0D3-55C4-E5824501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9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A74E-6EEB-61A6-FB99-FA2931A2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ECB91-A033-CD72-93D4-908026D26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1BC2E-9DA6-F49B-EBFD-1B19D7C2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1F941-561A-A19B-FD50-E11FA857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D2801-BAB3-F848-41C4-9080FE22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8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32B5A-2243-AEDB-6D93-1CB85B959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8D513-0B00-41EE-78F4-CEF5A54C9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C9EEF-5106-0B37-214E-AFF9E12A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85EF-709B-BD87-C30F-37901D45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69B3-F576-6431-C1FF-C99794F6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4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A74AF-8277-F433-A533-7C2967FE4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7440A-C141-1292-981C-EF9FC8E4A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8EEF-4F94-6170-0A75-8471E9DCD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A9860-D907-0740-AD82-70A6A337397C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7A734-F959-B03E-9CE8-436C077F6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FF4C9-0AB8-C9B3-A3A1-EB33648D7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736F3-5459-F342-8085-A9114961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9B1C1F-2D78-C8AF-9094-8ED0F5DE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495300"/>
            <a:ext cx="4567117" cy="3594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231824-B19F-7462-9C40-DA7D0F016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50" y="749825"/>
            <a:ext cx="3727450" cy="2529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FB6E69-A861-4A53-100F-79768DA3B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186" y="854742"/>
            <a:ext cx="1092200" cy="749300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CAE87202-56D1-592C-A82E-031CA95A5A6B}"/>
              </a:ext>
            </a:extLst>
          </p:cNvPr>
          <p:cNvSpPr/>
          <p:nvPr/>
        </p:nvSpPr>
        <p:spPr>
          <a:xfrm>
            <a:off x="4173819" y="910046"/>
            <a:ext cx="956578" cy="319346"/>
          </a:xfrm>
          <a:prstGeom prst="wedgeRoundRectCallout">
            <a:avLst>
              <a:gd name="adj1" fmla="val -120769"/>
              <a:gd name="adj2" fmla="val 18248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Process ID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47619C9-B499-F625-D1C2-CB655FC24F83}"/>
              </a:ext>
            </a:extLst>
          </p:cNvPr>
          <p:cNvSpPr/>
          <p:nvPr/>
        </p:nvSpPr>
        <p:spPr>
          <a:xfrm>
            <a:off x="4232275" y="1775379"/>
            <a:ext cx="1092199" cy="319346"/>
          </a:xfrm>
          <a:prstGeom prst="wedgeRoundRectCallout">
            <a:avLst>
              <a:gd name="adj1" fmla="val -120769"/>
              <a:gd name="adj2" fmla="val 18248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Running state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CCDC37D-5C6B-04A4-ECF5-77AE5BF7EF05}"/>
              </a:ext>
            </a:extLst>
          </p:cNvPr>
          <p:cNvSpPr/>
          <p:nvPr/>
        </p:nvSpPr>
        <p:spPr>
          <a:xfrm>
            <a:off x="4024325" y="2321366"/>
            <a:ext cx="627783" cy="319346"/>
          </a:xfrm>
          <a:prstGeom prst="wedgeRoundRectCallout">
            <a:avLst>
              <a:gd name="adj1" fmla="val -151224"/>
              <a:gd name="adj2" fmla="val -2577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Name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DD7D0393-C81E-9AC5-51BC-DD42610633D5}"/>
              </a:ext>
            </a:extLst>
          </p:cNvPr>
          <p:cNvSpPr/>
          <p:nvPr/>
        </p:nvSpPr>
        <p:spPr>
          <a:xfrm>
            <a:off x="4338216" y="523732"/>
            <a:ext cx="882177" cy="319346"/>
          </a:xfrm>
          <a:prstGeom prst="wedgeRoundRectCallout">
            <a:avLst>
              <a:gd name="adj1" fmla="val -118244"/>
              <a:gd name="adj2" fmla="val 41675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 time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C9EDCDC4-4764-0E34-E11C-E437C9D278CD}"/>
              </a:ext>
            </a:extLst>
          </p:cNvPr>
          <p:cNvSpPr/>
          <p:nvPr/>
        </p:nvSpPr>
        <p:spPr>
          <a:xfrm>
            <a:off x="4584296" y="1324244"/>
            <a:ext cx="956578" cy="319346"/>
          </a:xfrm>
          <a:prstGeom prst="wedgeRoundRectCallout">
            <a:avLst>
              <a:gd name="adj1" fmla="val -93912"/>
              <a:gd name="adj2" fmla="val -23401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Virtual time</a:t>
            </a: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09D67407-49A8-7D6D-D8D5-62CD73794FEB}"/>
              </a:ext>
            </a:extLst>
          </p:cNvPr>
          <p:cNvSpPr/>
          <p:nvPr/>
        </p:nvSpPr>
        <p:spPr>
          <a:xfrm flipH="1">
            <a:off x="2064329" y="1862375"/>
            <a:ext cx="304219" cy="843611"/>
          </a:xfrm>
          <a:prstGeom prst="curved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B6815-1BBA-8F4C-5DAF-0CC7B1B4BC9D}"/>
              </a:ext>
            </a:extLst>
          </p:cNvPr>
          <p:cNvSpPr txBox="1"/>
          <p:nvPr/>
        </p:nvSpPr>
        <p:spPr>
          <a:xfrm>
            <a:off x="884314" y="1283862"/>
            <a:ext cx="1286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PID 1708 is parent process of 2846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B3043-A5C2-B2F2-6A73-4C10E72577B4}"/>
              </a:ext>
            </a:extLst>
          </p:cNvPr>
          <p:cNvSpPr txBox="1"/>
          <p:nvPr/>
        </p:nvSpPr>
        <p:spPr>
          <a:xfrm>
            <a:off x="884313" y="2080929"/>
            <a:ext cx="1286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PID 1 is parent process of 1708</a:t>
            </a:r>
          </a:p>
        </p:txBody>
      </p:sp>
      <p:sp>
        <p:nvSpPr>
          <p:cNvPr id="12" name="Curved Left Arrow 11">
            <a:extLst>
              <a:ext uri="{FF2B5EF4-FFF2-40B4-BE49-F238E27FC236}">
                <a16:creationId xmlns:a16="http://schemas.microsoft.com/office/drawing/2014/main" id="{E32F7C3F-5EB1-0F42-8F83-F65C8B1E9685}"/>
              </a:ext>
            </a:extLst>
          </p:cNvPr>
          <p:cNvSpPr/>
          <p:nvPr/>
        </p:nvSpPr>
        <p:spPr>
          <a:xfrm flipH="1">
            <a:off x="2082672" y="1105459"/>
            <a:ext cx="304219" cy="819034"/>
          </a:xfrm>
          <a:prstGeom prst="curved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2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 Suo</dc:creator>
  <cp:lastModifiedBy>Kun Suo</cp:lastModifiedBy>
  <cp:revision>1</cp:revision>
  <dcterms:created xsi:type="dcterms:W3CDTF">2026-08-02T14:29:50Z</dcterms:created>
  <dcterms:modified xsi:type="dcterms:W3CDTF">2026-08-02T14:39:03Z</dcterms:modified>
</cp:coreProperties>
</file>